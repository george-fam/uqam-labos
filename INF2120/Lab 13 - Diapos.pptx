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93" r:id="rId5"/>
    <p:sldId id="294" r:id="rId6"/>
    <p:sldId id="299" r:id="rId7"/>
    <p:sldId id="296" r:id="rId8"/>
    <p:sldId id="300" r:id="rId9"/>
    <p:sldId id="295" r:id="rId10"/>
    <p:sldId id="301" r:id="rId11"/>
    <p:sldId id="297" r:id="rId12"/>
    <p:sldId id="302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01" autoAdjust="0"/>
    <p:restoredTop sz="94619" autoAdjust="0"/>
  </p:normalViewPr>
  <p:slideViewPr>
    <p:cSldViewPr snapToGrid="0">
      <p:cViewPr>
        <p:scale>
          <a:sx n="200" d="100"/>
          <a:sy n="200" d="100"/>
        </p:scale>
        <p:origin x="965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9" d="100"/>
          <a:sy n="159" d="100"/>
        </p:scale>
        <p:origin x="4891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tal.com/developers/sorting-algorithms/random-initial-order" TargetMode="External"/><Relationship Id="rId2" Type="http://schemas.openxmlformats.org/officeDocument/2006/relationships/hyperlink" Target="https://www.toptal.com/developers/sorting-algorithms/reversed-initial-order" TargetMode="External"/><Relationship Id="rId1" Type="http://schemas.openxmlformats.org/officeDocument/2006/relationships/hyperlink" Target="https://www.toptal.com/developers/sorting-algorithms/nearly-sorted-initial-order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tal.com/developers/sorting-algorithms/random-initial-order" TargetMode="External"/><Relationship Id="rId2" Type="http://schemas.openxmlformats.org/officeDocument/2006/relationships/hyperlink" Target="https://www.toptal.com/developers/sorting-algorithms/reversed-initial-order" TargetMode="External"/><Relationship Id="rId1" Type="http://schemas.openxmlformats.org/officeDocument/2006/relationships/hyperlink" Target="https://www.toptal.com/developers/sorting-algorithms/nearly-sorted-initial-order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1EF456-EFE6-44FE-8EBE-6D92E0D811A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BE57847-6DE3-4B01-A3E1-E7E0708BA922}">
      <dgm:prSet/>
      <dgm:spPr/>
      <dgm:t>
        <a:bodyPr/>
        <a:lstStyle/>
        <a:p>
          <a:r>
            <a:rPr lang="en-CA"/>
            <a:t>Complexité </a:t>
          </a:r>
          <a:r>
            <a:rPr lang="en-GB"/>
            <a:t>≠ Performance (Vitesse)</a:t>
          </a:r>
        </a:p>
      </dgm:t>
    </dgm:pt>
    <dgm:pt modelId="{4C72F5B3-9659-4B48-92B4-B55BDB16C30D}" type="parTrans" cxnId="{0CB55586-FFE8-43C4-8529-B125CCE48796}">
      <dgm:prSet/>
      <dgm:spPr/>
      <dgm:t>
        <a:bodyPr/>
        <a:lstStyle/>
        <a:p>
          <a:endParaRPr lang="en-GB"/>
        </a:p>
      </dgm:t>
    </dgm:pt>
    <dgm:pt modelId="{E8DBC12A-03AF-4474-82C1-1448EC2AF138}" type="sibTrans" cxnId="{0CB55586-FFE8-43C4-8529-B125CCE48796}">
      <dgm:prSet/>
      <dgm:spPr/>
      <dgm:t>
        <a:bodyPr/>
        <a:lstStyle/>
        <a:p>
          <a:endParaRPr lang="en-GB"/>
        </a:p>
      </dgm:t>
    </dgm:pt>
    <dgm:pt modelId="{59358A73-1F7E-4578-8550-C237CD3BE12F}">
      <dgm:prSet/>
      <dgm:spPr/>
      <dgm:t>
        <a:bodyPr/>
        <a:lstStyle/>
        <a:p>
          <a:r>
            <a:rPr lang="en-GB" dirty="0" err="1"/>
            <a:t>Efficacité</a:t>
          </a:r>
          <a:r>
            <a:rPr lang="en-GB" dirty="0"/>
            <a:t> depend des </a:t>
          </a:r>
          <a:r>
            <a:rPr lang="en-GB" dirty="0" err="1"/>
            <a:t>caractéristiques</a:t>
          </a:r>
          <a:r>
            <a:rPr lang="en-GB" dirty="0"/>
            <a:t> des </a:t>
          </a:r>
          <a:r>
            <a:rPr lang="en-GB" dirty="0" err="1"/>
            <a:t>listes</a:t>
          </a:r>
          <a:r>
            <a:rPr lang="en-GB" dirty="0"/>
            <a:t> à trier</a:t>
          </a:r>
        </a:p>
      </dgm:t>
    </dgm:pt>
    <dgm:pt modelId="{555CBDBC-8276-4C5D-A86D-5490A2D25E4D}" type="parTrans" cxnId="{F57C0E67-C9FA-4CE2-9D65-E4B12B3A0896}">
      <dgm:prSet/>
      <dgm:spPr/>
      <dgm:t>
        <a:bodyPr/>
        <a:lstStyle/>
        <a:p>
          <a:endParaRPr lang="en-GB"/>
        </a:p>
      </dgm:t>
    </dgm:pt>
    <dgm:pt modelId="{2B8814E3-D88B-45CF-A00A-0E5B30EAF138}" type="sibTrans" cxnId="{F57C0E67-C9FA-4CE2-9D65-E4B12B3A0896}">
      <dgm:prSet/>
      <dgm:spPr/>
      <dgm:t>
        <a:bodyPr/>
        <a:lstStyle/>
        <a:p>
          <a:endParaRPr lang="en-GB"/>
        </a:p>
      </dgm:t>
    </dgm:pt>
    <dgm:pt modelId="{D6E0679D-FE16-411B-A798-25E862EA7809}">
      <dgm:prSet/>
      <dgm:spPr/>
      <dgm:t>
        <a:bodyPr/>
        <a:lstStyle/>
        <a:p>
          <a:r>
            <a:rPr lang="en-GB">
              <a:hlinkClick xmlns:r="http://schemas.openxmlformats.org/officeDocument/2006/relationships" r:id="rId1"/>
            </a:rPr>
            <a:t>Presque triée</a:t>
          </a:r>
          <a:r>
            <a:rPr lang="en-GB"/>
            <a:t>: Insertion, Bulle</a:t>
          </a:r>
        </a:p>
      </dgm:t>
    </dgm:pt>
    <dgm:pt modelId="{ACB3D80A-DEE7-474D-9053-ED53910D7460}" type="parTrans" cxnId="{88A72AFE-86BD-4E86-B36F-4B27D12B5CA9}">
      <dgm:prSet/>
      <dgm:spPr/>
      <dgm:t>
        <a:bodyPr/>
        <a:lstStyle/>
        <a:p>
          <a:endParaRPr lang="en-GB"/>
        </a:p>
      </dgm:t>
    </dgm:pt>
    <dgm:pt modelId="{2BFCFA20-DE32-4D18-A8CB-FDBB42C9C038}" type="sibTrans" cxnId="{88A72AFE-86BD-4E86-B36F-4B27D12B5CA9}">
      <dgm:prSet/>
      <dgm:spPr/>
      <dgm:t>
        <a:bodyPr/>
        <a:lstStyle/>
        <a:p>
          <a:endParaRPr lang="en-GB"/>
        </a:p>
      </dgm:t>
    </dgm:pt>
    <dgm:pt modelId="{CD7301E9-F0B4-4DE1-9A6C-1911B774A28C}">
      <dgm:prSet/>
      <dgm:spPr/>
      <dgm:t>
        <a:bodyPr/>
        <a:lstStyle/>
        <a:p>
          <a:r>
            <a:rPr lang="en-GB" dirty="0" err="1">
              <a:hlinkClick xmlns:r="http://schemas.openxmlformats.org/officeDocument/2006/relationships" r:id="rId2"/>
            </a:rPr>
            <a:t>Inversement</a:t>
          </a:r>
          <a:r>
            <a:rPr lang="en-GB" dirty="0">
              <a:hlinkClick xmlns:r="http://schemas.openxmlformats.org/officeDocument/2006/relationships" r:id="rId2"/>
            </a:rPr>
            <a:t> </a:t>
          </a:r>
          <a:r>
            <a:rPr lang="en-GB" dirty="0" err="1">
              <a:hlinkClick xmlns:r="http://schemas.openxmlformats.org/officeDocument/2006/relationships" r:id="rId2"/>
            </a:rPr>
            <a:t>trié</a:t>
          </a:r>
          <a:r>
            <a:rPr lang="en-GB" dirty="0"/>
            <a:t>: Quicksort</a:t>
          </a:r>
        </a:p>
      </dgm:t>
    </dgm:pt>
    <dgm:pt modelId="{0952A9D5-3597-4074-BC30-C40911566300}" type="parTrans" cxnId="{9EFF07EC-F4C4-4B36-BD63-170C5FF77A80}">
      <dgm:prSet/>
      <dgm:spPr/>
      <dgm:t>
        <a:bodyPr/>
        <a:lstStyle/>
        <a:p>
          <a:endParaRPr lang="en-GB"/>
        </a:p>
      </dgm:t>
    </dgm:pt>
    <dgm:pt modelId="{8BEE176B-EEF9-4CD9-A571-1046E58A02BC}" type="sibTrans" cxnId="{9EFF07EC-F4C4-4B36-BD63-170C5FF77A80}">
      <dgm:prSet/>
      <dgm:spPr/>
      <dgm:t>
        <a:bodyPr/>
        <a:lstStyle/>
        <a:p>
          <a:endParaRPr lang="en-GB"/>
        </a:p>
      </dgm:t>
    </dgm:pt>
    <dgm:pt modelId="{398CFCAC-12C5-400C-B14D-9029E4728210}">
      <dgm:prSet/>
      <dgm:spPr/>
      <dgm:t>
        <a:bodyPr/>
        <a:lstStyle/>
        <a:p>
          <a:r>
            <a:rPr lang="en-GB">
              <a:hlinkClick xmlns:r="http://schemas.openxmlformats.org/officeDocument/2006/relationships" r:id="rId3"/>
            </a:rPr>
            <a:t>Aléatoire</a:t>
          </a:r>
          <a:r>
            <a:rPr lang="en-GB"/>
            <a:t>: Quicksort</a:t>
          </a:r>
        </a:p>
      </dgm:t>
    </dgm:pt>
    <dgm:pt modelId="{29EF685C-A4D8-4DC8-A635-CFD121BB6B07}" type="parTrans" cxnId="{8768DF0F-D8B8-4BBC-ABBC-9D6035BCA02E}">
      <dgm:prSet/>
      <dgm:spPr/>
      <dgm:t>
        <a:bodyPr/>
        <a:lstStyle/>
        <a:p>
          <a:endParaRPr lang="en-GB"/>
        </a:p>
      </dgm:t>
    </dgm:pt>
    <dgm:pt modelId="{BA819637-FA97-4270-B164-9AB0AE86D68C}" type="sibTrans" cxnId="{8768DF0F-D8B8-4BBC-ABBC-9D6035BCA02E}">
      <dgm:prSet/>
      <dgm:spPr/>
      <dgm:t>
        <a:bodyPr/>
        <a:lstStyle/>
        <a:p>
          <a:endParaRPr lang="en-GB"/>
        </a:p>
      </dgm:t>
    </dgm:pt>
    <dgm:pt modelId="{63E05911-C3B9-4992-B085-7C4A9FBE40C2}">
      <dgm:prSet/>
      <dgm:spPr/>
      <dgm:t>
        <a:bodyPr/>
        <a:lstStyle/>
        <a:p>
          <a:r>
            <a:rPr lang="en-GB"/>
            <a:t>Très petite taille: Insertion</a:t>
          </a:r>
        </a:p>
      </dgm:t>
    </dgm:pt>
    <dgm:pt modelId="{11C71900-CECE-4E85-8D74-C6FF8097EDE5}" type="parTrans" cxnId="{D8151083-6312-4336-9C01-78085C50D7AE}">
      <dgm:prSet/>
      <dgm:spPr/>
      <dgm:t>
        <a:bodyPr/>
        <a:lstStyle/>
        <a:p>
          <a:endParaRPr lang="en-GB"/>
        </a:p>
      </dgm:t>
    </dgm:pt>
    <dgm:pt modelId="{27F29A91-3C1D-4286-91A0-159D8CA78EC9}" type="sibTrans" cxnId="{D8151083-6312-4336-9C01-78085C50D7AE}">
      <dgm:prSet/>
      <dgm:spPr/>
      <dgm:t>
        <a:bodyPr/>
        <a:lstStyle/>
        <a:p>
          <a:endParaRPr lang="en-GB"/>
        </a:p>
      </dgm:t>
    </dgm:pt>
    <dgm:pt modelId="{B29779E9-F0EB-4FA1-8170-04FAADC72659}">
      <dgm:prSet/>
      <dgm:spPr/>
      <dgm:t>
        <a:bodyPr/>
        <a:lstStyle/>
        <a:p>
          <a:r>
            <a:rPr lang="en-GB" dirty="0"/>
            <a:t>Etc</a:t>
          </a:r>
        </a:p>
      </dgm:t>
    </dgm:pt>
    <dgm:pt modelId="{4768DF65-BA93-4DA5-B63F-33F04CCB2114}" type="parTrans" cxnId="{2A5B64DF-9D5E-401B-8188-EEFA6895C5DD}">
      <dgm:prSet/>
      <dgm:spPr/>
      <dgm:t>
        <a:bodyPr/>
        <a:lstStyle/>
        <a:p>
          <a:endParaRPr lang="en-GB"/>
        </a:p>
      </dgm:t>
    </dgm:pt>
    <dgm:pt modelId="{457E94AE-78BE-4263-A106-CB376E77FCD2}" type="sibTrans" cxnId="{2A5B64DF-9D5E-401B-8188-EEFA6895C5DD}">
      <dgm:prSet/>
      <dgm:spPr/>
      <dgm:t>
        <a:bodyPr/>
        <a:lstStyle/>
        <a:p>
          <a:endParaRPr lang="en-GB"/>
        </a:p>
      </dgm:t>
    </dgm:pt>
    <dgm:pt modelId="{7206CC37-D2A4-49A5-8741-085AB6AC386C}" type="pres">
      <dgm:prSet presAssocID="{431EF456-EFE6-44FE-8EBE-6D92E0D811A6}" presName="Name0" presStyleCnt="0">
        <dgm:presLayoutVars>
          <dgm:dir/>
          <dgm:animLvl val="lvl"/>
          <dgm:resizeHandles val="exact"/>
        </dgm:presLayoutVars>
      </dgm:prSet>
      <dgm:spPr/>
    </dgm:pt>
    <dgm:pt modelId="{2770BF0C-7C55-48E2-93B8-6C6586ED7C1C}" type="pres">
      <dgm:prSet presAssocID="{EBE57847-6DE3-4B01-A3E1-E7E0708BA922}" presName="linNode" presStyleCnt="0"/>
      <dgm:spPr/>
    </dgm:pt>
    <dgm:pt modelId="{AC4BAB98-1E3D-4D4F-88E2-BF35492DA318}" type="pres">
      <dgm:prSet presAssocID="{EBE57847-6DE3-4B01-A3E1-E7E0708BA922}" presName="parentText" presStyleLbl="node1" presStyleIdx="0" presStyleCnt="2" custScaleX="277778" custLinFactNeighborX="18899" custLinFactNeighborY="15">
        <dgm:presLayoutVars>
          <dgm:chMax val="1"/>
          <dgm:bulletEnabled val="1"/>
        </dgm:presLayoutVars>
      </dgm:prSet>
      <dgm:spPr/>
    </dgm:pt>
    <dgm:pt modelId="{5B0C2A10-2AA2-4BCC-ACBB-6C279C04C1AC}" type="pres">
      <dgm:prSet presAssocID="{E8DBC12A-03AF-4474-82C1-1448EC2AF138}" presName="sp" presStyleCnt="0"/>
      <dgm:spPr/>
    </dgm:pt>
    <dgm:pt modelId="{309DEE51-3BD8-48F5-AAF6-AE473A57F9F6}" type="pres">
      <dgm:prSet presAssocID="{59358A73-1F7E-4578-8550-C237CD3BE12F}" presName="linNode" presStyleCnt="0"/>
      <dgm:spPr/>
    </dgm:pt>
    <dgm:pt modelId="{F2F0D93C-6032-4AC0-8D8B-1C475A9E96CE}" type="pres">
      <dgm:prSet presAssocID="{59358A73-1F7E-4578-8550-C237CD3BE12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0F2F19F-D402-496D-B177-EE568F299DEF}" type="pres">
      <dgm:prSet presAssocID="{59358A73-1F7E-4578-8550-C237CD3BE12F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8768DF0F-D8B8-4BBC-ABBC-9D6035BCA02E}" srcId="{59358A73-1F7E-4578-8550-C237CD3BE12F}" destId="{398CFCAC-12C5-400C-B14D-9029E4728210}" srcOrd="2" destOrd="0" parTransId="{29EF685C-A4D8-4DC8-A635-CFD121BB6B07}" sibTransId="{BA819637-FA97-4270-B164-9AB0AE86D68C}"/>
    <dgm:cxn modelId="{3D470722-2CCA-49CA-887C-81BFC0FE933E}" type="presOf" srcId="{59358A73-1F7E-4578-8550-C237CD3BE12F}" destId="{F2F0D93C-6032-4AC0-8D8B-1C475A9E96CE}" srcOrd="0" destOrd="0" presId="urn:microsoft.com/office/officeart/2005/8/layout/vList5"/>
    <dgm:cxn modelId="{D8C31B42-A3BA-4FF9-AAD5-4EA6B8221629}" type="presOf" srcId="{431EF456-EFE6-44FE-8EBE-6D92E0D811A6}" destId="{7206CC37-D2A4-49A5-8741-085AB6AC386C}" srcOrd="0" destOrd="0" presId="urn:microsoft.com/office/officeart/2005/8/layout/vList5"/>
    <dgm:cxn modelId="{F57C0E67-C9FA-4CE2-9D65-E4B12B3A0896}" srcId="{431EF456-EFE6-44FE-8EBE-6D92E0D811A6}" destId="{59358A73-1F7E-4578-8550-C237CD3BE12F}" srcOrd="1" destOrd="0" parTransId="{555CBDBC-8276-4C5D-A86D-5490A2D25E4D}" sibTransId="{2B8814E3-D88B-45CF-A00A-0E5B30EAF138}"/>
    <dgm:cxn modelId="{DBF4566C-3DE6-4616-969F-4E77C7E02CA9}" type="presOf" srcId="{D6E0679D-FE16-411B-A798-25E862EA7809}" destId="{E0F2F19F-D402-496D-B177-EE568F299DEF}" srcOrd="0" destOrd="0" presId="urn:microsoft.com/office/officeart/2005/8/layout/vList5"/>
    <dgm:cxn modelId="{1254847C-8C75-4770-A740-FFDFE1C9A2C5}" type="presOf" srcId="{398CFCAC-12C5-400C-B14D-9029E4728210}" destId="{E0F2F19F-D402-496D-B177-EE568F299DEF}" srcOrd="0" destOrd="2" presId="urn:microsoft.com/office/officeart/2005/8/layout/vList5"/>
    <dgm:cxn modelId="{D8151083-6312-4336-9C01-78085C50D7AE}" srcId="{59358A73-1F7E-4578-8550-C237CD3BE12F}" destId="{63E05911-C3B9-4992-B085-7C4A9FBE40C2}" srcOrd="3" destOrd="0" parTransId="{11C71900-CECE-4E85-8D74-C6FF8097EDE5}" sibTransId="{27F29A91-3C1D-4286-91A0-159D8CA78EC9}"/>
    <dgm:cxn modelId="{0CB55586-FFE8-43C4-8529-B125CCE48796}" srcId="{431EF456-EFE6-44FE-8EBE-6D92E0D811A6}" destId="{EBE57847-6DE3-4B01-A3E1-E7E0708BA922}" srcOrd="0" destOrd="0" parTransId="{4C72F5B3-9659-4B48-92B4-B55BDB16C30D}" sibTransId="{E8DBC12A-03AF-4474-82C1-1448EC2AF138}"/>
    <dgm:cxn modelId="{40FEB992-EF4D-4991-A211-92DD13ED2D72}" type="presOf" srcId="{CD7301E9-F0B4-4DE1-9A6C-1911B774A28C}" destId="{E0F2F19F-D402-496D-B177-EE568F299DEF}" srcOrd="0" destOrd="1" presId="urn:microsoft.com/office/officeart/2005/8/layout/vList5"/>
    <dgm:cxn modelId="{35B170A4-1F6B-48F2-A8FA-6F11158481AF}" type="presOf" srcId="{B29779E9-F0EB-4FA1-8170-04FAADC72659}" destId="{E0F2F19F-D402-496D-B177-EE568F299DEF}" srcOrd="0" destOrd="4" presId="urn:microsoft.com/office/officeart/2005/8/layout/vList5"/>
    <dgm:cxn modelId="{2A5B64DF-9D5E-401B-8188-EEFA6895C5DD}" srcId="{59358A73-1F7E-4578-8550-C237CD3BE12F}" destId="{B29779E9-F0EB-4FA1-8170-04FAADC72659}" srcOrd="4" destOrd="0" parTransId="{4768DF65-BA93-4DA5-B63F-33F04CCB2114}" sibTransId="{457E94AE-78BE-4263-A106-CB376E77FCD2}"/>
    <dgm:cxn modelId="{9EFF07EC-F4C4-4B36-BD63-170C5FF77A80}" srcId="{59358A73-1F7E-4578-8550-C237CD3BE12F}" destId="{CD7301E9-F0B4-4DE1-9A6C-1911B774A28C}" srcOrd="1" destOrd="0" parTransId="{0952A9D5-3597-4074-BC30-C40911566300}" sibTransId="{8BEE176B-EEF9-4CD9-A571-1046E58A02BC}"/>
    <dgm:cxn modelId="{11C436EC-9BBB-48CD-8D07-C7C9EF55B914}" type="presOf" srcId="{63E05911-C3B9-4992-B085-7C4A9FBE40C2}" destId="{E0F2F19F-D402-496D-B177-EE568F299DEF}" srcOrd="0" destOrd="3" presId="urn:microsoft.com/office/officeart/2005/8/layout/vList5"/>
    <dgm:cxn modelId="{4E93E7EC-18F1-4D89-8AB9-92E33EC31BBA}" type="presOf" srcId="{EBE57847-6DE3-4B01-A3E1-E7E0708BA922}" destId="{AC4BAB98-1E3D-4D4F-88E2-BF35492DA318}" srcOrd="0" destOrd="0" presId="urn:microsoft.com/office/officeart/2005/8/layout/vList5"/>
    <dgm:cxn modelId="{88A72AFE-86BD-4E86-B36F-4B27D12B5CA9}" srcId="{59358A73-1F7E-4578-8550-C237CD3BE12F}" destId="{D6E0679D-FE16-411B-A798-25E862EA7809}" srcOrd="0" destOrd="0" parTransId="{ACB3D80A-DEE7-474D-9053-ED53910D7460}" sibTransId="{2BFCFA20-DE32-4D18-A8CB-FDBB42C9C038}"/>
    <dgm:cxn modelId="{6AEF5819-8100-4F7D-9B7C-29600581EE06}" type="presParOf" srcId="{7206CC37-D2A4-49A5-8741-085AB6AC386C}" destId="{2770BF0C-7C55-48E2-93B8-6C6586ED7C1C}" srcOrd="0" destOrd="0" presId="urn:microsoft.com/office/officeart/2005/8/layout/vList5"/>
    <dgm:cxn modelId="{B7A4A1AB-E46D-4147-9297-325970BDCFF3}" type="presParOf" srcId="{2770BF0C-7C55-48E2-93B8-6C6586ED7C1C}" destId="{AC4BAB98-1E3D-4D4F-88E2-BF35492DA318}" srcOrd="0" destOrd="0" presId="urn:microsoft.com/office/officeart/2005/8/layout/vList5"/>
    <dgm:cxn modelId="{1F193C19-9405-4977-B162-D66DA9C7B062}" type="presParOf" srcId="{7206CC37-D2A4-49A5-8741-085AB6AC386C}" destId="{5B0C2A10-2AA2-4BCC-ACBB-6C279C04C1AC}" srcOrd="1" destOrd="0" presId="urn:microsoft.com/office/officeart/2005/8/layout/vList5"/>
    <dgm:cxn modelId="{14EE193B-9E90-4089-86DF-5FE0556C7BC8}" type="presParOf" srcId="{7206CC37-D2A4-49A5-8741-085AB6AC386C}" destId="{309DEE51-3BD8-48F5-AAF6-AE473A57F9F6}" srcOrd="2" destOrd="0" presId="urn:microsoft.com/office/officeart/2005/8/layout/vList5"/>
    <dgm:cxn modelId="{5F1FFA3F-C72D-4885-BDC3-1E124B6390F8}" type="presParOf" srcId="{309DEE51-3BD8-48F5-AAF6-AE473A57F9F6}" destId="{F2F0D93C-6032-4AC0-8D8B-1C475A9E96CE}" srcOrd="0" destOrd="0" presId="urn:microsoft.com/office/officeart/2005/8/layout/vList5"/>
    <dgm:cxn modelId="{AE9B377D-883F-4533-BABC-6B59E144007B}" type="presParOf" srcId="{309DEE51-3BD8-48F5-AAF6-AE473A57F9F6}" destId="{E0F2F19F-D402-496D-B177-EE568F299DE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BAB98-1E3D-4D4F-88E2-BF35492DA318}">
      <dsp:nvSpPr>
        <dsp:cNvPr id="0" name=""/>
        <dsp:cNvSpPr/>
      </dsp:nvSpPr>
      <dsp:spPr>
        <a:xfrm>
          <a:off x="4550" y="320"/>
          <a:ext cx="4658889" cy="18287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/>
            <a:t>Complexité </a:t>
          </a:r>
          <a:r>
            <a:rPr lang="en-GB" sz="1500" kern="1200"/>
            <a:t>≠ Performance (Vitesse)</a:t>
          </a:r>
        </a:p>
      </dsp:txBody>
      <dsp:txXfrm>
        <a:off x="93822" y="89592"/>
        <a:ext cx="4480345" cy="1650211"/>
      </dsp:txXfrm>
    </dsp:sp>
    <dsp:sp modelId="{E0F2F19F-D402-496D-B177-EE568F299DEF}">
      <dsp:nvSpPr>
        <dsp:cNvPr id="0" name=""/>
        <dsp:cNvSpPr/>
      </dsp:nvSpPr>
      <dsp:spPr>
        <a:xfrm rot="5400000">
          <a:off x="2439637" y="1342315"/>
          <a:ext cx="1463004" cy="29846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>
              <a:hlinkClick xmlns:r="http://schemas.openxmlformats.org/officeDocument/2006/relationships" r:id="rId1"/>
            </a:rPr>
            <a:t>Presque triée</a:t>
          </a:r>
          <a:r>
            <a:rPr lang="en-GB" sz="1500" kern="1200"/>
            <a:t>: Insertion, Bulle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 err="1">
              <a:hlinkClick xmlns:r="http://schemas.openxmlformats.org/officeDocument/2006/relationships" r:id="rId2"/>
            </a:rPr>
            <a:t>Inversement</a:t>
          </a:r>
          <a:r>
            <a:rPr lang="en-GB" sz="1500" kern="1200" dirty="0">
              <a:hlinkClick xmlns:r="http://schemas.openxmlformats.org/officeDocument/2006/relationships" r:id="rId2"/>
            </a:rPr>
            <a:t> </a:t>
          </a:r>
          <a:r>
            <a:rPr lang="en-GB" sz="1500" kern="1200" dirty="0" err="1">
              <a:hlinkClick xmlns:r="http://schemas.openxmlformats.org/officeDocument/2006/relationships" r:id="rId2"/>
            </a:rPr>
            <a:t>trié</a:t>
          </a:r>
          <a:r>
            <a:rPr lang="en-GB" sz="1500" kern="1200" dirty="0"/>
            <a:t>: Quicksort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>
              <a:hlinkClick xmlns:r="http://schemas.openxmlformats.org/officeDocument/2006/relationships" r:id="rId3"/>
            </a:rPr>
            <a:t>Aléatoire</a:t>
          </a:r>
          <a:r>
            <a:rPr lang="en-GB" sz="1500" kern="1200"/>
            <a:t>: Quicksort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Très petite taille: Insertion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Etc</a:t>
          </a:r>
        </a:p>
      </dsp:txBody>
      <dsp:txXfrm rot="-5400000">
        <a:off x="1678839" y="2174531"/>
        <a:ext cx="2913183" cy="1320168"/>
      </dsp:txXfrm>
    </dsp:sp>
    <dsp:sp modelId="{F2F0D93C-6032-4AC0-8D8B-1C475A9E96CE}">
      <dsp:nvSpPr>
        <dsp:cNvPr id="0" name=""/>
        <dsp:cNvSpPr/>
      </dsp:nvSpPr>
      <dsp:spPr>
        <a:xfrm>
          <a:off x="0" y="1920238"/>
          <a:ext cx="1678838" cy="18287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 err="1"/>
            <a:t>Efficacité</a:t>
          </a:r>
          <a:r>
            <a:rPr lang="en-GB" sz="1500" kern="1200" dirty="0"/>
            <a:t> depend des </a:t>
          </a:r>
          <a:r>
            <a:rPr lang="en-GB" sz="1500" kern="1200" dirty="0" err="1"/>
            <a:t>caractéristiques</a:t>
          </a:r>
          <a:r>
            <a:rPr lang="en-GB" sz="1500" kern="1200" dirty="0"/>
            <a:t> des </a:t>
          </a:r>
          <a:r>
            <a:rPr lang="en-GB" sz="1500" kern="1200" dirty="0" err="1"/>
            <a:t>listes</a:t>
          </a:r>
          <a:r>
            <a:rPr lang="en-GB" sz="1500" kern="1200" dirty="0"/>
            <a:t> à trier</a:t>
          </a:r>
        </a:p>
      </dsp:txBody>
      <dsp:txXfrm>
        <a:off x="81954" y="2002192"/>
        <a:ext cx="1514930" cy="1664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C7D2B5-B022-EACA-9F14-7FA4DCD95D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32E66-B861-3841-9D30-09B9A6FCD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CC3E9-B06A-41A9-B77A-085A4AEBFB52}" type="datetimeFigureOut">
              <a:rPr lang="en-CA" smtClean="0"/>
              <a:t>2025-07-23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19FF1-8F9B-323C-FD83-9AB8F39D2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6B007-AA61-B584-ADF4-EE21E6CCC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0B24-83DF-4AB2-860C-EBEBDE998F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386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B22AA-C6DF-4D5B-8B8D-B7524FD024BA}" type="datetimeFigureOut">
              <a:rPr lang="en-CA" smtClean="0"/>
              <a:t>2025-07-23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7C7A1-3F00-4D30-AAA8-FAC2B01BBB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6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number grid with numbers&#10;&#10;AI-generated content may be incorrect.">
            <a:extLst>
              <a:ext uri="{FF2B5EF4-FFF2-40B4-BE49-F238E27FC236}">
                <a16:creationId xmlns:a16="http://schemas.microsoft.com/office/drawing/2014/main" id="{7D28E438-0B3B-2CDB-8673-8CB77F47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2215912"/>
            <a:ext cx="6909386" cy="2418284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6B663-24E8-0352-7312-3F0C86FF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400" cap="all" spc="-100"/>
              <a:t>Tri par Insertion (Insertion Sort)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11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FC067-9C10-90B2-AFBB-509D8FE0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306440-1791-30AF-415A-D56FDF45F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147" y="731520"/>
            <a:ext cx="7330281" cy="5094545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FF102-311A-CBE8-308F-5AF57295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400" cap="all" spc="-100" dirty="0"/>
              <a:t>Tri par Insertion (Insertion Sort)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39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2D2A2-0EDB-5D31-3D43-7985E61E3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2200154"/>
            <a:ext cx="6909386" cy="244979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B3DD2-123D-F26B-D68C-C6287EC18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100" cap="all" spc="-100"/>
              <a:t>Tri par Sélection (Selection Sort)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11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72DE1-83F3-94B5-1BD0-D18AF130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2BF0B-38A8-A072-22FA-87D2D6A9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747667"/>
            <a:ext cx="6909386" cy="535477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B9F3B-A521-2ADA-7994-A370F4F8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100" cap="all" spc="-100"/>
              <a:t>Tri par Sélection (Selection Sort)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84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00820-32AF-C58F-D0E0-C4BE5543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2198638"/>
            <a:ext cx="6909386" cy="245283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197E8-6D57-8966-8257-89D4F677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cap="all" spc="-100"/>
              <a:t>Tri à Bulles (Bubble Sort)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82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07F37-E319-61FD-5669-2079F68B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27F947-9284-71F2-2FD0-614C7CD1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887715"/>
            <a:ext cx="6909386" cy="307467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AE2EA-D34A-D80C-23E5-D72361EE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cap="all" spc="-100"/>
              <a:t>Tri à Bulles (Bubble Sort)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795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C2A83D-B26B-DA09-AF51-32ADFD663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613" y="164592"/>
            <a:ext cx="3651633" cy="65795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297B9-ACB8-9ACE-B06B-2EEE2CC0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100" cap="all" spc="-100"/>
              <a:t>Quicksort (Tri Rapide)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92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74D5D-1267-51AA-2B3B-A56A0155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0BAB91-3129-09EE-3134-FB5AB266E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097" y="645106"/>
            <a:ext cx="6229575" cy="555989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33B3E-10DC-0781-CBA9-6B77E87E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100" cap="all" spc="-100"/>
              <a:t>Quicksort (Tri Rapide)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437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0EAA-ED2C-A256-CD0A-F3A150DB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Complexité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E516CED-C1A4-7443-1710-6156D0B00B4E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4002703618"/>
                  </p:ext>
                </p:extLst>
              </p:nvPr>
            </p:nvGraphicFramePr>
            <p:xfrm>
              <a:off x="754380" y="2103438"/>
              <a:ext cx="5602288" cy="3748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8918">
                      <a:extLst>
                        <a:ext uri="{9D8B030D-6E8A-4147-A177-3AD203B41FA5}">
                          <a16:colId xmlns:a16="http://schemas.microsoft.com/office/drawing/2014/main" val="1081098209"/>
                        </a:ext>
                      </a:extLst>
                    </a:gridCol>
                    <a:gridCol w="1367790">
                      <a:extLst>
                        <a:ext uri="{9D8B030D-6E8A-4147-A177-3AD203B41FA5}">
                          <a16:colId xmlns:a16="http://schemas.microsoft.com/office/drawing/2014/main" val="2488946023"/>
                        </a:ext>
                      </a:extLst>
                    </a:gridCol>
                    <a:gridCol w="1367790">
                      <a:extLst>
                        <a:ext uri="{9D8B030D-6E8A-4147-A177-3AD203B41FA5}">
                          <a16:colId xmlns:a16="http://schemas.microsoft.com/office/drawing/2014/main" val="519839303"/>
                        </a:ext>
                      </a:extLst>
                    </a:gridCol>
                    <a:gridCol w="1367790">
                      <a:extLst>
                        <a:ext uri="{9D8B030D-6E8A-4147-A177-3AD203B41FA5}">
                          <a16:colId xmlns:a16="http://schemas.microsoft.com/office/drawing/2014/main" val="1606842699"/>
                        </a:ext>
                      </a:extLst>
                    </a:gridCol>
                  </a:tblGrid>
                  <a:tr h="55195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Algorithme</a:t>
                          </a:r>
                          <a:endParaRPr lang="en-GB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Complexité </a:t>
                          </a:r>
                          <a:r>
                            <a:rPr lang="en-GB" dirty="0" err="1"/>
                            <a:t>Temporelle</a:t>
                          </a:r>
                          <a:endParaRPr lang="en-GB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866763"/>
                      </a:ext>
                    </a:extLst>
                  </a:tr>
                  <a:tr h="55195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Meilleur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Moyen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Pire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8449940"/>
                      </a:ext>
                    </a:extLst>
                  </a:tr>
                  <a:tr h="5596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Insertion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2007124"/>
                      </a:ext>
                    </a:extLst>
                  </a:tr>
                  <a:tr h="5596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Selection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9993731"/>
                      </a:ext>
                    </a:extLst>
                  </a:tr>
                  <a:tr h="5596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Bulle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8606287"/>
                      </a:ext>
                    </a:extLst>
                  </a:tr>
                  <a:tr h="965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Quicksort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ar-AE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ar-A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ar-AE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ar-AE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ar-A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CA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0698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E516CED-C1A4-7443-1710-6156D0B00B4E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4002703618"/>
                  </p:ext>
                </p:extLst>
              </p:nvPr>
            </p:nvGraphicFramePr>
            <p:xfrm>
              <a:off x="754380" y="2103438"/>
              <a:ext cx="5602288" cy="3748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8918">
                      <a:extLst>
                        <a:ext uri="{9D8B030D-6E8A-4147-A177-3AD203B41FA5}">
                          <a16:colId xmlns:a16="http://schemas.microsoft.com/office/drawing/2014/main" val="1081098209"/>
                        </a:ext>
                      </a:extLst>
                    </a:gridCol>
                    <a:gridCol w="1367790">
                      <a:extLst>
                        <a:ext uri="{9D8B030D-6E8A-4147-A177-3AD203B41FA5}">
                          <a16:colId xmlns:a16="http://schemas.microsoft.com/office/drawing/2014/main" val="2488946023"/>
                        </a:ext>
                      </a:extLst>
                    </a:gridCol>
                    <a:gridCol w="1367790">
                      <a:extLst>
                        <a:ext uri="{9D8B030D-6E8A-4147-A177-3AD203B41FA5}">
                          <a16:colId xmlns:a16="http://schemas.microsoft.com/office/drawing/2014/main" val="519839303"/>
                        </a:ext>
                      </a:extLst>
                    </a:gridCol>
                    <a:gridCol w="1367790">
                      <a:extLst>
                        <a:ext uri="{9D8B030D-6E8A-4147-A177-3AD203B41FA5}">
                          <a16:colId xmlns:a16="http://schemas.microsoft.com/office/drawing/2014/main" val="1606842699"/>
                        </a:ext>
                      </a:extLst>
                    </a:gridCol>
                  </a:tblGrid>
                  <a:tr h="55195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Algorithme</a:t>
                          </a:r>
                          <a:endParaRPr lang="en-GB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Complexité </a:t>
                          </a:r>
                          <a:r>
                            <a:rPr lang="en-GB" dirty="0" err="1"/>
                            <a:t>Temporelle</a:t>
                          </a:r>
                          <a:endParaRPr lang="en-GB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866763"/>
                      </a:ext>
                    </a:extLst>
                  </a:tr>
                  <a:tr h="55195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Meilleur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Moyen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Pire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8449940"/>
                      </a:ext>
                    </a:extLst>
                  </a:tr>
                  <a:tr h="5596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Insertion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778" t="-197826" r="-201333" b="-3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0714" t="-197826" r="-102232" b="-3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9333" t="-197826" r="-1778" b="-3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2007124"/>
                      </a:ext>
                    </a:extLst>
                  </a:tr>
                  <a:tr h="5596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Selection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778" t="-297826" r="-201333" b="-2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0714" t="-297826" r="-102232" b="-2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9333" t="-297826" r="-1778" b="-2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993731"/>
                      </a:ext>
                    </a:extLst>
                  </a:tr>
                  <a:tr h="5596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Bulle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778" t="-397826" r="-201333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0714" t="-397826" r="-102232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9333" t="-397826" r="-1778" b="-1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8606287"/>
                      </a:ext>
                    </a:extLst>
                  </a:tr>
                  <a:tr h="965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Quicksort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778" t="-289873" r="-201333" b="-1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0714" t="-289873" r="-102232" b="-1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9333" t="-289873" r="-1778" b="-1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6980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7396E2-D2F4-0133-486B-B614643E312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6722656"/>
              </p:ext>
            </p:extLst>
          </p:nvPr>
        </p:nvGraphicFramePr>
        <p:xfrm>
          <a:off x="6690360" y="2103119"/>
          <a:ext cx="4663440" cy="374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6277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71af3243-3dd4-4a8d-8c0d-dd76da1f02a5"/>
    <ds:schemaRef ds:uri="http://www.w3.org/XML/1998/namespace"/>
    <ds:schemaRef ds:uri="http://purl.org/dc/terms/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{9E3E6F33-2AB6-44EB-BDFA-0C66C1D52E1D}TF993b3720-55e5-4d3e-ae7c-1ec77a73f5a45edb12b8_win32-bce7b620edb8</Template>
  <TotalTime>1128</TotalTime>
  <Words>135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Avenir Next LT Pro</vt:lpstr>
      <vt:lpstr>Avenir Next LT Pro Light</vt:lpstr>
      <vt:lpstr>Cambria Math</vt:lpstr>
      <vt:lpstr>Garamond</vt:lpstr>
      <vt:lpstr>SavonVTI</vt:lpstr>
      <vt:lpstr>INF2120 Lab 13</vt:lpstr>
      <vt:lpstr>Tri par Insertion (Insertion Sort)</vt:lpstr>
      <vt:lpstr>Tri par Insertion (Insertion Sort)</vt:lpstr>
      <vt:lpstr>Tri par Sélection (Selection Sort)</vt:lpstr>
      <vt:lpstr>Tri par Sélection (Selection Sort)</vt:lpstr>
      <vt:lpstr>Tri à Bulles (Bubble Sort)</vt:lpstr>
      <vt:lpstr>Tri à Bulles (Bubble Sort)</vt:lpstr>
      <vt:lpstr>Quicksort (Tri Rapide)</vt:lpstr>
      <vt:lpstr>Quicksort (Tri Rapide)</vt:lpstr>
      <vt:lpstr>Complexité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</dc:creator>
  <cp:lastModifiedBy>George</cp:lastModifiedBy>
  <cp:revision>10</cp:revision>
  <dcterms:created xsi:type="dcterms:W3CDTF">2025-06-29T23:07:02Z</dcterms:created>
  <dcterms:modified xsi:type="dcterms:W3CDTF">2025-07-24T16:01:49Z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