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2"/>
  </p:notesMasterIdLst>
  <p:sldIdLst>
    <p:sldId id="293" r:id="rId5"/>
    <p:sldId id="305" r:id="rId6"/>
    <p:sldId id="295" r:id="rId7"/>
    <p:sldId id="306" r:id="rId8"/>
    <p:sldId id="298" r:id="rId9"/>
    <p:sldId id="307" r:id="rId10"/>
    <p:sldId id="30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E8DDC7E-DF46-4A0A-99CC-F693697A98F4}">
          <p14:sldIdLst>
            <p14:sldId id="293"/>
          </p14:sldIdLst>
        </p14:section>
        <p14:section name="Rappel" id="{CC346033-7F21-4CD5-9197-3CD3219D99A1}">
          <p14:sldIdLst>
            <p14:sldId id="305"/>
            <p14:sldId id="295"/>
            <p14:sldId id="306"/>
          </p14:sldIdLst>
        </p14:section>
        <p14:section name="Énoncé" id="{03618FE3-6D5D-4A60-8ACF-9A6F45945167}">
          <p14:sldIdLst>
            <p14:sldId id="298"/>
            <p14:sldId id="307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66541" autoAdjust="0"/>
  </p:normalViewPr>
  <p:slideViewPr>
    <p:cSldViewPr snapToGrid="0">
      <p:cViewPr varScale="1">
        <p:scale>
          <a:sx n="80" d="100"/>
          <a:sy n="80" d="100"/>
        </p:scale>
        <p:origin x="52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8CD9B5-EB20-40B6-A19E-3ABCAA1BA2F2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CA"/>
        </a:p>
      </dgm:t>
    </dgm:pt>
    <dgm:pt modelId="{ECC28330-A33C-44B7-8DF2-7D51CAFF8330}">
      <dgm:prSet/>
      <dgm:spPr/>
      <dgm:t>
        <a:bodyPr/>
        <a:lstStyle/>
        <a:p>
          <a:r>
            <a:rPr lang="fr-CA" dirty="0"/>
            <a:t>Classes Parent et Enfants</a:t>
          </a:r>
          <a:endParaRPr lang="en-CA" dirty="0"/>
        </a:p>
      </dgm:t>
    </dgm:pt>
    <dgm:pt modelId="{F25578BD-98F9-4CFB-B4FC-928BA503287A}" type="parTrans" cxnId="{33128DA2-E6C6-4DEF-AB1E-765B7F33714E}">
      <dgm:prSet/>
      <dgm:spPr/>
      <dgm:t>
        <a:bodyPr/>
        <a:lstStyle/>
        <a:p>
          <a:endParaRPr lang="en-CA"/>
        </a:p>
      </dgm:t>
    </dgm:pt>
    <dgm:pt modelId="{0C36B169-132A-45FF-AB44-105FB1617D51}" type="sibTrans" cxnId="{33128DA2-E6C6-4DEF-AB1E-765B7F33714E}">
      <dgm:prSet/>
      <dgm:spPr/>
      <dgm:t>
        <a:bodyPr/>
        <a:lstStyle/>
        <a:p>
          <a:endParaRPr lang="en-CA"/>
        </a:p>
      </dgm:t>
    </dgm:pt>
    <dgm:pt modelId="{E99FD6D5-25D9-4621-ACE5-1853FE1EC4FE}">
      <dgm:prSet/>
      <dgm:spPr/>
      <dgm:t>
        <a:bodyPr/>
        <a:lstStyle/>
        <a:p>
          <a:r>
            <a:rPr lang="fr-CA" dirty="0"/>
            <a:t>Héritage</a:t>
          </a:r>
          <a:endParaRPr lang="en-CA" dirty="0"/>
        </a:p>
      </dgm:t>
    </dgm:pt>
    <dgm:pt modelId="{E5C9F252-9F73-4304-9EDF-D4EA91F1DB5C}" type="parTrans" cxnId="{6E4ED158-4968-4F25-AD8F-E58F8C02ACA4}">
      <dgm:prSet/>
      <dgm:spPr/>
      <dgm:t>
        <a:bodyPr/>
        <a:lstStyle/>
        <a:p>
          <a:endParaRPr lang="en-CA"/>
        </a:p>
      </dgm:t>
    </dgm:pt>
    <dgm:pt modelId="{BB34CD70-C138-4CAD-9DE7-D1F5AC7C8CE5}" type="sibTrans" cxnId="{6E4ED158-4968-4F25-AD8F-E58F8C02ACA4}">
      <dgm:prSet/>
      <dgm:spPr/>
      <dgm:t>
        <a:bodyPr/>
        <a:lstStyle/>
        <a:p>
          <a:endParaRPr lang="en-CA"/>
        </a:p>
      </dgm:t>
    </dgm:pt>
    <dgm:pt modelId="{234EAAFE-FAB9-4EFC-9392-CD8A5829D06E}">
      <dgm:prSet/>
      <dgm:spPr/>
      <dgm:t>
        <a:bodyPr/>
        <a:lstStyle/>
        <a:p>
          <a:r>
            <a:rPr lang="fr-CA" dirty="0"/>
            <a:t>Classe enfant hérite</a:t>
          </a:r>
          <a:endParaRPr lang="en-CA" dirty="0"/>
        </a:p>
      </dgm:t>
    </dgm:pt>
    <dgm:pt modelId="{3FCD2CB9-D1AE-4918-8FCB-94CF0DCBD858}" type="parTrans" cxnId="{4308C2B5-DD7E-4C61-949D-D098850C3D65}">
      <dgm:prSet/>
      <dgm:spPr/>
      <dgm:t>
        <a:bodyPr/>
        <a:lstStyle/>
        <a:p>
          <a:endParaRPr lang="en-CA"/>
        </a:p>
      </dgm:t>
    </dgm:pt>
    <dgm:pt modelId="{3E554C72-4F7B-40FE-A441-DAB9C06E90CD}" type="sibTrans" cxnId="{4308C2B5-DD7E-4C61-949D-D098850C3D65}">
      <dgm:prSet/>
      <dgm:spPr/>
      <dgm:t>
        <a:bodyPr/>
        <a:lstStyle/>
        <a:p>
          <a:endParaRPr lang="en-CA"/>
        </a:p>
      </dgm:t>
    </dgm:pt>
    <dgm:pt modelId="{E1FDEC84-A1B1-471C-A2EA-E08E18A62747}">
      <dgm:prSet/>
      <dgm:spPr/>
      <dgm:t>
        <a:bodyPr/>
        <a:lstStyle/>
        <a:p>
          <a:r>
            <a:rPr lang="fr-CA" dirty="0"/>
            <a:t>Attributs</a:t>
          </a:r>
          <a:endParaRPr lang="en-CA" dirty="0"/>
        </a:p>
      </dgm:t>
    </dgm:pt>
    <dgm:pt modelId="{20C33640-D3C7-4BE1-B3FB-5FCE4F5CE423}" type="parTrans" cxnId="{6A4A6E0D-136A-4F54-B08F-D5B3E10E479D}">
      <dgm:prSet/>
      <dgm:spPr/>
      <dgm:t>
        <a:bodyPr/>
        <a:lstStyle/>
        <a:p>
          <a:endParaRPr lang="en-CA"/>
        </a:p>
      </dgm:t>
    </dgm:pt>
    <dgm:pt modelId="{17260B44-6E29-4138-8CE0-2B19AA78A8F7}" type="sibTrans" cxnId="{6A4A6E0D-136A-4F54-B08F-D5B3E10E479D}">
      <dgm:prSet/>
      <dgm:spPr/>
      <dgm:t>
        <a:bodyPr/>
        <a:lstStyle/>
        <a:p>
          <a:endParaRPr lang="en-CA"/>
        </a:p>
      </dgm:t>
    </dgm:pt>
    <dgm:pt modelId="{2116D9B4-8D92-4125-A220-FF404ACD47C5}">
      <dgm:prSet/>
      <dgm:spPr/>
      <dgm:t>
        <a:bodyPr/>
        <a:lstStyle/>
        <a:p>
          <a:r>
            <a:rPr lang="fr-CA" dirty="0"/>
            <a:t>Méthodes non privées</a:t>
          </a:r>
          <a:endParaRPr lang="en-CA" dirty="0"/>
        </a:p>
      </dgm:t>
    </dgm:pt>
    <dgm:pt modelId="{3427F6E5-CB2B-43C1-A0DC-4F879B98A8F2}" type="parTrans" cxnId="{6DE5EBC6-F534-4532-8544-E9D217407605}">
      <dgm:prSet/>
      <dgm:spPr/>
      <dgm:t>
        <a:bodyPr/>
        <a:lstStyle/>
        <a:p>
          <a:endParaRPr lang="en-CA"/>
        </a:p>
      </dgm:t>
    </dgm:pt>
    <dgm:pt modelId="{A987305D-06F6-4A88-8B29-AF7D14C8D8F8}" type="sibTrans" cxnId="{6DE5EBC6-F534-4532-8544-E9D217407605}">
      <dgm:prSet/>
      <dgm:spPr/>
      <dgm:t>
        <a:bodyPr/>
        <a:lstStyle/>
        <a:p>
          <a:endParaRPr lang="en-CA"/>
        </a:p>
      </dgm:t>
    </dgm:pt>
    <dgm:pt modelId="{E375584B-2D54-4F72-AE7C-08A20922CA9D}">
      <dgm:prSet/>
      <dgm:spPr/>
      <dgm:t>
        <a:bodyPr/>
        <a:lstStyle/>
        <a:p>
          <a:r>
            <a:rPr lang="fr-CA" dirty="0"/>
            <a:t>Peut surcharger/redéfinir méthodes</a:t>
          </a:r>
          <a:endParaRPr lang="en-CA" dirty="0"/>
        </a:p>
      </dgm:t>
    </dgm:pt>
    <dgm:pt modelId="{F62D4C98-EF41-426F-B6D3-4998469805A4}" type="parTrans" cxnId="{7C84EEAD-379A-4C3D-ADAB-31C59FC70B78}">
      <dgm:prSet/>
      <dgm:spPr/>
      <dgm:t>
        <a:bodyPr/>
        <a:lstStyle/>
        <a:p>
          <a:endParaRPr lang="en-CA"/>
        </a:p>
      </dgm:t>
    </dgm:pt>
    <dgm:pt modelId="{7033EC18-BD09-4E46-8FED-664A65F31EA1}" type="sibTrans" cxnId="{7C84EEAD-379A-4C3D-ADAB-31C59FC70B78}">
      <dgm:prSet/>
      <dgm:spPr/>
      <dgm:t>
        <a:bodyPr/>
        <a:lstStyle/>
        <a:p>
          <a:endParaRPr lang="en-CA"/>
        </a:p>
      </dgm:t>
    </dgm:pt>
    <dgm:pt modelId="{BE970BA4-FB28-4608-A849-BC82B6A7A149}">
      <dgm:prSet/>
      <dgm:spPr/>
      <dgm:t>
        <a:bodyPr/>
        <a:lstStyle/>
        <a:p>
          <a:r>
            <a:rPr lang="fr-CA" dirty="0"/>
            <a:t>Constructeurs</a:t>
          </a:r>
          <a:endParaRPr lang="en-CA" dirty="0"/>
        </a:p>
      </dgm:t>
    </dgm:pt>
    <dgm:pt modelId="{94142199-E8E6-4DAC-BC28-4C3F6B46DEB9}" type="parTrans" cxnId="{958D9FE6-1283-4F80-A4CC-667BFFF70BC4}">
      <dgm:prSet/>
      <dgm:spPr/>
      <dgm:t>
        <a:bodyPr/>
        <a:lstStyle/>
        <a:p>
          <a:endParaRPr lang="en-CA"/>
        </a:p>
      </dgm:t>
    </dgm:pt>
    <dgm:pt modelId="{96B731A5-EAF6-49E7-9888-3C38FFB98240}" type="sibTrans" cxnId="{958D9FE6-1283-4F80-A4CC-667BFFF70BC4}">
      <dgm:prSet/>
      <dgm:spPr/>
      <dgm:t>
        <a:bodyPr/>
        <a:lstStyle/>
        <a:p>
          <a:endParaRPr lang="en-CA"/>
        </a:p>
      </dgm:t>
    </dgm:pt>
    <dgm:pt modelId="{1352C0EB-7B9D-44C8-9B54-188AD67F95AE}">
      <dgm:prSet/>
      <dgm:spPr/>
      <dgm:t>
        <a:bodyPr/>
        <a:lstStyle/>
        <a:p>
          <a:r>
            <a:rPr lang="fr-CA" dirty="0"/>
            <a:t>Classe enfant peut appeler constructeur de classe parent</a:t>
          </a:r>
          <a:endParaRPr lang="en-CA" dirty="0"/>
        </a:p>
      </dgm:t>
    </dgm:pt>
    <dgm:pt modelId="{8FE055AD-410F-4E80-8FEE-9D044EA377FB}" type="parTrans" cxnId="{5A17747F-8B4A-4789-8DBC-1FDFE8A068A5}">
      <dgm:prSet/>
      <dgm:spPr/>
      <dgm:t>
        <a:bodyPr/>
        <a:lstStyle/>
        <a:p>
          <a:endParaRPr lang="en-CA"/>
        </a:p>
      </dgm:t>
    </dgm:pt>
    <dgm:pt modelId="{3663A358-85C2-43C5-A380-9950DD125C3C}" type="sibTrans" cxnId="{5A17747F-8B4A-4789-8DBC-1FDFE8A068A5}">
      <dgm:prSet/>
      <dgm:spPr/>
      <dgm:t>
        <a:bodyPr/>
        <a:lstStyle/>
        <a:p>
          <a:endParaRPr lang="en-CA"/>
        </a:p>
      </dgm:t>
    </dgm:pt>
    <dgm:pt modelId="{E5CC164E-3524-4FCB-873D-A4664ED729D0}">
      <dgm:prSet/>
      <dgm:spPr/>
      <dgm:t>
        <a:bodyPr/>
        <a:lstStyle/>
        <a:p>
          <a:r>
            <a:rPr lang="fr-CA" dirty="0"/>
            <a:t>super(paramètres);</a:t>
          </a:r>
          <a:endParaRPr lang="en-CA" dirty="0"/>
        </a:p>
      </dgm:t>
    </dgm:pt>
    <dgm:pt modelId="{9AC2695B-11FD-48B3-AF87-275188F4B252}" type="parTrans" cxnId="{601ECE14-0BC5-4D69-A6D7-D3B50C01137C}">
      <dgm:prSet/>
      <dgm:spPr/>
      <dgm:t>
        <a:bodyPr/>
        <a:lstStyle/>
        <a:p>
          <a:endParaRPr lang="en-CA"/>
        </a:p>
      </dgm:t>
    </dgm:pt>
    <dgm:pt modelId="{7E599D8C-CBDF-41EB-9F03-6B113E00EBD3}" type="sibTrans" cxnId="{601ECE14-0BC5-4D69-A6D7-D3B50C01137C}">
      <dgm:prSet/>
      <dgm:spPr/>
      <dgm:t>
        <a:bodyPr/>
        <a:lstStyle/>
        <a:p>
          <a:endParaRPr lang="en-CA"/>
        </a:p>
      </dgm:t>
    </dgm:pt>
    <dgm:pt modelId="{4BC94912-82AC-49AE-A903-0E5F43CD1C49}">
      <dgm:prSet/>
      <dgm:spPr/>
      <dgm:t>
        <a:bodyPr/>
        <a:lstStyle/>
        <a:p>
          <a:r>
            <a:rPr lang="fr-FR" dirty="0"/>
            <a:t>Doit être la </a:t>
          </a:r>
          <a:r>
            <a:rPr lang="fr-FR" b="1" dirty="0"/>
            <a:t>première ligne </a:t>
          </a:r>
          <a:r>
            <a:rPr lang="fr-FR" dirty="0"/>
            <a:t>du constructeur</a:t>
          </a:r>
          <a:endParaRPr lang="en-CA" dirty="0"/>
        </a:p>
      </dgm:t>
    </dgm:pt>
    <dgm:pt modelId="{AA0AAD48-D055-450D-957E-574E2085AC78}" type="parTrans" cxnId="{31C71DA7-DFDF-4C90-B63F-D4127D8D0488}">
      <dgm:prSet/>
      <dgm:spPr/>
      <dgm:t>
        <a:bodyPr/>
        <a:lstStyle/>
        <a:p>
          <a:endParaRPr lang="en-CA"/>
        </a:p>
      </dgm:t>
    </dgm:pt>
    <dgm:pt modelId="{71E73A4B-4D77-4452-A045-1D323628324D}" type="sibTrans" cxnId="{31C71DA7-DFDF-4C90-B63F-D4127D8D0488}">
      <dgm:prSet/>
      <dgm:spPr/>
      <dgm:t>
        <a:bodyPr/>
        <a:lstStyle/>
        <a:p>
          <a:endParaRPr lang="en-CA"/>
        </a:p>
      </dgm:t>
    </dgm:pt>
    <dgm:pt modelId="{570418C6-71F4-4968-A99C-36BA88FC7721}">
      <dgm:prSet/>
      <dgm:spPr/>
      <dgm:t>
        <a:bodyPr/>
        <a:lstStyle/>
        <a:p>
          <a:r>
            <a:rPr lang="fr-FR" dirty="0"/>
            <a:t>Une classe </a:t>
          </a:r>
          <a:r>
            <a:rPr lang="fr-FR" b="1" dirty="0"/>
            <a:t>parent</a:t>
          </a:r>
          <a:r>
            <a:rPr lang="fr-FR" dirty="0"/>
            <a:t> contient les attributs et comportements communs</a:t>
          </a:r>
          <a:endParaRPr lang="en-CA" dirty="0"/>
        </a:p>
      </dgm:t>
    </dgm:pt>
    <dgm:pt modelId="{2BA329CD-E10E-48A5-8043-23D3536DE5C9}" type="parTrans" cxnId="{9AD9966A-8B38-4729-ADC5-F1B4C3A6B876}">
      <dgm:prSet/>
      <dgm:spPr/>
      <dgm:t>
        <a:bodyPr/>
        <a:lstStyle/>
        <a:p>
          <a:endParaRPr lang="en-CA"/>
        </a:p>
      </dgm:t>
    </dgm:pt>
    <dgm:pt modelId="{5785B0CC-EEC0-4676-AD31-FEB1EDA0A3E3}" type="sibTrans" cxnId="{9AD9966A-8B38-4729-ADC5-F1B4C3A6B876}">
      <dgm:prSet/>
      <dgm:spPr/>
      <dgm:t>
        <a:bodyPr/>
        <a:lstStyle/>
        <a:p>
          <a:endParaRPr lang="en-CA"/>
        </a:p>
      </dgm:t>
    </dgm:pt>
    <dgm:pt modelId="{53E632CF-F0F0-4DB6-8F5D-5ED3A85775B9}">
      <dgm:prSet/>
      <dgm:spPr/>
      <dgm:t>
        <a:bodyPr/>
        <a:lstStyle/>
        <a:p>
          <a:r>
            <a:rPr lang="fr-FR" dirty="0"/>
            <a:t>Une classe </a:t>
          </a:r>
          <a:r>
            <a:rPr lang="fr-FR" b="1" dirty="0"/>
            <a:t>enfant</a:t>
          </a:r>
          <a:r>
            <a:rPr lang="fr-FR" dirty="0"/>
            <a:t> hérite de la classe parente avec le mot-clé </a:t>
          </a:r>
          <a:r>
            <a:rPr lang="fr-FR" b="1" dirty="0" err="1"/>
            <a:t>extends</a:t>
          </a:r>
          <a:endParaRPr lang="en-CA" b="1" dirty="0"/>
        </a:p>
      </dgm:t>
    </dgm:pt>
    <dgm:pt modelId="{0756B366-0EB1-4D48-9834-B267C38F8DC1}" type="parTrans" cxnId="{A13D4CB0-F785-495F-BAEB-9965627FAC10}">
      <dgm:prSet/>
      <dgm:spPr/>
      <dgm:t>
        <a:bodyPr/>
        <a:lstStyle/>
        <a:p>
          <a:endParaRPr lang="en-CA"/>
        </a:p>
      </dgm:t>
    </dgm:pt>
    <dgm:pt modelId="{4103C106-4C56-48A3-88DC-C8E0927A4099}" type="sibTrans" cxnId="{A13D4CB0-F785-495F-BAEB-9965627FAC10}">
      <dgm:prSet/>
      <dgm:spPr/>
      <dgm:t>
        <a:bodyPr/>
        <a:lstStyle/>
        <a:p>
          <a:endParaRPr lang="en-CA"/>
        </a:p>
      </dgm:t>
    </dgm:pt>
    <dgm:pt modelId="{DD3FBB70-0D71-4D55-A64E-E19DF061DBBC}">
      <dgm:prSet/>
      <dgm:spPr/>
      <dgm:t>
        <a:bodyPr/>
        <a:lstStyle/>
        <a:p>
          <a:r>
            <a:rPr lang="fr-FR" b="0" dirty="0"/>
            <a:t>Permet de </a:t>
          </a:r>
          <a:r>
            <a:rPr lang="fr-FR" b="1" dirty="0"/>
            <a:t>réutiliser</a:t>
          </a:r>
          <a:r>
            <a:rPr lang="fr-FR" b="0" dirty="0"/>
            <a:t> du code et d’éviter la duplication</a:t>
          </a:r>
          <a:endParaRPr lang="en-CA" b="0" dirty="0"/>
        </a:p>
      </dgm:t>
    </dgm:pt>
    <dgm:pt modelId="{178CC8E8-1FD1-44F8-BCC3-C794D9F5F16A}" type="parTrans" cxnId="{1BCAAA49-202F-4173-943E-B52CE027DEAB}">
      <dgm:prSet/>
      <dgm:spPr/>
      <dgm:t>
        <a:bodyPr/>
        <a:lstStyle/>
        <a:p>
          <a:endParaRPr lang="en-CA"/>
        </a:p>
      </dgm:t>
    </dgm:pt>
    <dgm:pt modelId="{37479A52-02ED-40DC-99C4-811643369F7E}" type="sibTrans" cxnId="{1BCAAA49-202F-4173-943E-B52CE027DEAB}">
      <dgm:prSet/>
      <dgm:spPr/>
      <dgm:t>
        <a:bodyPr/>
        <a:lstStyle/>
        <a:p>
          <a:endParaRPr lang="en-CA"/>
        </a:p>
      </dgm:t>
    </dgm:pt>
    <dgm:pt modelId="{AFEA1F5D-3F82-477F-9B66-218CCB83A2A6}" type="pres">
      <dgm:prSet presAssocID="{878CD9B5-EB20-40B6-A19E-3ABCAA1BA2F2}" presName="linear" presStyleCnt="0">
        <dgm:presLayoutVars>
          <dgm:dir/>
          <dgm:animLvl val="lvl"/>
          <dgm:resizeHandles val="exact"/>
        </dgm:presLayoutVars>
      </dgm:prSet>
      <dgm:spPr/>
    </dgm:pt>
    <dgm:pt modelId="{69285CF2-AADE-4DBD-A17B-C77FB6BD4561}" type="pres">
      <dgm:prSet presAssocID="{ECC28330-A33C-44B7-8DF2-7D51CAFF8330}" presName="parentLin" presStyleCnt="0"/>
      <dgm:spPr/>
    </dgm:pt>
    <dgm:pt modelId="{4E101EBE-F12B-4AFC-A12E-F597A7C8F847}" type="pres">
      <dgm:prSet presAssocID="{ECC28330-A33C-44B7-8DF2-7D51CAFF8330}" presName="parentLeftMargin" presStyleLbl="node1" presStyleIdx="0" presStyleCnt="3"/>
      <dgm:spPr/>
    </dgm:pt>
    <dgm:pt modelId="{CBB70D34-1690-4950-A9F7-D46E9AA317C1}" type="pres">
      <dgm:prSet presAssocID="{ECC28330-A33C-44B7-8DF2-7D51CAFF833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6AE3948-2B6B-4158-9512-A2A4D0269545}" type="pres">
      <dgm:prSet presAssocID="{ECC28330-A33C-44B7-8DF2-7D51CAFF8330}" presName="negativeSpace" presStyleCnt="0"/>
      <dgm:spPr/>
    </dgm:pt>
    <dgm:pt modelId="{5414CD05-FDB6-4ED3-B35D-E9C669DCDDDD}" type="pres">
      <dgm:prSet presAssocID="{ECC28330-A33C-44B7-8DF2-7D51CAFF8330}" presName="childText" presStyleLbl="conFgAcc1" presStyleIdx="0" presStyleCnt="3">
        <dgm:presLayoutVars>
          <dgm:bulletEnabled val="1"/>
        </dgm:presLayoutVars>
      </dgm:prSet>
      <dgm:spPr/>
    </dgm:pt>
    <dgm:pt modelId="{28C126B8-C550-4A10-8F58-D1FCC3C33981}" type="pres">
      <dgm:prSet presAssocID="{0C36B169-132A-45FF-AB44-105FB1617D51}" presName="spaceBetweenRectangles" presStyleCnt="0"/>
      <dgm:spPr/>
    </dgm:pt>
    <dgm:pt modelId="{D6F2201D-0E9C-4A8A-A77D-EF566A7C3EF0}" type="pres">
      <dgm:prSet presAssocID="{E99FD6D5-25D9-4621-ACE5-1853FE1EC4FE}" presName="parentLin" presStyleCnt="0"/>
      <dgm:spPr/>
    </dgm:pt>
    <dgm:pt modelId="{EA108478-6B8D-4390-8B4C-1DAFC94BA179}" type="pres">
      <dgm:prSet presAssocID="{E99FD6D5-25D9-4621-ACE5-1853FE1EC4FE}" presName="parentLeftMargin" presStyleLbl="node1" presStyleIdx="0" presStyleCnt="3"/>
      <dgm:spPr/>
    </dgm:pt>
    <dgm:pt modelId="{468B5094-6AB7-4638-8280-88F3F0D07A4F}" type="pres">
      <dgm:prSet presAssocID="{E99FD6D5-25D9-4621-ACE5-1853FE1EC4F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5EBB2F3-3B25-4AB1-A0B9-763192EA8374}" type="pres">
      <dgm:prSet presAssocID="{E99FD6D5-25D9-4621-ACE5-1853FE1EC4FE}" presName="negativeSpace" presStyleCnt="0"/>
      <dgm:spPr/>
    </dgm:pt>
    <dgm:pt modelId="{4639A4EA-385B-4880-AB4C-F966EA222E9C}" type="pres">
      <dgm:prSet presAssocID="{E99FD6D5-25D9-4621-ACE5-1853FE1EC4FE}" presName="childText" presStyleLbl="conFgAcc1" presStyleIdx="1" presStyleCnt="3">
        <dgm:presLayoutVars>
          <dgm:bulletEnabled val="1"/>
        </dgm:presLayoutVars>
      </dgm:prSet>
      <dgm:spPr/>
    </dgm:pt>
    <dgm:pt modelId="{969B0F7E-355C-45A5-BCA7-B3351A206CF5}" type="pres">
      <dgm:prSet presAssocID="{BB34CD70-C138-4CAD-9DE7-D1F5AC7C8CE5}" presName="spaceBetweenRectangles" presStyleCnt="0"/>
      <dgm:spPr/>
    </dgm:pt>
    <dgm:pt modelId="{A3870099-E86F-4ECF-B7C0-2ACB0EA720E5}" type="pres">
      <dgm:prSet presAssocID="{BE970BA4-FB28-4608-A849-BC82B6A7A149}" presName="parentLin" presStyleCnt="0"/>
      <dgm:spPr/>
    </dgm:pt>
    <dgm:pt modelId="{3BBD6788-587B-4C47-825B-53A0B18937D6}" type="pres">
      <dgm:prSet presAssocID="{BE970BA4-FB28-4608-A849-BC82B6A7A149}" presName="parentLeftMargin" presStyleLbl="node1" presStyleIdx="1" presStyleCnt="3"/>
      <dgm:spPr/>
    </dgm:pt>
    <dgm:pt modelId="{5898FD71-467D-4FC6-A7F4-20AB8F82AF80}" type="pres">
      <dgm:prSet presAssocID="{BE970BA4-FB28-4608-A849-BC82B6A7A14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888C206-3815-4896-8A55-109FC7E27558}" type="pres">
      <dgm:prSet presAssocID="{BE970BA4-FB28-4608-A849-BC82B6A7A149}" presName="negativeSpace" presStyleCnt="0"/>
      <dgm:spPr/>
    </dgm:pt>
    <dgm:pt modelId="{F1B50042-1489-41E8-99F8-FB546C8631E5}" type="pres">
      <dgm:prSet presAssocID="{BE970BA4-FB28-4608-A849-BC82B6A7A14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A4A6E0D-136A-4F54-B08F-D5B3E10E479D}" srcId="{234EAAFE-FAB9-4EFC-9392-CD8A5829D06E}" destId="{E1FDEC84-A1B1-471C-A2EA-E08E18A62747}" srcOrd="0" destOrd="0" parTransId="{20C33640-D3C7-4BE1-B3FB-5FCE4F5CE423}" sibTransId="{17260B44-6E29-4138-8CE0-2B19AA78A8F7}"/>
    <dgm:cxn modelId="{601ECE14-0BC5-4D69-A6D7-D3B50C01137C}" srcId="{1352C0EB-7B9D-44C8-9B54-188AD67F95AE}" destId="{E5CC164E-3524-4FCB-873D-A4664ED729D0}" srcOrd="0" destOrd="0" parTransId="{9AC2695B-11FD-48B3-AF87-275188F4B252}" sibTransId="{7E599D8C-CBDF-41EB-9F03-6B113E00EBD3}"/>
    <dgm:cxn modelId="{14DF9817-3973-4489-8AC3-EFAE99E1B4B3}" type="presOf" srcId="{E5CC164E-3524-4FCB-873D-A4664ED729D0}" destId="{F1B50042-1489-41E8-99F8-FB546C8631E5}" srcOrd="0" destOrd="1" presId="urn:microsoft.com/office/officeart/2005/8/layout/list1"/>
    <dgm:cxn modelId="{7E3AED21-63D2-47DB-B018-E3C57CDF30EA}" type="presOf" srcId="{ECC28330-A33C-44B7-8DF2-7D51CAFF8330}" destId="{CBB70D34-1690-4950-A9F7-D46E9AA317C1}" srcOrd="1" destOrd="0" presId="urn:microsoft.com/office/officeart/2005/8/layout/list1"/>
    <dgm:cxn modelId="{98F70E27-DC7D-4CC4-A245-3100D453EED1}" type="presOf" srcId="{E99FD6D5-25D9-4621-ACE5-1853FE1EC4FE}" destId="{EA108478-6B8D-4390-8B4C-1DAFC94BA179}" srcOrd="0" destOrd="0" presId="urn:microsoft.com/office/officeart/2005/8/layout/list1"/>
    <dgm:cxn modelId="{AF6D7F28-8D46-4F1B-853C-9B6A88B45C24}" type="presOf" srcId="{234EAAFE-FAB9-4EFC-9392-CD8A5829D06E}" destId="{4639A4EA-385B-4880-AB4C-F966EA222E9C}" srcOrd="0" destOrd="0" presId="urn:microsoft.com/office/officeart/2005/8/layout/list1"/>
    <dgm:cxn modelId="{22948E65-7CB0-4C53-AD8C-3B32BC3946E5}" type="presOf" srcId="{E99FD6D5-25D9-4621-ACE5-1853FE1EC4FE}" destId="{468B5094-6AB7-4638-8280-88F3F0D07A4F}" srcOrd="1" destOrd="0" presId="urn:microsoft.com/office/officeart/2005/8/layout/list1"/>
    <dgm:cxn modelId="{1BCAAA49-202F-4173-943E-B52CE027DEAB}" srcId="{ECC28330-A33C-44B7-8DF2-7D51CAFF8330}" destId="{DD3FBB70-0D71-4D55-A64E-E19DF061DBBC}" srcOrd="2" destOrd="0" parTransId="{178CC8E8-1FD1-44F8-BCC3-C794D9F5F16A}" sibTransId="{37479A52-02ED-40DC-99C4-811643369F7E}"/>
    <dgm:cxn modelId="{9AD9966A-8B38-4729-ADC5-F1B4C3A6B876}" srcId="{ECC28330-A33C-44B7-8DF2-7D51CAFF8330}" destId="{570418C6-71F4-4968-A99C-36BA88FC7721}" srcOrd="0" destOrd="0" parTransId="{2BA329CD-E10E-48A5-8043-23D3536DE5C9}" sibTransId="{5785B0CC-EEC0-4676-AD31-FEB1EDA0A3E3}"/>
    <dgm:cxn modelId="{D032BA70-BB46-477C-A996-FCAA44EAD68A}" type="presOf" srcId="{BE970BA4-FB28-4608-A849-BC82B6A7A149}" destId="{3BBD6788-587B-4C47-825B-53A0B18937D6}" srcOrd="0" destOrd="0" presId="urn:microsoft.com/office/officeart/2005/8/layout/list1"/>
    <dgm:cxn modelId="{6E4ED158-4968-4F25-AD8F-E58F8C02ACA4}" srcId="{878CD9B5-EB20-40B6-A19E-3ABCAA1BA2F2}" destId="{E99FD6D5-25D9-4621-ACE5-1853FE1EC4FE}" srcOrd="1" destOrd="0" parTransId="{E5C9F252-9F73-4304-9EDF-D4EA91F1DB5C}" sibTransId="{BB34CD70-C138-4CAD-9DE7-D1F5AC7C8CE5}"/>
    <dgm:cxn modelId="{67C0645A-D3C6-4871-BA74-4DA197308281}" type="presOf" srcId="{878CD9B5-EB20-40B6-A19E-3ABCAA1BA2F2}" destId="{AFEA1F5D-3F82-477F-9B66-218CCB83A2A6}" srcOrd="0" destOrd="0" presId="urn:microsoft.com/office/officeart/2005/8/layout/list1"/>
    <dgm:cxn modelId="{5A17747F-8B4A-4789-8DBC-1FDFE8A068A5}" srcId="{BE970BA4-FB28-4608-A849-BC82B6A7A149}" destId="{1352C0EB-7B9D-44C8-9B54-188AD67F95AE}" srcOrd="0" destOrd="0" parTransId="{8FE055AD-410F-4E80-8FEE-9D044EA377FB}" sibTransId="{3663A358-85C2-43C5-A380-9950DD125C3C}"/>
    <dgm:cxn modelId="{33128DA2-E6C6-4DEF-AB1E-765B7F33714E}" srcId="{878CD9B5-EB20-40B6-A19E-3ABCAA1BA2F2}" destId="{ECC28330-A33C-44B7-8DF2-7D51CAFF8330}" srcOrd="0" destOrd="0" parTransId="{F25578BD-98F9-4CFB-B4FC-928BA503287A}" sibTransId="{0C36B169-132A-45FF-AB44-105FB1617D51}"/>
    <dgm:cxn modelId="{31C71DA7-DFDF-4C90-B63F-D4127D8D0488}" srcId="{1352C0EB-7B9D-44C8-9B54-188AD67F95AE}" destId="{4BC94912-82AC-49AE-A903-0E5F43CD1C49}" srcOrd="1" destOrd="0" parTransId="{AA0AAD48-D055-450D-957E-574E2085AC78}" sibTransId="{71E73A4B-4D77-4452-A045-1D323628324D}"/>
    <dgm:cxn modelId="{5D79C5AA-BBCA-4AF7-8C47-390AC68147C2}" type="presOf" srcId="{1352C0EB-7B9D-44C8-9B54-188AD67F95AE}" destId="{F1B50042-1489-41E8-99F8-FB546C8631E5}" srcOrd="0" destOrd="0" presId="urn:microsoft.com/office/officeart/2005/8/layout/list1"/>
    <dgm:cxn modelId="{D97DB5AB-38DE-48FD-A433-8BB94B5A2289}" type="presOf" srcId="{E1FDEC84-A1B1-471C-A2EA-E08E18A62747}" destId="{4639A4EA-385B-4880-AB4C-F966EA222E9C}" srcOrd="0" destOrd="1" presId="urn:microsoft.com/office/officeart/2005/8/layout/list1"/>
    <dgm:cxn modelId="{7C84EEAD-379A-4C3D-ADAB-31C59FC70B78}" srcId="{E99FD6D5-25D9-4621-ACE5-1853FE1EC4FE}" destId="{E375584B-2D54-4F72-AE7C-08A20922CA9D}" srcOrd="1" destOrd="0" parTransId="{F62D4C98-EF41-426F-B6D3-4998469805A4}" sibTransId="{7033EC18-BD09-4E46-8FED-664A65F31EA1}"/>
    <dgm:cxn modelId="{A13D4CB0-F785-495F-BAEB-9965627FAC10}" srcId="{ECC28330-A33C-44B7-8DF2-7D51CAFF8330}" destId="{53E632CF-F0F0-4DB6-8F5D-5ED3A85775B9}" srcOrd="1" destOrd="0" parTransId="{0756B366-0EB1-4D48-9834-B267C38F8DC1}" sibTransId="{4103C106-4C56-48A3-88DC-C8E0927A4099}"/>
    <dgm:cxn modelId="{4308C2B5-DD7E-4C61-949D-D098850C3D65}" srcId="{E99FD6D5-25D9-4621-ACE5-1853FE1EC4FE}" destId="{234EAAFE-FAB9-4EFC-9392-CD8A5829D06E}" srcOrd="0" destOrd="0" parTransId="{3FCD2CB9-D1AE-4918-8FCB-94CF0DCBD858}" sibTransId="{3E554C72-4F7B-40FE-A441-DAB9C06E90CD}"/>
    <dgm:cxn modelId="{4D8E90BF-75A0-4B64-A2BC-76F8FBE3F532}" type="presOf" srcId="{2116D9B4-8D92-4125-A220-FF404ACD47C5}" destId="{4639A4EA-385B-4880-AB4C-F966EA222E9C}" srcOrd="0" destOrd="2" presId="urn:microsoft.com/office/officeart/2005/8/layout/list1"/>
    <dgm:cxn modelId="{EE6B3BC2-FA55-45A8-A731-66B5DBBA4431}" type="presOf" srcId="{DD3FBB70-0D71-4D55-A64E-E19DF061DBBC}" destId="{5414CD05-FDB6-4ED3-B35D-E9C669DCDDDD}" srcOrd="0" destOrd="2" presId="urn:microsoft.com/office/officeart/2005/8/layout/list1"/>
    <dgm:cxn modelId="{A198A5C4-DE19-436A-820C-B847882944D3}" type="presOf" srcId="{4BC94912-82AC-49AE-A903-0E5F43CD1C49}" destId="{F1B50042-1489-41E8-99F8-FB546C8631E5}" srcOrd="0" destOrd="2" presId="urn:microsoft.com/office/officeart/2005/8/layout/list1"/>
    <dgm:cxn modelId="{6DE5EBC6-F534-4532-8544-E9D217407605}" srcId="{234EAAFE-FAB9-4EFC-9392-CD8A5829D06E}" destId="{2116D9B4-8D92-4125-A220-FF404ACD47C5}" srcOrd="1" destOrd="0" parTransId="{3427F6E5-CB2B-43C1-A0DC-4F879B98A8F2}" sibTransId="{A987305D-06F6-4A88-8B29-AF7D14C8D8F8}"/>
    <dgm:cxn modelId="{958D9FE6-1283-4F80-A4CC-667BFFF70BC4}" srcId="{878CD9B5-EB20-40B6-A19E-3ABCAA1BA2F2}" destId="{BE970BA4-FB28-4608-A849-BC82B6A7A149}" srcOrd="2" destOrd="0" parTransId="{94142199-E8E6-4DAC-BC28-4C3F6B46DEB9}" sibTransId="{96B731A5-EAF6-49E7-9888-3C38FFB98240}"/>
    <dgm:cxn modelId="{ED4CA0EB-0A30-4A00-8156-C422AA8A0BEF}" type="presOf" srcId="{BE970BA4-FB28-4608-A849-BC82B6A7A149}" destId="{5898FD71-467D-4FC6-A7F4-20AB8F82AF80}" srcOrd="1" destOrd="0" presId="urn:microsoft.com/office/officeart/2005/8/layout/list1"/>
    <dgm:cxn modelId="{3D4B77F1-DEF7-4FAE-B67F-371D998920FD}" type="presOf" srcId="{E375584B-2D54-4F72-AE7C-08A20922CA9D}" destId="{4639A4EA-385B-4880-AB4C-F966EA222E9C}" srcOrd="0" destOrd="3" presId="urn:microsoft.com/office/officeart/2005/8/layout/list1"/>
    <dgm:cxn modelId="{B8E202F6-77E7-4035-8BC4-9DE26FB3101C}" type="presOf" srcId="{ECC28330-A33C-44B7-8DF2-7D51CAFF8330}" destId="{4E101EBE-F12B-4AFC-A12E-F597A7C8F847}" srcOrd="0" destOrd="0" presId="urn:microsoft.com/office/officeart/2005/8/layout/list1"/>
    <dgm:cxn modelId="{114AA4F9-4C15-4FE2-9BBD-D30F48CE9EB1}" type="presOf" srcId="{53E632CF-F0F0-4DB6-8F5D-5ED3A85775B9}" destId="{5414CD05-FDB6-4ED3-B35D-E9C669DCDDDD}" srcOrd="0" destOrd="1" presId="urn:microsoft.com/office/officeart/2005/8/layout/list1"/>
    <dgm:cxn modelId="{918049FA-CD3B-4159-BB60-7DCB551F8271}" type="presOf" srcId="{570418C6-71F4-4968-A99C-36BA88FC7721}" destId="{5414CD05-FDB6-4ED3-B35D-E9C669DCDDDD}" srcOrd="0" destOrd="0" presId="urn:microsoft.com/office/officeart/2005/8/layout/list1"/>
    <dgm:cxn modelId="{1E3CDA3F-386A-4A5B-A006-644C9F7FB4AC}" type="presParOf" srcId="{AFEA1F5D-3F82-477F-9B66-218CCB83A2A6}" destId="{69285CF2-AADE-4DBD-A17B-C77FB6BD4561}" srcOrd="0" destOrd="0" presId="urn:microsoft.com/office/officeart/2005/8/layout/list1"/>
    <dgm:cxn modelId="{53E47E79-9216-47A5-B57F-0C8E32425A04}" type="presParOf" srcId="{69285CF2-AADE-4DBD-A17B-C77FB6BD4561}" destId="{4E101EBE-F12B-4AFC-A12E-F597A7C8F847}" srcOrd="0" destOrd="0" presId="urn:microsoft.com/office/officeart/2005/8/layout/list1"/>
    <dgm:cxn modelId="{8566A89D-AB6E-4AE5-8095-10FDB6E157DD}" type="presParOf" srcId="{69285CF2-AADE-4DBD-A17B-C77FB6BD4561}" destId="{CBB70D34-1690-4950-A9F7-D46E9AA317C1}" srcOrd="1" destOrd="0" presId="urn:microsoft.com/office/officeart/2005/8/layout/list1"/>
    <dgm:cxn modelId="{CB89AACF-F65F-4BEE-A2FB-E75C2CE3EA42}" type="presParOf" srcId="{AFEA1F5D-3F82-477F-9B66-218CCB83A2A6}" destId="{A6AE3948-2B6B-4158-9512-A2A4D0269545}" srcOrd="1" destOrd="0" presId="urn:microsoft.com/office/officeart/2005/8/layout/list1"/>
    <dgm:cxn modelId="{5D37324C-111F-4BA7-BEAD-EE6558AC8887}" type="presParOf" srcId="{AFEA1F5D-3F82-477F-9B66-218CCB83A2A6}" destId="{5414CD05-FDB6-4ED3-B35D-E9C669DCDDDD}" srcOrd="2" destOrd="0" presId="urn:microsoft.com/office/officeart/2005/8/layout/list1"/>
    <dgm:cxn modelId="{42775D87-C725-4C7C-9259-33B66C3BB10A}" type="presParOf" srcId="{AFEA1F5D-3F82-477F-9B66-218CCB83A2A6}" destId="{28C126B8-C550-4A10-8F58-D1FCC3C33981}" srcOrd="3" destOrd="0" presId="urn:microsoft.com/office/officeart/2005/8/layout/list1"/>
    <dgm:cxn modelId="{B447776C-5217-4EAC-AB94-A851F5234C1A}" type="presParOf" srcId="{AFEA1F5D-3F82-477F-9B66-218CCB83A2A6}" destId="{D6F2201D-0E9C-4A8A-A77D-EF566A7C3EF0}" srcOrd="4" destOrd="0" presId="urn:microsoft.com/office/officeart/2005/8/layout/list1"/>
    <dgm:cxn modelId="{166BA926-F266-482C-A18C-DA6C6B69DFC0}" type="presParOf" srcId="{D6F2201D-0E9C-4A8A-A77D-EF566A7C3EF0}" destId="{EA108478-6B8D-4390-8B4C-1DAFC94BA179}" srcOrd="0" destOrd="0" presId="urn:microsoft.com/office/officeart/2005/8/layout/list1"/>
    <dgm:cxn modelId="{C101217D-28C4-40D3-92A6-FE54148E7A48}" type="presParOf" srcId="{D6F2201D-0E9C-4A8A-A77D-EF566A7C3EF0}" destId="{468B5094-6AB7-4638-8280-88F3F0D07A4F}" srcOrd="1" destOrd="0" presId="urn:microsoft.com/office/officeart/2005/8/layout/list1"/>
    <dgm:cxn modelId="{6F517E34-C478-4EAF-91B0-18950E5E579E}" type="presParOf" srcId="{AFEA1F5D-3F82-477F-9B66-218CCB83A2A6}" destId="{95EBB2F3-3B25-4AB1-A0B9-763192EA8374}" srcOrd="5" destOrd="0" presId="urn:microsoft.com/office/officeart/2005/8/layout/list1"/>
    <dgm:cxn modelId="{B287DC9B-B9FC-4957-A165-2BB77C1B2918}" type="presParOf" srcId="{AFEA1F5D-3F82-477F-9B66-218CCB83A2A6}" destId="{4639A4EA-385B-4880-AB4C-F966EA222E9C}" srcOrd="6" destOrd="0" presId="urn:microsoft.com/office/officeart/2005/8/layout/list1"/>
    <dgm:cxn modelId="{553B7D67-47A8-4303-8E7C-A0D21621135B}" type="presParOf" srcId="{AFEA1F5D-3F82-477F-9B66-218CCB83A2A6}" destId="{969B0F7E-355C-45A5-BCA7-B3351A206CF5}" srcOrd="7" destOrd="0" presId="urn:microsoft.com/office/officeart/2005/8/layout/list1"/>
    <dgm:cxn modelId="{DD697176-0203-42D1-826C-2E42FA1F602F}" type="presParOf" srcId="{AFEA1F5D-3F82-477F-9B66-218CCB83A2A6}" destId="{A3870099-E86F-4ECF-B7C0-2ACB0EA720E5}" srcOrd="8" destOrd="0" presId="urn:microsoft.com/office/officeart/2005/8/layout/list1"/>
    <dgm:cxn modelId="{C821D8D0-665C-40BE-9948-31790F6DDDAA}" type="presParOf" srcId="{A3870099-E86F-4ECF-B7C0-2ACB0EA720E5}" destId="{3BBD6788-587B-4C47-825B-53A0B18937D6}" srcOrd="0" destOrd="0" presId="urn:microsoft.com/office/officeart/2005/8/layout/list1"/>
    <dgm:cxn modelId="{9C49BEE9-B02B-42B6-B2E9-91667FB03949}" type="presParOf" srcId="{A3870099-E86F-4ECF-B7C0-2ACB0EA720E5}" destId="{5898FD71-467D-4FC6-A7F4-20AB8F82AF80}" srcOrd="1" destOrd="0" presId="urn:microsoft.com/office/officeart/2005/8/layout/list1"/>
    <dgm:cxn modelId="{05BE6C04-8FE9-494E-9E29-57EC33FD4DF9}" type="presParOf" srcId="{AFEA1F5D-3F82-477F-9B66-218CCB83A2A6}" destId="{F888C206-3815-4896-8A55-109FC7E27558}" srcOrd="9" destOrd="0" presId="urn:microsoft.com/office/officeart/2005/8/layout/list1"/>
    <dgm:cxn modelId="{6261F67D-69D8-45F7-9DC6-A22932FB22F4}" type="presParOf" srcId="{AFEA1F5D-3F82-477F-9B66-218CCB83A2A6}" destId="{F1B50042-1489-41E8-99F8-FB546C8631E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8CD9B5-EB20-40B6-A19E-3ABCAA1BA2F2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CA"/>
        </a:p>
      </dgm:t>
    </dgm:pt>
    <dgm:pt modelId="{EDACEB43-A5ED-4ECE-ABB0-74EC6422A135}">
      <dgm:prSet/>
      <dgm:spPr/>
      <dgm:t>
        <a:bodyPr/>
        <a:lstStyle/>
        <a:p>
          <a:r>
            <a:rPr lang="fr-CA" dirty="0"/>
            <a:t>Clavier</a:t>
          </a:r>
          <a:endParaRPr lang="en-CA" dirty="0"/>
        </a:p>
      </dgm:t>
    </dgm:pt>
    <dgm:pt modelId="{EB3F0ED9-DEC4-4B46-94DE-F6F152206258}" type="parTrans" cxnId="{529EE764-5763-45DB-9D1D-66297C8EC80D}">
      <dgm:prSet/>
      <dgm:spPr/>
    </dgm:pt>
    <dgm:pt modelId="{3E47F98A-B778-4540-8163-90765A65FB0F}" type="sibTrans" cxnId="{529EE764-5763-45DB-9D1D-66297C8EC80D}">
      <dgm:prSet/>
      <dgm:spPr/>
    </dgm:pt>
    <dgm:pt modelId="{AA31DCB3-1E40-437D-A98B-7C21C3CF33C9}">
      <dgm:prSet/>
      <dgm:spPr/>
      <dgm:t>
        <a:bodyPr/>
        <a:lstStyle/>
        <a:p>
          <a:r>
            <a:rPr lang="fr-CA" dirty="0"/>
            <a:t>Scanner</a:t>
          </a:r>
          <a:endParaRPr lang="en-CA" dirty="0"/>
        </a:p>
      </dgm:t>
    </dgm:pt>
    <dgm:pt modelId="{311281F9-A501-48C4-82CC-F686F4AAD38C}" type="parTrans" cxnId="{76F4481B-40FD-4AE2-B026-82F09AD0775F}">
      <dgm:prSet/>
      <dgm:spPr/>
    </dgm:pt>
    <dgm:pt modelId="{5963025D-FCEF-4E7F-8609-AC50AC2E6C9A}" type="sibTrans" cxnId="{76F4481B-40FD-4AE2-B026-82F09AD0775F}">
      <dgm:prSet/>
      <dgm:spPr/>
    </dgm:pt>
    <dgm:pt modelId="{3D58C55D-217D-4A80-A5AE-3F735B0E5E01}">
      <dgm:prSet/>
      <dgm:spPr/>
      <dgm:t>
        <a:bodyPr/>
        <a:lstStyle/>
        <a:p>
          <a:r>
            <a:rPr lang="fr-CA" dirty="0" err="1"/>
            <a:t>lireString</a:t>
          </a:r>
          <a:r>
            <a:rPr lang="fr-CA" dirty="0"/>
            <a:t>()</a:t>
          </a:r>
          <a:endParaRPr lang="en-CA" dirty="0"/>
        </a:p>
      </dgm:t>
    </dgm:pt>
    <dgm:pt modelId="{B1F248A7-E93B-4879-B91A-AA90CF8E8E7A}" type="parTrans" cxnId="{E711FB84-250F-43D7-A766-A8CFA6976121}">
      <dgm:prSet/>
      <dgm:spPr/>
    </dgm:pt>
    <dgm:pt modelId="{5B1A4205-521B-409E-8A8C-B1822DD143C6}" type="sibTrans" cxnId="{E711FB84-250F-43D7-A766-A8CFA6976121}">
      <dgm:prSet/>
      <dgm:spPr/>
    </dgm:pt>
    <dgm:pt modelId="{6A326195-7B57-4CCA-99BD-22AB694B5EA1}">
      <dgm:prSet/>
      <dgm:spPr/>
      <dgm:t>
        <a:bodyPr/>
        <a:lstStyle/>
        <a:p>
          <a:r>
            <a:rPr lang="fr-CA" dirty="0" err="1"/>
            <a:t>lireInt</a:t>
          </a:r>
          <a:r>
            <a:rPr lang="en-GB" dirty="0"/>
            <a:t>[ln]()</a:t>
          </a:r>
          <a:endParaRPr lang="en-CA" dirty="0"/>
        </a:p>
      </dgm:t>
    </dgm:pt>
    <dgm:pt modelId="{A19B8FB8-24BF-49CE-AC51-AFAED726C414}" type="parTrans" cxnId="{CF328F67-5ACC-4164-856E-B8B72D879A28}">
      <dgm:prSet/>
      <dgm:spPr/>
    </dgm:pt>
    <dgm:pt modelId="{D106AD24-82A1-47FC-9379-31071F296CF0}" type="sibTrans" cxnId="{CF328F67-5ACC-4164-856E-B8B72D879A28}">
      <dgm:prSet/>
      <dgm:spPr/>
    </dgm:pt>
    <dgm:pt modelId="{F30EF340-F272-4467-A6D0-818A723E2ED9}">
      <dgm:prSet/>
      <dgm:spPr/>
      <dgm:t>
        <a:bodyPr/>
        <a:lstStyle/>
        <a:p>
          <a:r>
            <a:rPr lang="en-GB" dirty="0" err="1"/>
            <a:t>lireDouble</a:t>
          </a:r>
          <a:r>
            <a:rPr lang="en-GB" dirty="0"/>
            <a:t>[ln]()</a:t>
          </a:r>
          <a:endParaRPr lang="en-CA" dirty="0"/>
        </a:p>
      </dgm:t>
    </dgm:pt>
    <dgm:pt modelId="{D3283215-29FF-464C-91BD-5B021665DD21}" type="parTrans" cxnId="{AC6C683D-790B-407C-9C37-BCDCFA27DD22}">
      <dgm:prSet/>
      <dgm:spPr/>
    </dgm:pt>
    <dgm:pt modelId="{CBA49DC9-FFD1-40BD-9C4D-E827A9F6AEC8}" type="sibTrans" cxnId="{AC6C683D-790B-407C-9C37-BCDCFA27DD22}">
      <dgm:prSet/>
      <dgm:spPr/>
    </dgm:pt>
    <dgm:pt modelId="{73A2B881-9357-47CA-A676-15D97CA1A40F}">
      <dgm:prSet/>
      <dgm:spPr/>
      <dgm:t>
        <a:bodyPr/>
        <a:lstStyle/>
        <a:p>
          <a:r>
            <a:rPr lang="en-GB" dirty="0" err="1"/>
            <a:t>viderTampon</a:t>
          </a:r>
          <a:r>
            <a:rPr lang="en-GB" dirty="0"/>
            <a:t>()</a:t>
          </a:r>
          <a:endParaRPr lang="en-CA" dirty="0"/>
        </a:p>
      </dgm:t>
    </dgm:pt>
    <dgm:pt modelId="{5740940C-6930-41D7-B27F-09B0BCB43301}" type="parTrans" cxnId="{554A2B1E-3403-49B4-8903-912DC01D7EBC}">
      <dgm:prSet/>
      <dgm:spPr/>
    </dgm:pt>
    <dgm:pt modelId="{78FC370C-A950-4EBF-B2D9-BD7D8E2EF57E}" type="sibTrans" cxnId="{554A2B1E-3403-49B4-8903-912DC01D7EBC}">
      <dgm:prSet/>
      <dgm:spPr/>
    </dgm:pt>
    <dgm:pt modelId="{8CA402E7-6DFB-4E40-93DC-447A622CF246}">
      <dgm:prSet/>
      <dgm:spPr/>
      <dgm:t>
        <a:bodyPr/>
        <a:lstStyle/>
        <a:p>
          <a:r>
            <a:rPr lang="en-GB" dirty="0"/>
            <a:t>Classe native de Java</a:t>
          </a:r>
          <a:endParaRPr lang="en-CA" dirty="0"/>
        </a:p>
      </dgm:t>
    </dgm:pt>
    <dgm:pt modelId="{16C17670-57EE-436B-BE90-94E88740B5A5}" type="parTrans" cxnId="{42E67F73-E1A5-429D-AA96-35066645D28F}">
      <dgm:prSet/>
      <dgm:spPr/>
    </dgm:pt>
    <dgm:pt modelId="{6491DDEA-E190-485A-9077-432748B16B6C}" type="sibTrans" cxnId="{42E67F73-E1A5-429D-AA96-35066645D28F}">
      <dgm:prSet/>
      <dgm:spPr/>
    </dgm:pt>
    <dgm:pt modelId="{DB28526D-EFEA-4790-BD2C-D56521B88D35}">
      <dgm:prSet/>
      <dgm:spPr/>
      <dgm:t>
        <a:bodyPr/>
        <a:lstStyle/>
        <a:p>
          <a:r>
            <a:rPr lang="en-GB" dirty="0" err="1"/>
            <a:t>Instancier</a:t>
          </a:r>
          <a:r>
            <a:rPr lang="en-GB" dirty="0"/>
            <a:t>: new Scanner(System.in);</a:t>
          </a:r>
          <a:endParaRPr lang="en-CA" dirty="0"/>
        </a:p>
      </dgm:t>
    </dgm:pt>
    <dgm:pt modelId="{7C5BBBC9-8ADC-4B47-B434-8CFEB97D46C7}" type="parTrans" cxnId="{D1EC1B07-8DE0-4240-9F2E-BF0ECB7F51D2}">
      <dgm:prSet/>
      <dgm:spPr/>
    </dgm:pt>
    <dgm:pt modelId="{C6BF29C9-718D-48D5-8460-EB9993B3128C}" type="sibTrans" cxnId="{D1EC1B07-8DE0-4240-9F2E-BF0ECB7F51D2}">
      <dgm:prSet/>
      <dgm:spPr/>
    </dgm:pt>
    <dgm:pt modelId="{509459F1-D080-40F1-8AFF-F5B3F8356625}">
      <dgm:prSet/>
      <dgm:spPr/>
      <dgm:t>
        <a:bodyPr/>
        <a:lstStyle/>
        <a:p>
          <a:r>
            <a:rPr lang="en-GB" dirty="0" err="1"/>
            <a:t>Scanner.nextLine</a:t>
          </a:r>
          <a:r>
            <a:rPr lang="en-GB" dirty="0"/>
            <a:t>()</a:t>
          </a:r>
          <a:endParaRPr lang="en-CA" dirty="0"/>
        </a:p>
      </dgm:t>
    </dgm:pt>
    <dgm:pt modelId="{87E77E35-5C62-4EBB-9A09-33A0A12D736E}" type="parTrans" cxnId="{A95932B7-51A4-480C-A7C9-E2A208E90A2C}">
      <dgm:prSet/>
      <dgm:spPr/>
    </dgm:pt>
    <dgm:pt modelId="{2D8DBCAF-CA79-49DA-8ADE-F00679C0B2A5}" type="sibTrans" cxnId="{A95932B7-51A4-480C-A7C9-E2A208E90A2C}">
      <dgm:prSet/>
      <dgm:spPr/>
    </dgm:pt>
    <dgm:pt modelId="{6850ED54-0D8B-44EB-89E4-0E696834994A}">
      <dgm:prSet/>
      <dgm:spPr/>
      <dgm:t>
        <a:bodyPr/>
        <a:lstStyle/>
        <a:p>
          <a:r>
            <a:rPr lang="en-GB" dirty="0" err="1"/>
            <a:t>Scanner.nextInt</a:t>
          </a:r>
          <a:r>
            <a:rPr lang="en-GB" dirty="0"/>
            <a:t>()</a:t>
          </a:r>
          <a:endParaRPr lang="en-CA" dirty="0"/>
        </a:p>
      </dgm:t>
    </dgm:pt>
    <dgm:pt modelId="{60DF4328-CAFE-4131-A3D5-54AC4254881F}" type="parTrans" cxnId="{29901BE1-0B46-4EF9-890A-67C2D0A3570E}">
      <dgm:prSet/>
      <dgm:spPr/>
    </dgm:pt>
    <dgm:pt modelId="{475ABF00-255E-463D-9DAA-715181395C07}" type="sibTrans" cxnId="{29901BE1-0B46-4EF9-890A-67C2D0A3570E}">
      <dgm:prSet/>
      <dgm:spPr/>
    </dgm:pt>
    <dgm:pt modelId="{6A300759-F6A5-434A-9EEC-3FCF0A91FE33}">
      <dgm:prSet/>
      <dgm:spPr/>
      <dgm:t>
        <a:bodyPr/>
        <a:lstStyle/>
        <a:p>
          <a:r>
            <a:rPr lang="en-GB" dirty="0" err="1"/>
            <a:t>Scanner.nextDouble</a:t>
          </a:r>
          <a:r>
            <a:rPr lang="en-GB" dirty="0"/>
            <a:t>()</a:t>
          </a:r>
          <a:endParaRPr lang="en-CA" dirty="0"/>
        </a:p>
      </dgm:t>
    </dgm:pt>
    <dgm:pt modelId="{6B0CBAB3-2EC8-4E33-8A3B-FCEC68E8E753}" type="parTrans" cxnId="{FEDBFE97-BFCB-4DF7-BCBF-EEBBDC7BA089}">
      <dgm:prSet/>
      <dgm:spPr/>
    </dgm:pt>
    <dgm:pt modelId="{F936ACD0-F1D5-43A1-85B5-3231A7538B9A}" type="sibTrans" cxnId="{FEDBFE97-BFCB-4DF7-BCBF-EEBBDC7BA089}">
      <dgm:prSet/>
      <dgm:spPr/>
    </dgm:pt>
    <dgm:pt modelId="{AFEA1F5D-3F82-477F-9B66-218CCB83A2A6}" type="pres">
      <dgm:prSet presAssocID="{878CD9B5-EB20-40B6-A19E-3ABCAA1BA2F2}" presName="linear" presStyleCnt="0">
        <dgm:presLayoutVars>
          <dgm:dir/>
          <dgm:animLvl val="lvl"/>
          <dgm:resizeHandles val="exact"/>
        </dgm:presLayoutVars>
      </dgm:prSet>
      <dgm:spPr/>
    </dgm:pt>
    <dgm:pt modelId="{9AA4EB35-5370-40B7-8187-19026A1F5CCC}" type="pres">
      <dgm:prSet presAssocID="{EDACEB43-A5ED-4ECE-ABB0-74EC6422A135}" presName="parentLin" presStyleCnt="0"/>
      <dgm:spPr/>
    </dgm:pt>
    <dgm:pt modelId="{7661C96B-5424-4872-98D1-D4967CA17EF6}" type="pres">
      <dgm:prSet presAssocID="{EDACEB43-A5ED-4ECE-ABB0-74EC6422A135}" presName="parentLeftMargin" presStyleLbl="node1" presStyleIdx="0" presStyleCnt="2"/>
      <dgm:spPr/>
    </dgm:pt>
    <dgm:pt modelId="{EB3B06CC-CFD8-40F8-89C0-CC3B44E42195}" type="pres">
      <dgm:prSet presAssocID="{EDACEB43-A5ED-4ECE-ABB0-74EC6422A13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0D614C2-C204-4E8A-996E-D3019CBDB7C8}" type="pres">
      <dgm:prSet presAssocID="{EDACEB43-A5ED-4ECE-ABB0-74EC6422A135}" presName="negativeSpace" presStyleCnt="0"/>
      <dgm:spPr/>
    </dgm:pt>
    <dgm:pt modelId="{469493FA-321A-476B-B239-4726D8C0BC2B}" type="pres">
      <dgm:prSet presAssocID="{EDACEB43-A5ED-4ECE-ABB0-74EC6422A135}" presName="childText" presStyleLbl="conFgAcc1" presStyleIdx="0" presStyleCnt="2">
        <dgm:presLayoutVars>
          <dgm:bulletEnabled val="1"/>
        </dgm:presLayoutVars>
      </dgm:prSet>
      <dgm:spPr/>
    </dgm:pt>
    <dgm:pt modelId="{0C1506BE-58FE-46D5-9143-D00CED93D1E6}" type="pres">
      <dgm:prSet presAssocID="{3E47F98A-B778-4540-8163-90765A65FB0F}" presName="spaceBetweenRectangles" presStyleCnt="0"/>
      <dgm:spPr/>
    </dgm:pt>
    <dgm:pt modelId="{0F9DA89C-3AB4-4923-986F-CA22C74EFA7D}" type="pres">
      <dgm:prSet presAssocID="{AA31DCB3-1E40-437D-A98B-7C21C3CF33C9}" presName="parentLin" presStyleCnt="0"/>
      <dgm:spPr/>
    </dgm:pt>
    <dgm:pt modelId="{51E85297-5140-4B52-9032-712DA0EB9DE5}" type="pres">
      <dgm:prSet presAssocID="{AA31DCB3-1E40-437D-A98B-7C21C3CF33C9}" presName="parentLeftMargin" presStyleLbl="node1" presStyleIdx="0" presStyleCnt="2"/>
      <dgm:spPr/>
    </dgm:pt>
    <dgm:pt modelId="{66A9FE4E-9E48-46CD-BC5C-7AABBE70A5E8}" type="pres">
      <dgm:prSet presAssocID="{AA31DCB3-1E40-437D-A98B-7C21C3CF33C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BC3655B-52D9-4920-B6CE-1D30559633E8}" type="pres">
      <dgm:prSet presAssocID="{AA31DCB3-1E40-437D-A98B-7C21C3CF33C9}" presName="negativeSpace" presStyleCnt="0"/>
      <dgm:spPr/>
    </dgm:pt>
    <dgm:pt modelId="{C8761492-0F6D-478E-B7F1-33F4E847EE3E}" type="pres">
      <dgm:prSet presAssocID="{AA31DCB3-1E40-437D-A98B-7C21C3CF33C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EB2D203-1364-4D24-9D10-41E7860790CB}" type="presOf" srcId="{73A2B881-9357-47CA-A676-15D97CA1A40F}" destId="{469493FA-321A-476B-B239-4726D8C0BC2B}" srcOrd="0" destOrd="3" presId="urn:microsoft.com/office/officeart/2005/8/layout/list1"/>
    <dgm:cxn modelId="{D1EC1B07-8DE0-4240-9F2E-BF0ECB7F51D2}" srcId="{AA31DCB3-1E40-437D-A98B-7C21C3CF33C9}" destId="{DB28526D-EFEA-4790-BD2C-D56521B88D35}" srcOrd="1" destOrd="0" parTransId="{7C5BBBC9-8ADC-4B47-B434-8CFEB97D46C7}" sibTransId="{C6BF29C9-718D-48D5-8460-EB9993B3128C}"/>
    <dgm:cxn modelId="{76F4481B-40FD-4AE2-B026-82F09AD0775F}" srcId="{878CD9B5-EB20-40B6-A19E-3ABCAA1BA2F2}" destId="{AA31DCB3-1E40-437D-A98B-7C21C3CF33C9}" srcOrd="1" destOrd="0" parTransId="{311281F9-A501-48C4-82CC-F686F4AAD38C}" sibTransId="{5963025D-FCEF-4E7F-8609-AC50AC2E6C9A}"/>
    <dgm:cxn modelId="{554A2B1E-3403-49B4-8903-912DC01D7EBC}" srcId="{EDACEB43-A5ED-4ECE-ABB0-74EC6422A135}" destId="{73A2B881-9357-47CA-A676-15D97CA1A40F}" srcOrd="3" destOrd="0" parTransId="{5740940C-6930-41D7-B27F-09B0BCB43301}" sibTransId="{78FC370C-A950-4EBF-B2D9-BD7D8E2EF57E}"/>
    <dgm:cxn modelId="{C1A2571F-6DDA-4F4B-8847-8D4F435DC6C4}" type="presOf" srcId="{3D58C55D-217D-4A80-A5AE-3F735B0E5E01}" destId="{469493FA-321A-476B-B239-4726D8C0BC2B}" srcOrd="0" destOrd="0" presId="urn:microsoft.com/office/officeart/2005/8/layout/list1"/>
    <dgm:cxn modelId="{CCA6312B-6BBE-43C1-89D6-06F921E18B48}" type="presOf" srcId="{6A300759-F6A5-434A-9EEC-3FCF0A91FE33}" destId="{C8761492-0F6D-478E-B7F1-33F4E847EE3E}" srcOrd="0" destOrd="4" presId="urn:microsoft.com/office/officeart/2005/8/layout/list1"/>
    <dgm:cxn modelId="{FE5ED63B-04FC-452D-8271-D4519CA10301}" type="presOf" srcId="{509459F1-D080-40F1-8AFF-F5B3F8356625}" destId="{C8761492-0F6D-478E-B7F1-33F4E847EE3E}" srcOrd="0" destOrd="2" presId="urn:microsoft.com/office/officeart/2005/8/layout/list1"/>
    <dgm:cxn modelId="{AC6C683D-790B-407C-9C37-BCDCFA27DD22}" srcId="{EDACEB43-A5ED-4ECE-ABB0-74EC6422A135}" destId="{F30EF340-F272-4467-A6D0-818A723E2ED9}" srcOrd="2" destOrd="0" parTransId="{D3283215-29FF-464C-91BD-5B021665DD21}" sibTransId="{CBA49DC9-FFD1-40BD-9C4D-E827A9F6AEC8}"/>
    <dgm:cxn modelId="{529EE764-5763-45DB-9D1D-66297C8EC80D}" srcId="{878CD9B5-EB20-40B6-A19E-3ABCAA1BA2F2}" destId="{EDACEB43-A5ED-4ECE-ABB0-74EC6422A135}" srcOrd="0" destOrd="0" parTransId="{EB3F0ED9-DEC4-4B46-94DE-F6F152206258}" sibTransId="{3E47F98A-B778-4540-8163-90765A65FB0F}"/>
    <dgm:cxn modelId="{CF328F67-5ACC-4164-856E-B8B72D879A28}" srcId="{EDACEB43-A5ED-4ECE-ABB0-74EC6422A135}" destId="{6A326195-7B57-4CCA-99BD-22AB694B5EA1}" srcOrd="1" destOrd="0" parTransId="{A19B8FB8-24BF-49CE-AC51-AFAED726C414}" sibTransId="{D106AD24-82A1-47FC-9379-31071F296CF0}"/>
    <dgm:cxn modelId="{7FFF6D6A-85B1-4C0D-A713-A0B9EFB3DB8A}" type="presOf" srcId="{DB28526D-EFEA-4790-BD2C-D56521B88D35}" destId="{C8761492-0F6D-478E-B7F1-33F4E847EE3E}" srcOrd="0" destOrd="1" presId="urn:microsoft.com/office/officeart/2005/8/layout/list1"/>
    <dgm:cxn modelId="{E6130370-745B-4135-AAE1-44164AAC8221}" type="presOf" srcId="{AA31DCB3-1E40-437D-A98B-7C21C3CF33C9}" destId="{66A9FE4E-9E48-46CD-BC5C-7AABBE70A5E8}" srcOrd="1" destOrd="0" presId="urn:microsoft.com/office/officeart/2005/8/layout/list1"/>
    <dgm:cxn modelId="{42E67F73-E1A5-429D-AA96-35066645D28F}" srcId="{AA31DCB3-1E40-437D-A98B-7C21C3CF33C9}" destId="{8CA402E7-6DFB-4E40-93DC-447A622CF246}" srcOrd="0" destOrd="0" parTransId="{16C17670-57EE-436B-BE90-94E88740B5A5}" sibTransId="{6491DDEA-E190-485A-9077-432748B16B6C}"/>
    <dgm:cxn modelId="{67C0645A-D3C6-4871-BA74-4DA197308281}" type="presOf" srcId="{878CD9B5-EB20-40B6-A19E-3ABCAA1BA2F2}" destId="{AFEA1F5D-3F82-477F-9B66-218CCB83A2A6}" srcOrd="0" destOrd="0" presId="urn:microsoft.com/office/officeart/2005/8/layout/list1"/>
    <dgm:cxn modelId="{E711FB84-250F-43D7-A766-A8CFA6976121}" srcId="{EDACEB43-A5ED-4ECE-ABB0-74EC6422A135}" destId="{3D58C55D-217D-4A80-A5AE-3F735B0E5E01}" srcOrd="0" destOrd="0" parTransId="{B1F248A7-E93B-4879-B91A-AA90CF8E8E7A}" sibTransId="{5B1A4205-521B-409E-8A8C-B1822DD143C6}"/>
    <dgm:cxn modelId="{C595288A-7016-4725-A0C4-4A5ABF615842}" type="presOf" srcId="{6850ED54-0D8B-44EB-89E4-0E696834994A}" destId="{C8761492-0F6D-478E-B7F1-33F4E847EE3E}" srcOrd="0" destOrd="3" presId="urn:microsoft.com/office/officeart/2005/8/layout/list1"/>
    <dgm:cxn modelId="{3398F495-67A8-4C7E-A668-E608510A24F2}" type="presOf" srcId="{6A326195-7B57-4CCA-99BD-22AB694B5EA1}" destId="{469493FA-321A-476B-B239-4726D8C0BC2B}" srcOrd="0" destOrd="1" presId="urn:microsoft.com/office/officeart/2005/8/layout/list1"/>
    <dgm:cxn modelId="{FEDBFE97-BFCB-4DF7-BCBF-EEBBDC7BA089}" srcId="{AA31DCB3-1E40-437D-A98B-7C21C3CF33C9}" destId="{6A300759-F6A5-434A-9EEC-3FCF0A91FE33}" srcOrd="4" destOrd="0" parTransId="{6B0CBAB3-2EC8-4E33-8A3B-FCEC68E8E753}" sibTransId="{F936ACD0-F1D5-43A1-85B5-3231A7538B9A}"/>
    <dgm:cxn modelId="{A2639FA0-8F52-4165-BB46-6F931F6894F1}" type="presOf" srcId="{EDACEB43-A5ED-4ECE-ABB0-74EC6422A135}" destId="{EB3B06CC-CFD8-40F8-89C0-CC3B44E42195}" srcOrd="1" destOrd="0" presId="urn:microsoft.com/office/officeart/2005/8/layout/list1"/>
    <dgm:cxn modelId="{A95932B7-51A4-480C-A7C9-E2A208E90A2C}" srcId="{AA31DCB3-1E40-437D-A98B-7C21C3CF33C9}" destId="{509459F1-D080-40F1-8AFF-F5B3F8356625}" srcOrd="2" destOrd="0" parTransId="{87E77E35-5C62-4EBB-9A09-33A0A12D736E}" sibTransId="{2D8DBCAF-CA79-49DA-8ADE-F00679C0B2A5}"/>
    <dgm:cxn modelId="{3CBC97B9-2BE8-40FE-9D6D-D95007EB54A5}" type="presOf" srcId="{AA31DCB3-1E40-437D-A98B-7C21C3CF33C9}" destId="{51E85297-5140-4B52-9032-712DA0EB9DE5}" srcOrd="0" destOrd="0" presId="urn:microsoft.com/office/officeart/2005/8/layout/list1"/>
    <dgm:cxn modelId="{99B07AD7-E343-4622-8902-5CB1C98CB825}" type="presOf" srcId="{EDACEB43-A5ED-4ECE-ABB0-74EC6422A135}" destId="{7661C96B-5424-4872-98D1-D4967CA17EF6}" srcOrd="0" destOrd="0" presId="urn:microsoft.com/office/officeart/2005/8/layout/list1"/>
    <dgm:cxn modelId="{80C743D9-2B24-4AA4-B100-79440427AEC5}" type="presOf" srcId="{8CA402E7-6DFB-4E40-93DC-447A622CF246}" destId="{C8761492-0F6D-478E-B7F1-33F4E847EE3E}" srcOrd="0" destOrd="0" presId="urn:microsoft.com/office/officeart/2005/8/layout/list1"/>
    <dgm:cxn modelId="{29901BE1-0B46-4EF9-890A-67C2D0A3570E}" srcId="{AA31DCB3-1E40-437D-A98B-7C21C3CF33C9}" destId="{6850ED54-0D8B-44EB-89E4-0E696834994A}" srcOrd="3" destOrd="0" parTransId="{60DF4328-CAFE-4131-A3D5-54AC4254881F}" sibTransId="{475ABF00-255E-463D-9DAA-715181395C07}"/>
    <dgm:cxn modelId="{6218AAE7-9C47-4F42-B227-580C9FEC3BDF}" type="presOf" srcId="{F30EF340-F272-4467-A6D0-818A723E2ED9}" destId="{469493FA-321A-476B-B239-4726D8C0BC2B}" srcOrd="0" destOrd="2" presId="urn:microsoft.com/office/officeart/2005/8/layout/list1"/>
    <dgm:cxn modelId="{0E5A3A80-6866-45BD-9A75-A77F0D155E37}" type="presParOf" srcId="{AFEA1F5D-3F82-477F-9B66-218CCB83A2A6}" destId="{9AA4EB35-5370-40B7-8187-19026A1F5CCC}" srcOrd="0" destOrd="0" presId="urn:microsoft.com/office/officeart/2005/8/layout/list1"/>
    <dgm:cxn modelId="{BB9851C6-CB44-4D0E-85C4-0D3B389E3150}" type="presParOf" srcId="{9AA4EB35-5370-40B7-8187-19026A1F5CCC}" destId="{7661C96B-5424-4872-98D1-D4967CA17EF6}" srcOrd="0" destOrd="0" presId="urn:microsoft.com/office/officeart/2005/8/layout/list1"/>
    <dgm:cxn modelId="{0E4A63E3-102A-4078-BE73-3A83BA5BCD0A}" type="presParOf" srcId="{9AA4EB35-5370-40B7-8187-19026A1F5CCC}" destId="{EB3B06CC-CFD8-40F8-89C0-CC3B44E42195}" srcOrd="1" destOrd="0" presId="urn:microsoft.com/office/officeart/2005/8/layout/list1"/>
    <dgm:cxn modelId="{A86AF038-8169-46C8-8B3F-C87914CF4A0A}" type="presParOf" srcId="{AFEA1F5D-3F82-477F-9B66-218CCB83A2A6}" destId="{20D614C2-C204-4E8A-996E-D3019CBDB7C8}" srcOrd="1" destOrd="0" presId="urn:microsoft.com/office/officeart/2005/8/layout/list1"/>
    <dgm:cxn modelId="{602AB229-0578-448B-88A1-D7D92E005AD0}" type="presParOf" srcId="{AFEA1F5D-3F82-477F-9B66-218CCB83A2A6}" destId="{469493FA-321A-476B-B239-4726D8C0BC2B}" srcOrd="2" destOrd="0" presId="urn:microsoft.com/office/officeart/2005/8/layout/list1"/>
    <dgm:cxn modelId="{A0ECFFCF-273D-4D5E-A605-556A7780AC25}" type="presParOf" srcId="{AFEA1F5D-3F82-477F-9B66-218CCB83A2A6}" destId="{0C1506BE-58FE-46D5-9143-D00CED93D1E6}" srcOrd="3" destOrd="0" presId="urn:microsoft.com/office/officeart/2005/8/layout/list1"/>
    <dgm:cxn modelId="{14CD9B7A-FBD3-4985-8F7D-95E78F7D449E}" type="presParOf" srcId="{AFEA1F5D-3F82-477F-9B66-218CCB83A2A6}" destId="{0F9DA89C-3AB4-4923-986F-CA22C74EFA7D}" srcOrd="4" destOrd="0" presId="urn:microsoft.com/office/officeart/2005/8/layout/list1"/>
    <dgm:cxn modelId="{A72E45EC-9798-4682-8B24-5720BC3E7F10}" type="presParOf" srcId="{0F9DA89C-3AB4-4923-986F-CA22C74EFA7D}" destId="{51E85297-5140-4B52-9032-712DA0EB9DE5}" srcOrd="0" destOrd="0" presId="urn:microsoft.com/office/officeart/2005/8/layout/list1"/>
    <dgm:cxn modelId="{D191FFD2-3A99-4C34-8AE0-02F025BCE861}" type="presParOf" srcId="{0F9DA89C-3AB4-4923-986F-CA22C74EFA7D}" destId="{66A9FE4E-9E48-46CD-BC5C-7AABBE70A5E8}" srcOrd="1" destOrd="0" presId="urn:microsoft.com/office/officeart/2005/8/layout/list1"/>
    <dgm:cxn modelId="{F08975AE-4218-447E-9BCD-CF2B69347C58}" type="presParOf" srcId="{AFEA1F5D-3F82-477F-9B66-218CCB83A2A6}" destId="{ABC3655B-52D9-4920-B6CE-1D30559633E8}" srcOrd="5" destOrd="0" presId="urn:microsoft.com/office/officeart/2005/8/layout/list1"/>
    <dgm:cxn modelId="{A50825E5-AB63-497E-98F4-7D1C20697848}" type="presParOf" srcId="{AFEA1F5D-3F82-477F-9B66-218CCB83A2A6}" destId="{C8761492-0F6D-478E-B7F1-33F4E847EE3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3C1990E-96D0-4B86-B346-A779776E35E6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C3174EF6-42F6-4DB8-B900-B1C5543544D2}">
      <dgm:prSet/>
      <dgm:spPr/>
      <dgm:t>
        <a:bodyPr/>
        <a:lstStyle/>
        <a:p>
          <a:r>
            <a:rPr lang="fr-CA" dirty="0"/>
            <a:t>Enfant de EmployeSalarie</a:t>
          </a:r>
          <a:endParaRPr lang="en-US" dirty="0"/>
        </a:p>
      </dgm:t>
    </dgm:pt>
    <dgm:pt modelId="{ED3F57D2-B3BE-45E1-BA4C-4157DEDD3D77}" type="parTrans" cxnId="{47B475E8-1001-43C9-8AA9-4C7D6C764DE4}">
      <dgm:prSet/>
      <dgm:spPr/>
      <dgm:t>
        <a:bodyPr/>
        <a:lstStyle/>
        <a:p>
          <a:endParaRPr lang="en-US"/>
        </a:p>
      </dgm:t>
    </dgm:pt>
    <dgm:pt modelId="{829DB211-85BD-4314-AD93-71765AA47C31}" type="sibTrans" cxnId="{47B475E8-1001-43C9-8AA9-4C7D6C764DE4}">
      <dgm:prSet/>
      <dgm:spPr/>
      <dgm:t>
        <a:bodyPr/>
        <a:lstStyle/>
        <a:p>
          <a:endParaRPr lang="en-US"/>
        </a:p>
      </dgm:t>
    </dgm:pt>
    <dgm:pt modelId="{E8EE3C0B-5156-4693-A420-D315EA49F87C}">
      <dgm:prSet/>
      <dgm:spPr/>
      <dgm:t>
        <a:bodyPr/>
        <a:lstStyle/>
        <a:p>
          <a:r>
            <a:rPr lang="fr-CA" dirty="0"/>
            <a:t>Attributs:</a:t>
          </a:r>
          <a:endParaRPr lang="en-US" dirty="0"/>
        </a:p>
      </dgm:t>
    </dgm:pt>
    <dgm:pt modelId="{480B0B70-D3F6-47C2-8C39-CEC3D48F73E5}" type="parTrans" cxnId="{A1BC4928-EF54-4280-B70F-B0C7C22FECCE}">
      <dgm:prSet/>
      <dgm:spPr/>
      <dgm:t>
        <a:bodyPr/>
        <a:lstStyle/>
        <a:p>
          <a:endParaRPr lang="en-US"/>
        </a:p>
      </dgm:t>
    </dgm:pt>
    <dgm:pt modelId="{67668D05-A171-4BDA-980A-4C9BFE7B06D3}" type="sibTrans" cxnId="{A1BC4928-EF54-4280-B70F-B0C7C22FECCE}">
      <dgm:prSet/>
      <dgm:spPr/>
      <dgm:t>
        <a:bodyPr/>
        <a:lstStyle/>
        <a:p>
          <a:endParaRPr lang="en-US"/>
        </a:p>
      </dgm:t>
    </dgm:pt>
    <dgm:pt modelId="{21DC9900-FF2E-4838-BA27-0C498895E512}">
      <dgm:prSet/>
      <dgm:spPr/>
      <dgm:t>
        <a:bodyPr/>
        <a:lstStyle/>
        <a:p>
          <a:r>
            <a:rPr lang="fr-CA"/>
            <a:t>String titre</a:t>
          </a:r>
          <a:endParaRPr lang="en-US"/>
        </a:p>
      </dgm:t>
    </dgm:pt>
    <dgm:pt modelId="{3E0C5BA7-FF19-4668-80BB-E241BD12E8DD}" type="parTrans" cxnId="{462B087E-25CC-4E68-838C-1B7405D308FC}">
      <dgm:prSet/>
      <dgm:spPr/>
      <dgm:t>
        <a:bodyPr/>
        <a:lstStyle/>
        <a:p>
          <a:endParaRPr lang="en-US"/>
        </a:p>
      </dgm:t>
    </dgm:pt>
    <dgm:pt modelId="{9E926137-E83A-43E7-98E7-99071AADBE6A}" type="sibTrans" cxnId="{462B087E-25CC-4E68-838C-1B7405D308FC}">
      <dgm:prSet/>
      <dgm:spPr/>
      <dgm:t>
        <a:bodyPr/>
        <a:lstStyle/>
        <a:p>
          <a:endParaRPr lang="en-US"/>
        </a:p>
      </dgm:t>
    </dgm:pt>
    <dgm:pt modelId="{433E3F2E-F467-4559-846D-FA356DBE4504}">
      <dgm:prSet/>
      <dgm:spPr/>
      <dgm:t>
        <a:bodyPr/>
        <a:lstStyle/>
        <a:p>
          <a:r>
            <a:rPr lang="fr-CA" dirty="0"/>
            <a:t>String domaine</a:t>
          </a:r>
          <a:endParaRPr lang="en-US" dirty="0"/>
        </a:p>
      </dgm:t>
    </dgm:pt>
    <dgm:pt modelId="{836CCFF9-6057-4D1F-BBBD-36D22C867BAD}" type="parTrans" cxnId="{5BCDC408-C2F8-4304-A7FE-25785DD0B6A9}">
      <dgm:prSet/>
      <dgm:spPr/>
      <dgm:t>
        <a:bodyPr/>
        <a:lstStyle/>
        <a:p>
          <a:endParaRPr lang="en-US"/>
        </a:p>
      </dgm:t>
    </dgm:pt>
    <dgm:pt modelId="{13DA64E2-82BF-40C9-9834-DDAB60063925}" type="sibTrans" cxnId="{5BCDC408-C2F8-4304-A7FE-25785DD0B6A9}">
      <dgm:prSet/>
      <dgm:spPr/>
      <dgm:t>
        <a:bodyPr/>
        <a:lstStyle/>
        <a:p>
          <a:endParaRPr lang="en-US"/>
        </a:p>
      </dgm:t>
    </dgm:pt>
    <dgm:pt modelId="{52907624-14FE-4726-A6B8-D5E09520A85F}">
      <dgm:prSet/>
      <dgm:spPr/>
      <dgm:t>
        <a:bodyPr/>
        <a:lstStyle/>
        <a:p>
          <a:r>
            <a:rPr lang="fr-CA"/>
            <a:t>String superviseur</a:t>
          </a:r>
          <a:endParaRPr lang="en-US"/>
        </a:p>
      </dgm:t>
    </dgm:pt>
    <dgm:pt modelId="{EC614E9A-364F-43E2-8F38-299EF298CAAA}" type="parTrans" cxnId="{CBA176B7-4C77-496F-A49E-46791BD7747C}">
      <dgm:prSet/>
      <dgm:spPr/>
      <dgm:t>
        <a:bodyPr/>
        <a:lstStyle/>
        <a:p>
          <a:endParaRPr lang="en-US"/>
        </a:p>
      </dgm:t>
    </dgm:pt>
    <dgm:pt modelId="{A83907D7-985B-4F8C-BD47-D61A614FBB1F}" type="sibTrans" cxnId="{CBA176B7-4C77-496F-A49E-46791BD7747C}">
      <dgm:prSet/>
      <dgm:spPr/>
      <dgm:t>
        <a:bodyPr/>
        <a:lstStyle/>
        <a:p>
          <a:endParaRPr lang="en-US"/>
        </a:p>
      </dgm:t>
    </dgm:pt>
    <dgm:pt modelId="{A0222053-747B-4E21-8C63-E59CF6B11C7B}">
      <dgm:prSet/>
      <dgm:spPr/>
      <dgm:t>
        <a:bodyPr/>
        <a:lstStyle/>
        <a:p>
          <a:r>
            <a:rPr lang="fr-CA"/>
            <a:t>Constructeurs</a:t>
          </a:r>
          <a:endParaRPr lang="en-US"/>
        </a:p>
      </dgm:t>
    </dgm:pt>
    <dgm:pt modelId="{27CFD9CA-3BC7-4025-887F-D1BD44C95D29}" type="parTrans" cxnId="{999349E8-B7DB-4B00-9C63-D3DB2AF99C40}">
      <dgm:prSet/>
      <dgm:spPr/>
      <dgm:t>
        <a:bodyPr/>
        <a:lstStyle/>
        <a:p>
          <a:endParaRPr lang="en-US"/>
        </a:p>
      </dgm:t>
    </dgm:pt>
    <dgm:pt modelId="{14FB2120-AB5F-4731-9833-EAF758818369}" type="sibTrans" cxnId="{999349E8-B7DB-4B00-9C63-D3DB2AF99C40}">
      <dgm:prSet/>
      <dgm:spPr/>
      <dgm:t>
        <a:bodyPr/>
        <a:lstStyle/>
        <a:p>
          <a:endParaRPr lang="en-US"/>
        </a:p>
      </dgm:t>
    </dgm:pt>
    <dgm:pt modelId="{20127F1C-2EF0-4D5B-869C-DBACBE1AF81F}">
      <dgm:prSet/>
      <dgm:spPr/>
      <dgm:t>
        <a:bodyPr/>
        <a:lstStyle/>
        <a:p>
          <a:r>
            <a:rPr lang="fr-CA" dirty="0"/>
            <a:t>Sans Paramètre</a:t>
          </a:r>
          <a:endParaRPr lang="en-US" dirty="0"/>
        </a:p>
      </dgm:t>
    </dgm:pt>
    <dgm:pt modelId="{8028D31D-406C-4861-A60F-ED6F48420304}" type="parTrans" cxnId="{0BB4049D-5085-47DB-A401-5025D9D242A9}">
      <dgm:prSet/>
      <dgm:spPr/>
      <dgm:t>
        <a:bodyPr/>
        <a:lstStyle/>
        <a:p>
          <a:endParaRPr lang="en-US"/>
        </a:p>
      </dgm:t>
    </dgm:pt>
    <dgm:pt modelId="{A3E896AC-CCA1-4F19-93CF-90B33DE28133}" type="sibTrans" cxnId="{0BB4049D-5085-47DB-A401-5025D9D242A9}">
      <dgm:prSet/>
      <dgm:spPr/>
      <dgm:t>
        <a:bodyPr/>
        <a:lstStyle/>
        <a:p>
          <a:endParaRPr lang="en-US"/>
        </a:p>
      </dgm:t>
    </dgm:pt>
    <dgm:pt modelId="{B4531505-874E-44B3-8A0E-C6F37B56A316}">
      <dgm:prSet/>
      <dgm:spPr/>
      <dgm:t>
        <a:bodyPr/>
        <a:lstStyle/>
        <a:p>
          <a:r>
            <a:rPr lang="fr-CA" dirty="0"/>
            <a:t>Six Paramètres (Utilise Constructeur de classe parent à l’aide de super)</a:t>
          </a:r>
          <a:endParaRPr lang="en-US" dirty="0"/>
        </a:p>
      </dgm:t>
    </dgm:pt>
    <dgm:pt modelId="{DD9B1DEB-C0E7-44AC-B164-B5BBB096E720}" type="parTrans" cxnId="{3AA018DA-B8D0-4AEB-ABD2-075F8F646FD2}">
      <dgm:prSet/>
      <dgm:spPr/>
      <dgm:t>
        <a:bodyPr/>
        <a:lstStyle/>
        <a:p>
          <a:endParaRPr lang="en-US"/>
        </a:p>
      </dgm:t>
    </dgm:pt>
    <dgm:pt modelId="{808385A1-7E8C-4767-AAE7-AC54F3580D24}" type="sibTrans" cxnId="{3AA018DA-B8D0-4AEB-ABD2-075F8F646FD2}">
      <dgm:prSet/>
      <dgm:spPr/>
      <dgm:t>
        <a:bodyPr/>
        <a:lstStyle/>
        <a:p>
          <a:endParaRPr lang="en-US"/>
        </a:p>
      </dgm:t>
    </dgm:pt>
    <dgm:pt modelId="{40AC25B6-7C3F-4951-8BDC-8E5EA3599750}">
      <dgm:prSet/>
      <dgm:spPr/>
      <dgm:t>
        <a:bodyPr/>
        <a:lstStyle/>
        <a:p>
          <a:r>
            <a:rPr lang="fr-CA" dirty="0"/>
            <a:t>Setters/Getters et toString</a:t>
          </a:r>
          <a:endParaRPr lang="en-US" dirty="0"/>
        </a:p>
      </dgm:t>
    </dgm:pt>
    <dgm:pt modelId="{A59F6F06-695B-49CF-BFF9-C5EEF0D6BF67}" type="parTrans" cxnId="{EB8CD7DF-BFAE-4FD1-9783-A3A6D27B68D5}">
      <dgm:prSet/>
      <dgm:spPr/>
      <dgm:t>
        <a:bodyPr/>
        <a:lstStyle/>
        <a:p>
          <a:endParaRPr lang="en-US"/>
        </a:p>
      </dgm:t>
    </dgm:pt>
    <dgm:pt modelId="{D4496B95-F457-4224-9501-CED8D0B2B8A9}" type="sibTrans" cxnId="{EB8CD7DF-BFAE-4FD1-9783-A3A6D27B68D5}">
      <dgm:prSet/>
      <dgm:spPr/>
      <dgm:t>
        <a:bodyPr/>
        <a:lstStyle/>
        <a:p>
          <a:endParaRPr lang="en-US"/>
        </a:p>
      </dgm:t>
    </dgm:pt>
    <dgm:pt modelId="{D40DBC08-20DE-4CE4-9A2B-FA0A6B4E2D75}">
      <dgm:prSet/>
      <dgm:spPr/>
      <dgm:t>
        <a:bodyPr/>
        <a:lstStyle/>
        <a:p>
          <a:r>
            <a:rPr lang="en-US" dirty="0"/>
            <a:t>Temps Estimé</a:t>
          </a:r>
        </a:p>
      </dgm:t>
    </dgm:pt>
    <dgm:pt modelId="{82C6E71D-96D6-4804-864A-D95E4001FCDB}" type="parTrans" cxnId="{C78D42DD-2A3B-478C-B5F2-96658D5C13B6}">
      <dgm:prSet/>
      <dgm:spPr/>
      <dgm:t>
        <a:bodyPr/>
        <a:lstStyle/>
        <a:p>
          <a:endParaRPr lang="en-CA"/>
        </a:p>
      </dgm:t>
    </dgm:pt>
    <dgm:pt modelId="{4D1977AF-7905-42A2-8148-2604CBB2E937}" type="sibTrans" cxnId="{C78D42DD-2A3B-478C-B5F2-96658D5C13B6}">
      <dgm:prSet/>
      <dgm:spPr/>
      <dgm:t>
        <a:bodyPr/>
        <a:lstStyle/>
        <a:p>
          <a:endParaRPr lang="en-CA"/>
        </a:p>
      </dgm:t>
    </dgm:pt>
    <dgm:pt modelId="{0BF05974-447B-4431-9CB7-FE14B52B4090}">
      <dgm:prSet/>
      <dgm:spPr/>
      <dgm:t>
        <a:bodyPr/>
        <a:lstStyle/>
        <a:p>
          <a:r>
            <a:rPr lang="en-GB" dirty="0"/>
            <a:t>~</a:t>
          </a:r>
          <a:r>
            <a:rPr lang="en-US" dirty="0"/>
            <a:t>10 mins</a:t>
          </a:r>
        </a:p>
      </dgm:t>
    </dgm:pt>
    <dgm:pt modelId="{0D5A401C-98B8-4F93-9C2A-5A3ECD28C4BE}" type="parTrans" cxnId="{1FF34263-1382-4D8F-82C4-067892035CEA}">
      <dgm:prSet/>
      <dgm:spPr/>
      <dgm:t>
        <a:bodyPr/>
        <a:lstStyle/>
        <a:p>
          <a:endParaRPr lang="en-CA"/>
        </a:p>
      </dgm:t>
    </dgm:pt>
    <dgm:pt modelId="{43C71B51-4C37-4C7C-A93C-147511CEC6FE}" type="sibTrans" cxnId="{1FF34263-1382-4D8F-82C4-067892035CEA}">
      <dgm:prSet/>
      <dgm:spPr/>
      <dgm:t>
        <a:bodyPr/>
        <a:lstStyle/>
        <a:p>
          <a:endParaRPr lang="en-CA"/>
        </a:p>
      </dgm:t>
    </dgm:pt>
    <dgm:pt modelId="{8D72B0B7-606C-404A-B994-B18DE48C3E2F}" type="pres">
      <dgm:prSet presAssocID="{83C1990E-96D0-4B86-B346-A779776E35E6}" presName="linear" presStyleCnt="0">
        <dgm:presLayoutVars>
          <dgm:animLvl val="lvl"/>
          <dgm:resizeHandles val="exact"/>
        </dgm:presLayoutVars>
      </dgm:prSet>
      <dgm:spPr/>
    </dgm:pt>
    <dgm:pt modelId="{69DEFC2D-0EE2-4CF4-9799-66CAC39C7F14}" type="pres">
      <dgm:prSet presAssocID="{C3174EF6-42F6-4DB8-B900-B1C5543544D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D37CF24-D83A-46F9-B285-04A34A9312A2}" type="pres">
      <dgm:prSet presAssocID="{829DB211-85BD-4314-AD93-71765AA47C31}" presName="spacer" presStyleCnt="0"/>
      <dgm:spPr/>
    </dgm:pt>
    <dgm:pt modelId="{1BD09602-27BC-4AC0-ADFA-F453A7C6829A}" type="pres">
      <dgm:prSet presAssocID="{E8EE3C0B-5156-4693-A420-D315EA49F87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634FD66-63FC-450B-96DC-64CF47B3091C}" type="pres">
      <dgm:prSet presAssocID="{E8EE3C0B-5156-4693-A420-D315EA49F87C}" presName="childText" presStyleLbl="revTx" presStyleIdx="0" presStyleCnt="3">
        <dgm:presLayoutVars>
          <dgm:bulletEnabled val="1"/>
        </dgm:presLayoutVars>
      </dgm:prSet>
      <dgm:spPr/>
    </dgm:pt>
    <dgm:pt modelId="{ED0E794F-50B1-4CB5-912C-023F50852D93}" type="pres">
      <dgm:prSet presAssocID="{A0222053-747B-4E21-8C63-E59CF6B11C7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4101942-785B-433C-8A47-C45EF060B22C}" type="pres">
      <dgm:prSet presAssocID="{A0222053-747B-4E21-8C63-E59CF6B11C7B}" presName="childText" presStyleLbl="revTx" presStyleIdx="1" presStyleCnt="3">
        <dgm:presLayoutVars>
          <dgm:bulletEnabled val="1"/>
        </dgm:presLayoutVars>
      </dgm:prSet>
      <dgm:spPr/>
    </dgm:pt>
    <dgm:pt modelId="{18ABC941-AC9C-4FEB-A7F4-3F38D1868030}" type="pres">
      <dgm:prSet presAssocID="{40AC25B6-7C3F-4951-8BDC-8E5EA359975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68DE182-3D76-4AD3-92CB-98D2BB2D34CF}" type="pres">
      <dgm:prSet presAssocID="{D4496B95-F457-4224-9501-CED8D0B2B8A9}" presName="spacer" presStyleCnt="0"/>
      <dgm:spPr/>
    </dgm:pt>
    <dgm:pt modelId="{8496FE40-23F4-4598-8992-BDD9E183FCD7}" type="pres">
      <dgm:prSet presAssocID="{D40DBC08-20DE-4CE4-9A2B-FA0A6B4E2D75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2DBA8326-EA35-4E22-9D1F-4CF71D050A49}" type="pres">
      <dgm:prSet presAssocID="{D40DBC08-20DE-4CE4-9A2B-FA0A6B4E2D75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5BCDC408-C2F8-4304-A7FE-25785DD0B6A9}" srcId="{E8EE3C0B-5156-4693-A420-D315EA49F87C}" destId="{433E3F2E-F467-4559-846D-FA356DBE4504}" srcOrd="1" destOrd="0" parTransId="{836CCFF9-6057-4D1F-BBBD-36D22C867BAD}" sibTransId="{13DA64E2-82BF-40C9-9834-DDAB60063925}"/>
    <dgm:cxn modelId="{E2974A1A-AA1C-44AF-A030-16C0EDC93A1E}" type="presOf" srcId="{D40DBC08-20DE-4CE4-9A2B-FA0A6B4E2D75}" destId="{8496FE40-23F4-4598-8992-BDD9E183FCD7}" srcOrd="0" destOrd="0" presId="urn:microsoft.com/office/officeart/2005/8/layout/vList2"/>
    <dgm:cxn modelId="{A1BC4928-EF54-4280-B70F-B0C7C22FECCE}" srcId="{83C1990E-96D0-4B86-B346-A779776E35E6}" destId="{E8EE3C0B-5156-4693-A420-D315EA49F87C}" srcOrd="1" destOrd="0" parTransId="{480B0B70-D3F6-47C2-8C39-CEC3D48F73E5}" sibTransId="{67668D05-A171-4BDA-980A-4C9BFE7B06D3}"/>
    <dgm:cxn modelId="{CBCD3C37-7416-4531-9149-B8C38F1BCD64}" type="presOf" srcId="{433E3F2E-F467-4559-846D-FA356DBE4504}" destId="{6634FD66-63FC-450B-96DC-64CF47B3091C}" srcOrd="0" destOrd="1" presId="urn:microsoft.com/office/officeart/2005/8/layout/vList2"/>
    <dgm:cxn modelId="{0177C93E-C624-472F-983A-8892594FBEF4}" type="presOf" srcId="{E8EE3C0B-5156-4693-A420-D315EA49F87C}" destId="{1BD09602-27BC-4AC0-ADFA-F453A7C6829A}" srcOrd="0" destOrd="0" presId="urn:microsoft.com/office/officeart/2005/8/layout/vList2"/>
    <dgm:cxn modelId="{F05B8C5D-2F7B-4284-920F-D6AC3790EB4F}" type="presOf" srcId="{B4531505-874E-44B3-8A0E-C6F37B56A316}" destId="{74101942-785B-433C-8A47-C45EF060B22C}" srcOrd="0" destOrd="1" presId="urn:microsoft.com/office/officeart/2005/8/layout/vList2"/>
    <dgm:cxn modelId="{63546960-36F0-4BB3-AD9C-C714FB623745}" type="presOf" srcId="{83C1990E-96D0-4B86-B346-A779776E35E6}" destId="{8D72B0B7-606C-404A-B994-B18DE48C3E2F}" srcOrd="0" destOrd="0" presId="urn:microsoft.com/office/officeart/2005/8/layout/vList2"/>
    <dgm:cxn modelId="{1FF34263-1382-4D8F-82C4-067892035CEA}" srcId="{D40DBC08-20DE-4CE4-9A2B-FA0A6B4E2D75}" destId="{0BF05974-447B-4431-9CB7-FE14B52B4090}" srcOrd="0" destOrd="0" parTransId="{0D5A401C-98B8-4F93-9C2A-5A3ECD28C4BE}" sibTransId="{43C71B51-4C37-4C7C-A93C-147511CEC6FE}"/>
    <dgm:cxn modelId="{396CCE43-7045-419A-A9F9-3658579286BD}" type="presOf" srcId="{21DC9900-FF2E-4838-BA27-0C498895E512}" destId="{6634FD66-63FC-450B-96DC-64CF47B3091C}" srcOrd="0" destOrd="0" presId="urn:microsoft.com/office/officeart/2005/8/layout/vList2"/>
    <dgm:cxn modelId="{8530AB57-25BA-4875-AC49-F1CE9037F530}" type="presOf" srcId="{52907624-14FE-4726-A6B8-D5E09520A85F}" destId="{6634FD66-63FC-450B-96DC-64CF47B3091C}" srcOrd="0" destOrd="2" presId="urn:microsoft.com/office/officeart/2005/8/layout/vList2"/>
    <dgm:cxn modelId="{462B087E-25CC-4E68-838C-1B7405D308FC}" srcId="{E8EE3C0B-5156-4693-A420-D315EA49F87C}" destId="{21DC9900-FF2E-4838-BA27-0C498895E512}" srcOrd="0" destOrd="0" parTransId="{3E0C5BA7-FF19-4668-80BB-E241BD12E8DD}" sibTransId="{9E926137-E83A-43E7-98E7-99071AADBE6A}"/>
    <dgm:cxn modelId="{0BB4049D-5085-47DB-A401-5025D9D242A9}" srcId="{A0222053-747B-4E21-8C63-E59CF6B11C7B}" destId="{20127F1C-2EF0-4D5B-869C-DBACBE1AF81F}" srcOrd="0" destOrd="0" parTransId="{8028D31D-406C-4861-A60F-ED6F48420304}" sibTransId="{A3E896AC-CCA1-4F19-93CF-90B33DE28133}"/>
    <dgm:cxn modelId="{CBA176B7-4C77-496F-A49E-46791BD7747C}" srcId="{E8EE3C0B-5156-4693-A420-D315EA49F87C}" destId="{52907624-14FE-4726-A6B8-D5E09520A85F}" srcOrd="2" destOrd="0" parTransId="{EC614E9A-364F-43E2-8F38-299EF298CAAA}" sibTransId="{A83907D7-985B-4F8C-BD47-D61A614FBB1F}"/>
    <dgm:cxn modelId="{3C0F87B7-E265-4BCC-9B15-5B25F3277655}" type="presOf" srcId="{C3174EF6-42F6-4DB8-B900-B1C5543544D2}" destId="{69DEFC2D-0EE2-4CF4-9799-66CAC39C7F14}" srcOrd="0" destOrd="0" presId="urn:microsoft.com/office/officeart/2005/8/layout/vList2"/>
    <dgm:cxn modelId="{57C51BC0-F1F3-4427-A7B2-FFC616C2B083}" type="presOf" srcId="{40AC25B6-7C3F-4951-8BDC-8E5EA3599750}" destId="{18ABC941-AC9C-4FEB-A7F4-3F38D1868030}" srcOrd="0" destOrd="0" presId="urn:microsoft.com/office/officeart/2005/8/layout/vList2"/>
    <dgm:cxn modelId="{5BB433D3-94A5-4DF0-B801-455B4DCC600C}" type="presOf" srcId="{20127F1C-2EF0-4D5B-869C-DBACBE1AF81F}" destId="{74101942-785B-433C-8A47-C45EF060B22C}" srcOrd="0" destOrd="0" presId="urn:microsoft.com/office/officeart/2005/8/layout/vList2"/>
    <dgm:cxn modelId="{3AA018DA-B8D0-4AEB-ABD2-075F8F646FD2}" srcId="{A0222053-747B-4E21-8C63-E59CF6B11C7B}" destId="{B4531505-874E-44B3-8A0E-C6F37B56A316}" srcOrd="1" destOrd="0" parTransId="{DD9B1DEB-C0E7-44AC-B164-B5BBB096E720}" sibTransId="{808385A1-7E8C-4767-AAE7-AC54F3580D24}"/>
    <dgm:cxn modelId="{C78D42DD-2A3B-478C-B5F2-96658D5C13B6}" srcId="{83C1990E-96D0-4B86-B346-A779776E35E6}" destId="{D40DBC08-20DE-4CE4-9A2B-FA0A6B4E2D75}" srcOrd="4" destOrd="0" parTransId="{82C6E71D-96D6-4804-864A-D95E4001FCDB}" sibTransId="{4D1977AF-7905-42A2-8148-2604CBB2E937}"/>
    <dgm:cxn modelId="{EB8CD7DF-BFAE-4FD1-9783-A3A6D27B68D5}" srcId="{83C1990E-96D0-4B86-B346-A779776E35E6}" destId="{40AC25B6-7C3F-4951-8BDC-8E5EA3599750}" srcOrd="3" destOrd="0" parTransId="{A59F6F06-695B-49CF-BFF9-C5EEF0D6BF67}" sibTransId="{D4496B95-F457-4224-9501-CED8D0B2B8A9}"/>
    <dgm:cxn modelId="{CDF72DE0-B388-46E8-9425-72C6DC635610}" type="presOf" srcId="{A0222053-747B-4E21-8C63-E59CF6B11C7B}" destId="{ED0E794F-50B1-4CB5-912C-023F50852D93}" srcOrd="0" destOrd="0" presId="urn:microsoft.com/office/officeart/2005/8/layout/vList2"/>
    <dgm:cxn modelId="{999349E8-B7DB-4B00-9C63-D3DB2AF99C40}" srcId="{83C1990E-96D0-4B86-B346-A779776E35E6}" destId="{A0222053-747B-4E21-8C63-E59CF6B11C7B}" srcOrd="2" destOrd="0" parTransId="{27CFD9CA-3BC7-4025-887F-D1BD44C95D29}" sibTransId="{14FB2120-AB5F-4731-9833-EAF758818369}"/>
    <dgm:cxn modelId="{47B475E8-1001-43C9-8AA9-4C7D6C764DE4}" srcId="{83C1990E-96D0-4B86-B346-A779776E35E6}" destId="{C3174EF6-42F6-4DB8-B900-B1C5543544D2}" srcOrd="0" destOrd="0" parTransId="{ED3F57D2-B3BE-45E1-BA4C-4157DEDD3D77}" sibTransId="{829DB211-85BD-4314-AD93-71765AA47C31}"/>
    <dgm:cxn modelId="{D8B315EA-52FC-4BEB-9559-D6303BCFF801}" type="presOf" srcId="{0BF05974-447B-4431-9CB7-FE14B52B4090}" destId="{2DBA8326-EA35-4E22-9D1F-4CF71D050A49}" srcOrd="0" destOrd="0" presId="urn:microsoft.com/office/officeart/2005/8/layout/vList2"/>
    <dgm:cxn modelId="{7A64CC78-4932-49F3-9021-9875C2E49536}" type="presParOf" srcId="{8D72B0B7-606C-404A-B994-B18DE48C3E2F}" destId="{69DEFC2D-0EE2-4CF4-9799-66CAC39C7F14}" srcOrd="0" destOrd="0" presId="urn:microsoft.com/office/officeart/2005/8/layout/vList2"/>
    <dgm:cxn modelId="{AD9A620C-1DD3-457A-957B-4C64CB6E1945}" type="presParOf" srcId="{8D72B0B7-606C-404A-B994-B18DE48C3E2F}" destId="{6D37CF24-D83A-46F9-B285-04A34A9312A2}" srcOrd="1" destOrd="0" presId="urn:microsoft.com/office/officeart/2005/8/layout/vList2"/>
    <dgm:cxn modelId="{08A65D20-BD9D-4335-AA9D-F2C8A90EA4C3}" type="presParOf" srcId="{8D72B0B7-606C-404A-B994-B18DE48C3E2F}" destId="{1BD09602-27BC-4AC0-ADFA-F453A7C6829A}" srcOrd="2" destOrd="0" presId="urn:microsoft.com/office/officeart/2005/8/layout/vList2"/>
    <dgm:cxn modelId="{B1A48A13-E949-45C0-83F8-439EC47416F3}" type="presParOf" srcId="{8D72B0B7-606C-404A-B994-B18DE48C3E2F}" destId="{6634FD66-63FC-450B-96DC-64CF47B3091C}" srcOrd="3" destOrd="0" presId="urn:microsoft.com/office/officeart/2005/8/layout/vList2"/>
    <dgm:cxn modelId="{EBEA7FCC-B8D7-4ED5-B6A7-FFC042BFD24E}" type="presParOf" srcId="{8D72B0B7-606C-404A-B994-B18DE48C3E2F}" destId="{ED0E794F-50B1-4CB5-912C-023F50852D93}" srcOrd="4" destOrd="0" presId="urn:microsoft.com/office/officeart/2005/8/layout/vList2"/>
    <dgm:cxn modelId="{88C9ABB4-9016-4AE7-AEA5-6066516789D3}" type="presParOf" srcId="{8D72B0B7-606C-404A-B994-B18DE48C3E2F}" destId="{74101942-785B-433C-8A47-C45EF060B22C}" srcOrd="5" destOrd="0" presId="urn:microsoft.com/office/officeart/2005/8/layout/vList2"/>
    <dgm:cxn modelId="{832B071A-3AA0-4CB9-94BA-714CE103532F}" type="presParOf" srcId="{8D72B0B7-606C-404A-B994-B18DE48C3E2F}" destId="{18ABC941-AC9C-4FEB-A7F4-3F38D1868030}" srcOrd="6" destOrd="0" presId="urn:microsoft.com/office/officeart/2005/8/layout/vList2"/>
    <dgm:cxn modelId="{8B7304C8-707C-4740-A47D-C1422E6E6C95}" type="presParOf" srcId="{8D72B0B7-606C-404A-B994-B18DE48C3E2F}" destId="{668DE182-3D76-4AD3-92CB-98D2BB2D34CF}" srcOrd="7" destOrd="0" presId="urn:microsoft.com/office/officeart/2005/8/layout/vList2"/>
    <dgm:cxn modelId="{25A71AC8-84E0-482B-9F2A-52F370AC1C68}" type="presParOf" srcId="{8D72B0B7-606C-404A-B994-B18DE48C3E2F}" destId="{8496FE40-23F4-4598-8992-BDD9E183FCD7}" srcOrd="8" destOrd="0" presId="urn:microsoft.com/office/officeart/2005/8/layout/vList2"/>
    <dgm:cxn modelId="{169A496B-D604-4BAE-AB01-E00B99D05021}" type="presParOf" srcId="{8D72B0B7-606C-404A-B994-B18DE48C3E2F}" destId="{2DBA8326-EA35-4E22-9D1F-4CF71D050A49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145D0E4-BC21-45F0-B392-314C4E6EDC12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F29FBEFF-9740-40EA-BCFD-129C8CCE6242}">
      <dgm:prSet/>
      <dgm:spPr/>
      <dgm:t>
        <a:bodyPr/>
        <a:lstStyle/>
        <a:p>
          <a:r>
            <a:rPr lang="fr-CA"/>
            <a:t>Étapes</a:t>
          </a:r>
          <a:endParaRPr lang="en-US"/>
        </a:p>
      </dgm:t>
    </dgm:pt>
    <dgm:pt modelId="{6E088447-A10B-45A7-A12E-A25B46763D5E}" type="parTrans" cxnId="{1C5E6799-5DDA-4195-AC84-EEF8C04A3B1E}">
      <dgm:prSet/>
      <dgm:spPr/>
      <dgm:t>
        <a:bodyPr/>
        <a:lstStyle/>
        <a:p>
          <a:endParaRPr lang="en-US"/>
        </a:p>
      </dgm:t>
    </dgm:pt>
    <dgm:pt modelId="{17FCC856-70C9-4778-9FB9-C766A3712683}" type="sibTrans" cxnId="{1C5E6799-5DDA-4195-AC84-EEF8C04A3B1E}">
      <dgm:prSet/>
      <dgm:spPr/>
      <dgm:t>
        <a:bodyPr/>
        <a:lstStyle/>
        <a:p>
          <a:endParaRPr lang="en-US"/>
        </a:p>
      </dgm:t>
    </dgm:pt>
    <dgm:pt modelId="{91707CD5-DECA-4CA7-A3F3-507F607A2283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 dirty="0"/>
            <a:t> </a:t>
          </a:r>
          <a:r>
            <a:rPr lang="en-GB" dirty="0" err="1"/>
            <a:t>Saisir</a:t>
          </a:r>
          <a:r>
            <a:rPr lang="en-GB" dirty="0"/>
            <a:t> 4 </a:t>
          </a:r>
          <a:r>
            <a:rPr lang="en-GB" dirty="0" err="1"/>
            <a:t>Employés</a:t>
          </a:r>
          <a:r>
            <a:rPr lang="en-GB" dirty="0"/>
            <a:t> (</a:t>
          </a:r>
          <a:r>
            <a:rPr lang="en-GB" dirty="0" err="1"/>
            <a:t>Employé</a:t>
          </a:r>
          <a:r>
            <a:rPr lang="en-GB" dirty="0"/>
            <a:t>, </a:t>
          </a:r>
          <a:r>
            <a:rPr lang="en-GB" dirty="0" err="1"/>
            <a:t>Salarié</a:t>
          </a:r>
          <a:r>
            <a:rPr lang="en-GB" dirty="0"/>
            <a:t>, </a:t>
          </a:r>
          <a:r>
            <a:rPr lang="en-GB" dirty="0" err="1"/>
            <a:t>Horaire</a:t>
          </a:r>
          <a:r>
            <a:rPr lang="en-GB" dirty="0"/>
            <a:t>, Admin)</a:t>
          </a:r>
          <a:endParaRPr lang="en-US" dirty="0"/>
        </a:p>
      </dgm:t>
    </dgm:pt>
    <dgm:pt modelId="{C9954990-CF83-489C-9878-086BC18DFA06}" type="parTrans" cxnId="{E2E46279-29A7-41B1-8F05-F811689660E3}">
      <dgm:prSet/>
      <dgm:spPr/>
      <dgm:t>
        <a:bodyPr/>
        <a:lstStyle/>
        <a:p>
          <a:endParaRPr lang="en-US"/>
        </a:p>
      </dgm:t>
    </dgm:pt>
    <dgm:pt modelId="{D8647FE0-977D-45D9-88C8-429CDE076993}" type="sibTrans" cxnId="{E2E46279-29A7-41B1-8F05-F811689660E3}">
      <dgm:prSet/>
      <dgm:spPr/>
      <dgm:t>
        <a:bodyPr/>
        <a:lstStyle/>
        <a:p>
          <a:endParaRPr lang="en-US"/>
        </a:p>
      </dgm:t>
    </dgm:pt>
    <dgm:pt modelId="{96D0E5D3-EDAE-4FBB-932F-E8D20B444C15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 dirty="0"/>
            <a:t> Stocker dans Tableau</a:t>
          </a:r>
          <a:endParaRPr lang="en-US" dirty="0"/>
        </a:p>
      </dgm:t>
    </dgm:pt>
    <dgm:pt modelId="{D8E4F657-66A1-4046-AB64-7A9EA8FB3A30}" type="parTrans" cxnId="{6BD5475A-95C1-4D92-9847-0F740E508297}">
      <dgm:prSet/>
      <dgm:spPr/>
      <dgm:t>
        <a:bodyPr/>
        <a:lstStyle/>
        <a:p>
          <a:endParaRPr lang="en-US"/>
        </a:p>
      </dgm:t>
    </dgm:pt>
    <dgm:pt modelId="{2DB3129E-A49F-4BDE-A43F-DC40A427AFDB}" type="sibTrans" cxnId="{6BD5475A-95C1-4D92-9847-0F740E508297}">
      <dgm:prSet/>
      <dgm:spPr/>
      <dgm:t>
        <a:bodyPr/>
        <a:lstStyle/>
        <a:p>
          <a:endParaRPr lang="en-US"/>
        </a:p>
      </dgm:t>
    </dgm:pt>
    <dgm:pt modelId="{46FBAD2F-BCAA-4DE8-902D-7D2EC6D79151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GB" dirty="0"/>
            <a:t> </a:t>
          </a:r>
          <a:r>
            <a:rPr lang="en-GB" dirty="0" err="1"/>
            <a:t>Afficher</a:t>
          </a:r>
          <a:r>
            <a:rPr lang="en-GB" dirty="0"/>
            <a:t> Tableau</a:t>
          </a:r>
          <a:endParaRPr lang="en-US" dirty="0"/>
        </a:p>
      </dgm:t>
    </dgm:pt>
    <dgm:pt modelId="{B8CAE1FD-2245-48A4-A2FA-AC10D28F9A34}" type="parTrans" cxnId="{AA4B9C0F-0573-44DA-B895-78A7E74C41FF}">
      <dgm:prSet/>
      <dgm:spPr/>
      <dgm:t>
        <a:bodyPr/>
        <a:lstStyle/>
        <a:p>
          <a:endParaRPr lang="en-US"/>
        </a:p>
      </dgm:t>
    </dgm:pt>
    <dgm:pt modelId="{FC9A9A11-BBF5-4E2B-81FF-10AA75474ACC}" type="sibTrans" cxnId="{AA4B9C0F-0573-44DA-B895-78A7E74C41FF}">
      <dgm:prSet/>
      <dgm:spPr/>
      <dgm:t>
        <a:bodyPr/>
        <a:lstStyle/>
        <a:p>
          <a:endParaRPr lang="en-US"/>
        </a:p>
      </dgm:t>
    </dgm:pt>
    <dgm:pt modelId="{2544CB8A-5C83-4460-AF16-E45DEC38D304}">
      <dgm:prSet/>
      <dgm:spPr/>
      <dgm:t>
        <a:bodyPr/>
        <a:lstStyle/>
        <a:p>
          <a:r>
            <a:rPr lang="en-GB"/>
            <a:t>Clean Code - </a:t>
          </a:r>
          <a:r>
            <a:rPr lang="fr-CA" b="1"/>
            <a:t>Évitez Duplication de Code </a:t>
          </a:r>
          <a:endParaRPr lang="en-US"/>
        </a:p>
      </dgm:t>
    </dgm:pt>
    <dgm:pt modelId="{7A1F639C-9A2B-4D39-B087-E80051FFF254}" type="parTrans" cxnId="{FE5F500F-5020-4CB0-B268-D1F838BDF5EE}">
      <dgm:prSet/>
      <dgm:spPr/>
      <dgm:t>
        <a:bodyPr/>
        <a:lstStyle/>
        <a:p>
          <a:endParaRPr lang="en-US"/>
        </a:p>
      </dgm:t>
    </dgm:pt>
    <dgm:pt modelId="{4821EE58-6105-4EBD-A0E7-53D81D2C9306}" type="sibTrans" cxnId="{FE5F500F-5020-4CB0-B268-D1F838BDF5EE}">
      <dgm:prSet/>
      <dgm:spPr/>
      <dgm:t>
        <a:bodyPr/>
        <a:lstStyle/>
        <a:p>
          <a:endParaRPr lang="en-US"/>
        </a:p>
      </dgm:t>
    </dgm:pt>
    <dgm:pt modelId="{A166EC37-8042-49B5-8CB9-01A50A7EE491}">
      <dgm:prSet/>
      <dgm:spPr/>
      <dgm:t>
        <a:bodyPr/>
        <a:lstStyle/>
        <a:p>
          <a:r>
            <a:rPr lang="en-CA"/>
            <a:t>Créez</a:t>
          </a:r>
          <a:r>
            <a:rPr lang="fr-CA"/>
            <a:t> des méthodes auxiliaires pour:</a:t>
          </a:r>
          <a:endParaRPr lang="en-US"/>
        </a:p>
      </dgm:t>
    </dgm:pt>
    <dgm:pt modelId="{3939D679-28C9-4FA6-A209-DDD980C3B570}" type="parTrans" cxnId="{99E5B794-CFF0-408A-993C-C4B68ABD63DB}">
      <dgm:prSet/>
      <dgm:spPr/>
      <dgm:t>
        <a:bodyPr/>
        <a:lstStyle/>
        <a:p>
          <a:endParaRPr lang="en-US"/>
        </a:p>
      </dgm:t>
    </dgm:pt>
    <dgm:pt modelId="{7BFAD093-CBE9-4D3C-9218-AC8E2B656704}" type="sibTrans" cxnId="{99E5B794-CFF0-408A-993C-C4B68ABD63DB}">
      <dgm:prSet/>
      <dgm:spPr/>
      <dgm:t>
        <a:bodyPr/>
        <a:lstStyle/>
        <a:p>
          <a:endParaRPr lang="en-US"/>
        </a:p>
      </dgm:t>
    </dgm:pt>
    <dgm:pt modelId="{EAF7476D-F334-4718-AFB0-F9FF37FD9416}">
      <dgm:prSet/>
      <dgm:spPr/>
      <dgm:t>
        <a:bodyPr/>
        <a:lstStyle/>
        <a:p>
          <a:r>
            <a:rPr lang="fr-CA"/>
            <a:t>Saisir attributs </a:t>
          </a:r>
          <a:endParaRPr lang="en-US"/>
        </a:p>
      </dgm:t>
    </dgm:pt>
    <dgm:pt modelId="{81F2CED4-390E-41DF-9910-38ACCD3A5DC0}" type="parTrans" cxnId="{F0C07679-BD79-49AE-A74A-8C3D207BBFB2}">
      <dgm:prSet/>
      <dgm:spPr/>
      <dgm:t>
        <a:bodyPr/>
        <a:lstStyle/>
        <a:p>
          <a:endParaRPr lang="en-US"/>
        </a:p>
      </dgm:t>
    </dgm:pt>
    <dgm:pt modelId="{78117A2A-7949-4943-A33B-3182958B8E80}" type="sibTrans" cxnId="{F0C07679-BD79-49AE-A74A-8C3D207BBFB2}">
      <dgm:prSet/>
      <dgm:spPr/>
      <dgm:t>
        <a:bodyPr/>
        <a:lstStyle/>
        <a:p>
          <a:endParaRPr lang="en-US"/>
        </a:p>
      </dgm:t>
    </dgm:pt>
    <dgm:pt modelId="{382339F6-3E30-498F-A409-65463793F73E}">
      <dgm:prSet/>
      <dgm:spPr/>
      <dgm:t>
        <a:bodyPr/>
        <a:lstStyle/>
        <a:p>
          <a:r>
            <a:rPr lang="fr-CA" dirty="0"/>
            <a:t>Saisir types (int, double, String) avec </a:t>
          </a:r>
          <a:r>
            <a:rPr lang="fr-CA" dirty="0" err="1"/>
            <a:t>try</a:t>
          </a:r>
          <a:r>
            <a:rPr lang="fr-CA" dirty="0"/>
            <a:t>/catch et messages d’invitation</a:t>
          </a:r>
          <a:endParaRPr lang="en-US" dirty="0"/>
        </a:p>
      </dgm:t>
    </dgm:pt>
    <dgm:pt modelId="{C8CE4D56-217B-4F65-8B57-97413FBFB33B}" type="parTrans" cxnId="{72FEA09B-A8F2-4598-A60C-D398285CC066}">
      <dgm:prSet/>
      <dgm:spPr/>
      <dgm:t>
        <a:bodyPr/>
        <a:lstStyle/>
        <a:p>
          <a:endParaRPr lang="en-US"/>
        </a:p>
      </dgm:t>
    </dgm:pt>
    <dgm:pt modelId="{FF9BD10F-7F5A-4DB0-9B2D-913141674A49}" type="sibTrans" cxnId="{72FEA09B-A8F2-4598-A60C-D398285CC066}">
      <dgm:prSet/>
      <dgm:spPr/>
      <dgm:t>
        <a:bodyPr/>
        <a:lstStyle/>
        <a:p>
          <a:endParaRPr lang="en-US"/>
        </a:p>
      </dgm:t>
    </dgm:pt>
    <dgm:pt modelId="{D7D483F6-199D-4ED6-BEE6-876D7A6636F2}">
      <dgm:prSet/>
      <dgm:spPr/>
      <dgm:t>
        <a:bodyPr/>
        <a:lstStyle/>
        <a:p>
          <a:r>
            <a:rPr lang="fr-CA" dirty="0"/>
            <a:t>Afficher Tableau</a:t>
          </a:r>
          <a:endParaRPr lang="en-US" dirty="0"/>
        </a:p>
      </dgm:t>
    </dgm:pt>
    <dgm:pt modelId="{5BE65BB7-48AC-4C14-83C0-31A2104ED5B7}" type="parTrans" cxnId="{D932CA5B-0CA0-46DD-A40C-410FE57DD848}">
      <dgm:prSet/>
      <dgm:spPr/>
      <dgm:t>
        <a:bodyPr/>
        <a:lstStyle/>
        <a:p>
          <a:endParaRPr lang="en-US"/>
        </a:p>
      </dgm:t>
    </dgm:pt>
    <dgm:pt modelId="{2E8BE34C-E9F8-4C65-862B-71FFD7D116EB}" type="sibTrans" cxnId="{D932CA5B-0CA0-46DD-A40C-410FE57DD848}">
      <dgm:prSet/>
      <dgm:spPr/>
      <dgm:t>
        <a:bodyPr/>
        <a:lstStyle/>
        <a:p>
          <a:endParaRPr lang="en-US"/>
        </a:p>
      </dgm:t>
    </dgm:pt>
    <dgm:pt modelId="{0B9DF856-FF8E-4BF5-A152-534E854A06BA}">
      <dgm:prSet/>
      <dgm:spPr/>
      <dgm:t>
        <a:bodyPr/>
        <a:lstStyle/>
        <a:p>
          <a:r>
            <a:rPr lang="en-GB" dirty="0"/>
            <a:t>~1h (Version brouillon)</a:t>
          </a:r>
          <a:endParaRPr lang="en-US" dirty="0"/>
        </a:p>
      </dgm:t>
    </dgm:pt>
    <dgm:pt modelId="{1A5B1C0B-2319-40C1-8F4F-ACDB9321B024}" type="parTrans" cxnId="{6F807AB9-158C-4F90-8E33-C247D2636286}">
      <dgm:prSet/>
      <dgm:spPr/>
      <dgm:t>
        <a:bodyPr/>
        <a:lstStyle/>
        <a:p>
          <a:endParaRPr lang="en-US"/>
        </a:p>
      </dgm:t>
    </dgm:pt>
    <dgm:pt modelId="{697E2651-77B9-4372-B857-1A56D4A5DEE6}" type="sibTrans" cxnId="{6F807AB9-158C-4F90-8E33-C247D2636286}">
      <dgm:prSet/>
      <dgm:spPr/>
      <dgm:t>
        <a:bodyPr/>
        <a:lstStyle/>
        <a:p>
          <a:endParaRPr lang="en-US"/>
        </a:p>
      </dgm:t>
    </dgm:pt>
    <dgm:pt modelId="{C0A6A681-32A6-45B1-A234-596D6B942DFC}">
      <dgm:prSet/>
      <dgm:spPr/>
      <dgm:t>
        <a:bodyPr/>
        <a:lstStyle/>
        <a:p>
          <a:r>
            <a:rPr lang="en-US" dirty="0"/>
            <a:t>Temps Estimé</a:t>
          </a:r>
        </a:p>
      </dgm:t>
    </dgm:pt>
    <dgm:pt modelId="{F9B3F6B8-C5B7-4F7A-BDDE-75A11DBCF217}" type="parTrans" cxnId="{EC625A05-08B1-41FE-ACB2-3C638B5F2106}">
      <dgm:prSet/>
      <dgm:spPr/>
      <dgm:t>
        <a:bodyPr/>
        <a:lstStyle/>
        <a:p>
          <a:endParaRPr lang="en-CA"/>
        </a:p>
      </dgm:t>
    </dgm:pt>
    <dgm:pt modelId="{F88978C5-E7EE-4FC6-8507-C7794A4D1E07}" type="sibTrans" cxnId="{EC625A05-08B1-41FE-ACB2-3C638B5F2106}">
      <dgm:prSet/>
      <dgm:spPr/>
      <dgm:t>
        <a:bodyPr/>
        <a:lstStyle/>
        <a:p>
          <a:endParaRPr lang="en-CA"/>
        </a:p>
      </dgm:t>
    </dgm:pt>
    <dgm:pt modelId="{F400E0FB-25B1-4FDD-9797-E53EC48C1FA3}">
      <dgm:prSet/>
      <dgm:spPr/>
      <dgm:t>
        <a:bodyPr/>
        <a:lstStyle/>
        <a:p>
          <a:r>
            <a:rPr lang="en-GB" dirty="0"/>
            <a:t>~1h40 (</a:t>
          </a:r>
          <a:r>
            <a:rPr lang="fr-FR" dirty="0"/>
            <a:t>Version propre et bien structurée</a:t>
          </a:r>
          <a:r>
            <a:rPr lang="en-GB" dirty="0"/>
            <a:t>)</a:t>
          </a:r>
          <a:endParaRPr lang="en-US" dirty="0"/>
        </a:p>
      </dgm:t>
    </dgm:pt>
    <dgm:pt modelId="{E72172E6-57E8-4BF7-B9A0-5DCBE40B3EC2}" type="parTrans" cxnId="{10AE7F61-4309-4F9E-BBCD-508A948FF142}">
      <dgm:prSet/>
      <dgm:spPr/>
      <dgm:t>
        <a:bodyPr/>
        <a:lstStyle/>
        <a:p>
          <a:endParaRPr lang="en-CA"/>
        </a:p>
      </dgm:t>
    </dgm:pt>
    <dgm:pt modelId="{F54C58AC-C9FA-4332-A265-946DAEA65F72}" type="sibTrans" cxnId="{10AE7F61-4309-4F9E-BBCD-508A948FF142}">
      <dgm:prSet/>
      <dgm:spPr/>
      <dgm:t>
        <a:bodyPr/>
        <a:lstStyle/>
        <a:p>
          <a:endParaRPr lang="en-CA"/>
        </a:p>
      </dgm:t>
    </dgm:pt>
    <dgm:pt modelId="{49A7C8AC-07F2-4EAC-A8B6-3A136E928CB0}">
      <dgm:prSet/>
      <dgm:spPr/>
      <dgm:t>
        <a:bodyPr/>
        <a:lstStyle/>
        <a:p>
          <a:r>
            <a:rPr lang="en-US" dirty="0"/>
            <a:t>Extraire </a:t>
          </a:r>
          <a:r>
            <a:rPr lang="en-US" dirty="0" err="1"/>
            <a:t>chaîne</a:t>
          </a:r>
          <a:r>
            <a:rPr lang="en-US" dirty="0"/>
            <a:t> (messages) </a:t>
          </a:r>
          <a:r>
            <a:rPr lang="en-US" dirty="0" err="1"/>
            <a:t>en</a:t>
          </a:r>
          <a:r>
            <a:rPr lang="fr-CA" dirty="0"/>
            <a:t> constantes (Ctrl + Alt + C)</a:t>
          </a:r>
          <a:endParaRPr lang="en-US" dirty="0"/>
        </a:p>
      </dgm:t>
    </dgm:pt>
    <dgm:pt modelId="{AFD0227F-C1A8-4469-B510-0B390713807A}" type="parTrans" cxnId="{8DFDE5CF-B94E-452F-AB81-155D824B153B}">
      <dgm:prSet/>
      <dgm:spPr/>
      <dgm:t>
        <a:bodyPr/>
        <a:lstStyle/>
        <a:p>
          <a:endParaRPr lang="en-CA"/>
        </a:p>
      </dgm:t>
    </dgm:pt>
    <dgm:pt modelId="{DB56CA7D-6490-4D63-9539-741C5688928B}" type="sibTrans" cxnId="{8DFDE5CF-B94E-452F-AB81-155D824B153B}">
      <dgm:prSet/>
      <dgm:spPr/>
      <dgm:t>
        <a:bodyPr/>
        <a:lstStyle/>
        <a:p>
          <a:endParaRPr lang="en-CA"/>
        </a:p>
      </dgm:t>
    </dgm:pt>
    <dgm:pt modelId="{F895B956-2A60-4D09-94F1-08A992CDB0C3}">
      <dgm:prSet/>
      <dgm:spPr/>
      <dgm:t>
        <a:bodyPr/>
        <a:lstStyle/>
        <a:p>
          <a:r>
            <a:rPr lang="en-US" dirty="0"/>
            <a:t>Extraire Méthodes (Ctrl + Alt + M)</a:t>
          </a:r>
        </a:p>
      </dgm:t>
    </dgm:pt>
    <dgm:pt modelId="{51A537CB-26CC-4BCB-8BA9-7317E57CF5FA}" type="parTrans" cxnId="{1F1F5A93-B013-4B1D-B282-A690D354E1DE}">
      <dgm:prSet/>
      <dgm:spPr/>
      <dgm:t>
        <a:bodyPr/>
        <a:lstStyle/>
        <a:p>
          <a:endParaRPr lang="en-CA"/>
        </a:p>
      </dgm:t>
    </dgm:pt>
    <dgm:pt modelId="{B7D1ACDB-FBC8-4849-A781-A1DE0FA5B8D9}" type="sibTrans" cxnId="{1F1F5A93-B013-4B1D-B282-A690D354E1DE}">
      <dgm:prSet/>
      <dgm:spPr/>
      <dgm:t>
        <a:bodyPr/>
        <a:lstStyle/>
        <a:p>
          <a:endParaRPr lang="en-CA"/>
        </a:p>
      </dgm:t>
    </dgm:pt>
    <dgm:pt modelId="{73515AB1-6F64-4B30-A870-09825F105A52}">
      <dgm:prSet/>
      <dgm:spPr/>
      <dgm:t>
        <a:bodyPr/>
        <a:lstStyle/>
        <a:p>
          <a:r>
            <a:rPr lang="en-US" dirty="0"/>
            <a:t>IntelliJ</a:t>
          </a:r>
        </a:p>
      </dgm:t>
    </dgm:pt>
    <dgm:pt modelId="{01E22FB2-329A-48BE-A3F5-1C7095485C86}" type="parTrans" cxnId="{5876DEC9-4209-472D-A5C7-56C1E6EBCDDD}">
      <dgm:prSet/>
      <dgm:spPr/>
      <dgm:t>
        <a:bodyPr/>
        <a:lstStyle/>
        <a:p>
          <a:endParaRPr lang="en-CA"/>
        </a:p>
      </dgm:t>
    </dgm:pt>
    <dgm:pt modelId="{3DB2B5D3-42C1-4177-A153-7B1042EF42F5}" type="sibTrans" cxnId="{5876DEC9-4209-472D-A5C7-56C1E6EBCDDD}">
      <dgm:prSet/>
      <dgm:spPr/>
      <dgm:t>
        <a:bodyPr/>
        <a:lstStyle/>
        <a:p>
          <a:endParaRPr lang="en-CA"/>
        </a:p>
      </dgm:t>
    </dgm:pt>
    <dgm:pt modelId="{154DA770-D403-44B8-B723-22B013E25551}" type="pres">
      <dgm:prSet presAssocID="{2145D0E4-BC21-45F0-B392-314C4E6EDC12}" presName="linear" presStyleCnt="0">
        <dgm:presLayoutVars>
          <dgm:animLvl val="lvl"/>
          <dgm:resizeHandles val="exact"/>
        </dgm:presLayoutVars>
      </dgm:prSet>
      <dgm:spPr/>
    </dgm:pt>
    <dgm:pt modelId="{C576B21F-36D0-41EE-8767-7E2A0795A6A9}" type="pres">
      <dgm:prSet presAssocID="{F29FBEFF-9740-40EA-BCFD-129C8CCE624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A345C23-0448-49FB-AA16-F24D632DCF30}" type="pres">
      <dgm:prSet presAssocID="{F29FBEFF-9740-40EA-BCFD-129C8CCE6242}" presName="childText" presStyleLbl="revTx" presStyleIdx="0" presStyleCnt="3">
        <dgm:presLayoutVars>
          <dgm:bulletEnabled val="1"/>
        </dgm:presLayoutVars>
      </dgm:prSet>
      <dgm:spPr/>
    </dgm:pt>
    <dgm:pt modelId="{6824B528-442C-4A26-8990-B36C5FC426A6}" type="pres">
      <dgm:prSet presAssocID="{2544CB8A-5C83-4460-AF16-E45DEC38D30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253190F-D40A-4E02-8E07-4DC8BA66A855}" type="pres">
      <dgm:prSet presAssocID="{2544CB8A-5C83-4460-AF16-E45DEC38D304}" presName="childText" presStyleLbl="revTx" presStyleIdx="1" presStyleCnt="3">
        <dgm:presLayoutVars>
          <dgm:bulletEnabled val="1"/>
        </dgm:presLayoutVars>
      </dgm:prSet>
      <dgm:spPr/>
    </dgm:pt>
    <dgm:pt modelId="{4558F6F7-CE1C-4EBE-8A7B-D4388AAFCC0F}" type="pres">
      <dgm:prSet presAssocID="{C0A6A681-32A6-45B1-A234-596D6B942DF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67ECCA2-ACE5-4E3B-83EC-F075D87E7AE8}" type="pres">
      <dgm:prSet presAssocID="{C0A6A681-32A6-45B1-A234-596D6B942DFC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0BEE7D00-9E76-4F6C-8077-986389E610C1}" type="presOf" srcId="{F29FBEFF-9740-40EA-BCFD-129C8CCE6242}" destId="{C576B21F-36D0-41EE-8767-7E2A0795A6A9}" srcOrd="0" destOrd="0" presId="urn:microsoft.com/office/officeart/2005/8/layout/vList2"/>
    <dgm:cxn modelId="{E21BE500-E8C4-4E76-8270-0BBB2A1BBF27}" type="presOf" srcId="{91707CD5-DECA-4CA7-A3F3-507F607A2283}" destId="{8A345C23-0448-49FB-AA16-F24D632DCF30}" srcOrd="0" destOrd="0" presId="urn:microsoft.com/office/officeart/2005/8/layout/vList2"/>
    <dgm:cxn modelId="{EC625A05-08B1-41FE-ACB2-3C638B5F2106}" srcId="{2145D0E4-BC21-45F0-B392-314C4E6EDC12}" destId="{C0A6A681-32A6-45B1-A234-596D6B942DFC}" srcOrd="2" destOrd="0" parTransId="{F9B3F6B8-C5B7-4F7A-BDDE-75A11DBCF217}" sibTransId="{F88978C5-E7EE-4FC6-8507-C7794A4D1E07}"/>
    <dgm:cxn modelId="{FD15B905-8FB6-4BDC-9490-E6F472261FAE}" type="presOf" srcId="{2145D0E4-BC21-45F0-B392-314C4E6EDC12}" destId="{154DA770-D403-44B8-B723-22B013E25551}" srcOrd="0" destOrd="0" presId="urn:microsoft.com/office/officeart/2005/8/layout/vList2"/>
    <dgm:cxn modelId="{FE5F500F-5020-4CB0-B268-D1F838BDF5EE}" srcId="{2145D0E4-BC21-45F0-B392-314C4E6EDC12}" destId="{2544CB8A-5C83-4460-AF16-E45DEC38D304}" srcOrd="1" destOrd="0" parTransId="{7A1F639C-9A2B-4D39-B087-E80051FFF254}" sibTransId="{4821EE58-6105-4EBD-A0E7-53D81D2C9306}"/>
    <dgm:cxn modelId="{2E109B0F-CD35-4A2B-B2DB-51392FEAFA71}" type="presOf" srcId="{EAF7476D-F334-4718-AFB0-F9FF37FD9416}" destId="{1253190F-D40A-4E02-8E07-4DC8BA66A855}" srcOrd="0" destOrd="1" presId="urn:microsoft.com/office/officeart/2005/8/layout/vList2"/>
    <dgm:cxn modelId="{AA4B9C0F-0573-44DA-B895-78A7E74C41FF}" srcId="{F29FBEFF-9740-40EA-BCFD-129C8CCE6242}" destId="{46FBAD2F-BCAA-4DE8-902D-7D2EC6D79151}" srcOrd="2" destOrd="0" parTransId="{B8CAE1FD-2245-48A4-A2FA-AC10D28F9A34}" sibTransId="{FC9A9A11-BBF5-4E2B-81FF-10AA75474ACC}"/>
    <dgm:cxn modelId="{EFC43E2F-4793-4E94-94E0-E3AEF0051A0A}" type="presOf" srcId="{49A7C8AC-07F2-4EAC-A8B6-3A136E928CB0}" destId="{1253190F-D40A-4E02-8E07-4DC8BA66A855}" srcOrd="0" destOrd="5" presId="urn:microsoft.com/office/officeart/2005/8/layout/vList2"/>
    <dgm:cxn modelId="{D932CA5B-0CA0-46DD-A40C-410FE57DD848}" srcId="{A166EC37-8042-49B5-8CB9-01A50A7EE491}" destId="{D7D483F6-199D-4ED6-BEE6-876D7A6636F2}" srcOrd="2" destOrd="0" parTransId="{5BE65BB7-48AC-4C14-83C0-31A2104ED5B7}" sibTransId="{2E8BE34C-E9F8-4C65-862B-71FFD7D116EB}"/>
    <dgm:cxn modelId="{10AE7F61-4309-4F9E-BBCD-508A948FF142}" srcId="{C0A6A681-32A6-45B1-A234-596D6B942DFC}" destId="{F400E0FB-25B1-4FDD-9797-E53EC48C1FA3}" srcOrd="1" destOrd="0" parTransId="{E72172E6-57E8-4BF7-B9A0-5DCBE40B3EC2}" sibTransId="{F54C58AC-C9FA-4332-A265-946DAEA65F72}"/>
    <dgm:cxn modelId="{AA25F442-41B2-4CF4-A15E-2499594847C3}" type="presOf" srcId="{F400E0FB-25B1-4FDD-9797-E53EC48C1FA3}" destId="{A67ECCA2-ACE5-4E3B-83EC-F075D87E7AE8}" srcOrd="0" destOrd="1" presId="urn:microsoft.com/office/officeart/2005/8/layout/vList2"/>
    <dgm:cxn modelId="{17246666-F19E-4CD5-8405-511B062F24A4}" type="presOf" srcId="{F895B956-2A60-4D09-94F1-08A992CDB0C3}" destId="{1253190F-D40A-4E02-8E07-4DC8BA66A855}" srcOrd="0" destOrd="6" presId="urn:microsoft.com/office/officeart/2005/8/layout/vList2"/>
    <dgm:cxn modelId="{A080856C-B440-40E7-8F80-65770B823EC4}" type="presOf" srcId="{46FBAD2F-BCAA-4DE8-902D-7D2EC6D79151}" destId="{8A345C23-0448-49FB-AA16-F24D632DCF30}" srcOrd="0" destOrd="2" presId="urn:microsoft.com/office/officeart/2005/8/layout/vList2"/>
    <dgm:cxn modelId="{F94AF86E-BBAA-4DA6-B070-06AD33225D6A}" type="presOf" srcId="{0B9DF856-FF8E-4BF5-A152-534E854A06BA}" destId="{A67ECCA2-ACE5-4E3B-83EC-F075D87E7AE8}" srcOrd="0" destOrd="0" presId="urn:microsoft.com/office/officeart/2005/8/layout/vList2"/>
    <dgm:cxn modelId="{A7C1CB73-0992-4F33-9A2B-776F518736D0}" type="presOf" srcId="{D7D483F6-199D-4ED6-BEE6-876D7A6636F2}" destId="{1253190F-D40A-4E02-8E07-4DC8BA66A855}" srcOrd="0" destOrd="3" presId="urn:microsoft.com/office/officeart/2005/8/layout/vList2"/>
    <dgm:cxn modelId="{E2E46279-29A7-41B1-8F05-F811689660E3}" srcId="{F29FBEFF-9740-40EA-BCFD-129C8CCE6242}" destId="{91707CD5-DECA-4CA7-A3F3-507F607A2283}" srcOrd="0" destOrd="0" parTransId="{C9954990-CF83-489C-9878-086BC18DFA06}" sibTransId="{D8647FE0-977D-45D9-88C8-429CDE076993}"/>
    <dgm:cxn modelId="{F0C07679-BD79-49AE-A74A-8C3D207BBFB2}" srcId="{A166EC37-8042-49B5-8CB9-01A50A7EE491}" destId="{EAF7476D-F334-4718-AFB0-F9FF37FD9416}" srcOrd="0" destOrd="0" parTransId="{81F2CED4-390E-41DF-9910-38ACCD3A5DC0}" sibTransId="{78117A2A-7949-4943-A33B-3182958B8E80}"/>
    <dgm:cxn modelId="{6BD5475A-95C1-4D92-9847-0F740E508297}" srcId="{F29FBEFF-9740-40EA-BCFD-129C8CCE6242}" destId="{96D0E5D3-EDAE-4FBB-932F-E8D20B444C15}" srcOrd="1" destOrd="0" parTransId="{D8E4F657-66A1-4046-AB64-7A9EA8FB3A30}" sibTransId="{2DB3129E-A49F-4BDE-A43F-DC40A427AFDB}"/>
    <dgm:cxn modelId="{4597B37E-DBFE-49D9-83C4-700C06916891}" type="presOf" srcId="{C0A6A681-32A6-45B1-A234-596D6B942DFC}" destId="{4558F6F7-CE1C-4EBE-8A7B-D4388AAFCC0F}" srcOrd="0" destOrd="0" presId="urn:microsoft.com/office/officeart/2005/8/layout/vList2"/>
    <dgm:cxn modelId="{7973E57E-9C5C-490D-8B56-E06F57648F01}" type="presOf" srcId="{73515AB1-6F64-4B30-A870-09825F105A52}" destId="{1253190F-D40A-4E02-8E07-4DC8BA66A855}" srcOrd="0" destOrd="4" presId="urn:microsoft.com/office/officeart/2005/8/layout/vList2"/>
    <dgm:cxn modelId="{B7FABF8C-9685-4DF8-AC04-5B4DA2CEE898}" type="presOf" srcId="{382339F6-3E30-498F-A409-65463793F73E}" destId="{1253190F-D40A-4E02-8E07-4DC8BA66A855}" srcOrd="0" destOrd="2" presId="urn:microsoft.com/office/officeart/2005/8/layout/vList2"/>
    <dgm:cxn modelId="{B3D9938E-A2BF-44B2-B502-CD0B9BDDB883}" type="presOf" srcId="{2544CB8A-5C83-4460-AF16-E45DEC38D304}" destId="{6824B528-442C-4A26-8990-B36C5FC426A6}" srcOrd="0" destOrd="0" presId="urn:microsoft.com/office/officeart/2005/8/layout/vList2"/>
    <dgm:cxn modelId="{1F1F5A93-B013-4B1D-B282-A690D354E1DE}" srcId="{73515AB1-6F64-4B30-A870-09825F105A52}" destId="{F895B956-2A60-4D09-94F1-08A992CDB0C3}" srcOrd="1" destOrd="0" parTransId="{51A537CB-26CC-4BCB-8BA9-7317E57CF5FA}" sibTransId="{B7D1ACDB-FBC8-4849-A781-A1DE0FA5B8D9}"/>
    <dgm:cxn modelId="{99E5B794-CFF0-408A-993C-C4B68ABD63DB}" srcId="{2544CB8A-5C83-4460-AF16-E45DEC38D304}" destId="{A166EC37-8042-49B5-8CB9-01A50A7EE491}" srcOrd="0" destOrd="0" parTransId="{3939D679-28C9-4FA6-A209-DDD980C3B570}" sibTransId="{7BFAD093-CBE9-4D3C-9218-AC8E2B656704}"/>
    <dgm:cxn modelId="{1C5E6799-5DDA-4195-AC84-EEF8C04A3B1E}" srcId="{2145D0E4-BC21-45F0-B392-314C4E6EDC12}" destId="{F29FBEFF-9740-40EA-BCFD-129C8CCE6242}" srcOrd="0" destOrd="0" parTransId="{6E088447-A10B-45A7-A12E-A25B46763D5E}" sibTransId="{17FCC856-70C9-4778-9FB9-C766A3712683}"/>
    <dgm:cxn modelId="{72FEA09B-A8F2-4598-A60C-D398285CC066}" srcId="{A166EC37-8042-49B5-8CB9-01A50A7EE491}" destId="{382339F6-3E30-498F-A409-65463793F73E}" srcOrd="1" destOrd="0" parTransId="{C8CE4D56-217B-4F65-8B57-97413FBFB33B}" sibTransId="{FF9BD10F-7F5A-4DB0-9B2D-913141674A49}"/>
    <dgm:cxn modelId="{6F807AB9-158C-4F90-8E33-C247D2636286}" srcId="{C0A6A681-32A6-45B1-A234-596D6B942DFC}" destId="{0B9DF856-FF8E-4BF5-A152-534E854A06BA}" srcOrd="0" destOrd="0" parTransId="{1A5B1C0B-2319-40C1-8F4F-ACDB9321B024}" sibTransId="{697E2651-77B9-4372-B857-1A56D4A5DEE6}"/>
    <dgm:cxn modelId="{96681AC3-277F-459C-AE66-1AF3CA28CF3A}" type="presOf" srcId="{96D0E5D3-EDAE-4FBB-932F-E8D20B444C15}" destId="{8A345C23-0448-49FB-AA16-F24D632DCF30}" srcOrd="0" destOrd="1" presId="urn:microsoft.com/office/officeart/2005/8/layout/vList2"/>
    <dgm:cxn modelId="{5876DEC9-4209-472D-A5C7-56C1E6EBCDDD}" srcId="{2544CB8A-5C83-4460-AF16-E45DEC38D304}" destId="{73515AB1-6F64-4B30-A870-09825F105A52}" srcOrd="1" destOrd="0" parTransId="{01E22FB2-329A-48BE-A3F5-1C7095485C86}" sibTransId="{3DB2B5D3-42C1-4177-A153-7B1042EF42F5}"/>
    <dgm:cxn modelId="{8DFDE5CF-B94E-452F-AB81-155D824B153B}" srcId="{73515AB1-6F64-4B30-A870-09825F105A52}" destId="{49A7C8AC-07F2-4EAC-A8B6-3A136E928CB0}" srcOrd="0" destOrd="0" parTransId="{AFD0227F-C1A8-4469-B510-0B390713807A}" sibTransId="{DB56CA7D-6490-4D63-9539-741C5688928B}"/>
    <dgm:cxn modelId="{EBEBA8FC-BAAC-4C30-AF9C-FD7F4C007053}" type="presOf" srcId="{A166EC37-8042-49B5-8CB9-01A50A7EE491}" destId="{1253190F-D40A-4E02-8E07-4DC8BA66A855}" srcOrd="0" destOrd="0" presId="urn:microsoft.com/office/officeart/2005/8/layout/vList2"/>
    <dgm:cxn modelId="{28281E0F-5712-4399-ACCD-59DC3B69ED66}" type="presParOf" srcId="{154DA770-D403-44B8-B723-22B013E25551}" destId="{C576B21F-36D0-41EE-8767-7E2A0795A6A9}" srcOrd="0" destOrd="0" presId="urn:microsoft.com/office/officeart/2005/8/layout/vList2"/>
    <dgm:cxn modelId="{67B5E581-1FB7-474E-B793-0725CDC20CBB}" type="presParOf" srcId="{154DA770-D403-44B8-B723-22B013E25551}" destId="{8A345C23-0448-49FB-AA16-F24D632DCF30}" srcOrd="1" destOrd="0" presId="urn:microsoft.com/office/officeart/2005/8/layout/vList2"/>
    <dgm:cxn modelId="{171EDA89-4FF2-4E2B-A032-76FFF30065D0}" type="presParOf" srcId="{154DA770-D403-44B8-B723-22B013E25551}" destId="{6824B528-442C-4A26-8990-B36C5FC426A6}" srcOrd="2" destOrd="0" presId="urn:microsoft.com/office/officeart/2005/8/layout/vList2"/>
    <dgm:cxn modelId="{BE8772B9-10BE-44F4-8CB7-8670C9BBBA27}" type="presParOf" srcId="{154DA770-D403-44B8-B723-22B013E25551}" destId="{1253190F-D40A-4E02-8E07-4DC8BA66A855}" srcOrd="3" destOrd="0" presId="urn:microsoft.com/office/officeart/2005/8/layout/vList2"/>
    <dgm:cxn modelId="{6CF4EB27-2723-430C-ABFD-DDDFE26B8AE8}" type="presParOf" srcId="{154DA770-D403-44B8-B723-22B013E25551}" destId="{4558F6F7-CE1C-4EBE-8A7B-D4388AAFCC0F}" srcOrd="4" destOrd="0" presId="urn:microsoft.com/office/officeart/2005/8/layout/vList2"/>
    <dgm:cxn modelId="{1BA7A9ED-4349-49CF-973D-D91EEE3CDDEE}" type="presParOf" srcId="{154DA770-D403-44B8-B723-22B013E25551}" destId="{A67ECCA2-ACE5-4E3B-83EC-F075D87E7AE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14CD05-FDB6-4ED3-B35D-E9C669DCDDDD}">
      <dsp:nvSpPr>
        <dsp:cNvPr id="0" name=""/>
        <dsp:cNvSpPr/>
      </dsp:nvSpPr>
      <dsp:spPr>
        <a:xfrm>
          <a:off x="0" y="427086"/>
          <a:ext cx="6575728" cy="1767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0350" tIns="354076" rIns="51035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Une classe </a:t>
          </a:r>
          <a:r>
            <a:rPr lang="fr-FR" sz="1700" b="1" kern="1200" dirty="0"/>
            <a:t>parent</a:t>
          </a:r>
          <a:r>
            <a:rPr lang="fr-FR" sz="1700" kern="1200" dirty="0"/>
            <a:t> contient les attributs et comportements communs</a:t>
          </a:r>
          <a:endParaRPr lang="en-CA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Une classe </a:t>
          </a:r>
          <a:r>
            <a:rPr lang="fr-FR" sz="1700" b="1" kern="1200" dirty="0"/>
            <a:t>enfant</a:t>
          </a:r>
          <a:r>
            <a:rPr lang="fr-FR" sz="1700" kern="1200" dirty="0"/>
            <a:t> hérite de la classe parente avec le mot-clé </a:t>
          </a:r>
          <a:r>
            <a:rPr lang="fr-FR" sz="1700" b="1" kern="1200" dirty="0" err="1"/>
            <a:t>extends</a:t>
          </a:r>
          <a:endParaRPr lang="en-CA" sz="1700" b="1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b="0" kern="1200" dirty="0"/>
            <a:t>Permet de </a:t>
          </a:r>
          <a:r>
            <a:rPr lang="fr-FR" sz="1700" b="1" kern="1200" dirty="0"/>
            <a:t>réutiliser</a:t>
          </a:r>
          <a:r>
            <a:rPr lang="fr-FR" sz="1700" b="0" kern="1200" dirty="0"/>
            <a:t> du code et d’éviter la duplication</a:t>
          </a:r>
          <a:endParaRPr lang="en-CA" sz="1700" b="0" kern="1200" dirty="0"/>
        </a:p>
      </dsp:txBody>
      <dsp:txXfrm>
        <a:off x="0" y="427086"/>
        <a:ext cx="6575728" cy="1767150"/>
      </dsp:txXfrm>
    </dsp:sp>
    <dsp:sp modelId="{CBB70D34-1690-4950-A9F7-D46E9AA317C1}">
      <dsp:nvSpPr>
        <dsp:cNvPr id="0" name=""/>
        <dsp:cNvSpPr/>
      </dsp:nvSpPr>
      <dsp:spPr>
        <a:xfrm>
          <a:off x="328786" y="176166"/>
          <a:ext cx="4603009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983" tIns="0" rIns="17398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dirty="0"/>
            <a:t>Classes Parent et Enfants</a:t>
          </a:r>
          <a:endParaRPr lang="en-CA" sz="1700" kern="1200" dirty="0"/>
        </a:p>
      </dsp:txBody>
      <dsp:txXfrm>
        <a:off x="353284" y="200664"/>
        <a:ext cx="4554013" cy="452844"/>
      </dsp:txXfrm>
    </dsp:sp>
    <dsp:sp modelId="{4639A4EA-385B-4880-AB4C-F966EA222E9C}">
      <dsp:nvSpPr>
        <dsp:cNvPr id="0" name=""/>
        <dsp:cNvSpPr/>
      </dsp:nvSpPr>
      <dsp:spPr>
        <a:xfrm>
          <a:off x="0" y="2536956"/>
          <a:ext cx="6575728" cy="1552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0350" tIns="354076" rIns="51035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700" kern="1200" dirty="0"/>
            <a:t>Classe enfant hérite</a:t>
          </a:r>
          <a:endParaRPr lang="en-CA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700" kern="1200" dirty="0"/>
            <a:t>Attributs</a:t>
          </a:r>
          <a:endParaRPr lang="en-CA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700" kern="1200" dirty="0"/>
            <a:t>Méthodes non privées</a:t>
          </a:r>
          <a:endParaRPr lang="en-CA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700" kern="1200" dirty="0"/>
            <a:t>Peut surcharger/redéfinir méthodes</a:t>
          </a:r>
          <a:endParaRPr lang="en-CA" sz="1700" kern="1200" dirty="0"/>
        </a:p>
      </dsp:txBody>
      <dsp:txXfrm>
        <a:off x="0" y="2536956"/>
        <a:ext cx="6575728" cy="1552950"/>
      </dsp:txXfrm>
    </dsp:sp>
    <dsp:sp modelId="{468B5094-6AB7-4638-8280-88F3F0D07A4F}">
      <dsp:nvSpPr>
        <dsp:cNvPr id="0" name=""/>
        <dsp:cNvSpPr/>
      </dsp:nvSpPr>
      <dsp:spPr>
        <a:xfrm>
          <a:off x="328786" y="2286036"/>
          <a:ext cx="4603009" cy="5018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983" tIns="0" rIns="17398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dirty="0"/>
            <a:t>Héritage</a:t>
          </a:r>
          <a:endParaRPr lang="en-CA" sz="1700" kern="1200" dirty="0"/>
        </a:p>
      </dsp:txBody>
      <dsp:txXfrm>
        <a:off x="353284" y="2310534"/>
        <a:ext cx="4554013" cy="452844"/>
      </dsp:txXfrm>
    </dsp:sp>
    <dsp:sp modelId="{F1B50042-1489-41E8-99F8-FB546C8631E5}">
      <dsp:nvSpPr>
        <dsp:cNvPr id="0" name=""/>
        <dsp:cNvSpPr/>
      </dsp:nvSpPr>
      <dsp:spPr>
        <a:xfrm>
          <a:off x="0" y="4432626"/>
          <a:ext cx="6575728" cy="1499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0350" tIns="354076" rIns="51035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700" kern="1200" dirty="0"/>
            <a:t>Classe enfant peut appeler constructeur de classe parent</a:t>
          </a:r>
          <a:endParaRPr lang="en-CA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700" kern="1200" dirty="0"/>
            <a:t>super(paramètres);</a:t>
          </a:r>
          <a:endParaRPr lang="en-CA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Doit être la </a:t>
          </a:r>
          <a:r>
            <a:rPr lang="fr-FR" sz="1700" b="1" kern="1200" dirty="0"/>
            <a:t>première ligne </a:t>
          </a:r>
          <a:r>
            <a:rPr lang="fr-FR" sz="1700" kern="1200" dirty="0"/>
            <a:t>du constructeur</a:t>
          </a:r>
          <a:endParaRPr lang="en-CA" sz="1700" kern="1200" dirty="0"/>
        </a:p>
      </dsp:txBody>
      <dsp:txXfrm>
        <a:off x="0" y="4432626"/>
        <a:ext cx="6575728" cy="1499400"/>
      </dsp:txXfrm>
    </dsp:sp>
    <dsp:sp modelId="{5898FD71-467D-4FC6-A7F4-20AB8F82AF80}">
      <dsp:nvSpPr>
        <dsp:cNvPr id="0" name=""/>
        <dsp:cNvSpPr/>
      </dsp:nvSpPr>
      <dsp:spPr>
        <a:xfrm>
          <a:off x="328786" y="4181706"/>
          <a:ext cx="4603009" cy="5018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983" tIns="0" rIns="17398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 dirty="0"/>
            <a:t>Constructeurs</a:t>
          </a:r>
          <a:endParaRPr lang="en-CA" sz="1700" kern="1200" dirty="0"/>
        </a:p>
      </dsp:txBody>
      <dsp:txXfrm>
        <a:off x="353284" y="4206204"/>
        <a:ext cx="4554013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9493FA-321A-476B-B239-4726D8C0BC2B}">
      <dsp:nvSpPr>
        <dsp:cNvPr id="0" name=""/>
        <dsp:cNvSpPr/>
      </dsp:nvSpPr>
      <dsp:spPr>
        <a:xfrm>
          <a:off x="0" y="373009"/>
          <a:ext cx="5906181" cy="2009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385" tIns="458216" rIns="458385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200" kern="1200" dirty="0" err="1"/>
            <a:t>lireString</a:t>
          </a:r>
          <a:r>
            <a:rPr lang="fr-CA" sz="2200" kern="1200" dirty="0"/>
            <a:t>()</a:t>
          </a:r>
          <a:endParaRPr lang="en-C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2200" kern="1200" dirty="0" err="1"/>
            <a:t>lireInt</a:t>
          </a:r>
          <a:r>
            <a:rPr lang="en-GB" sz="2200" kern="1200" dirty="0"/>
            <a:t>[ln]()</a:t>
          </a:r>
          <a:endParaRPr lang="en-C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 err="1"/>
            <a:t>lireDouble</a:t>
          </a:r>
          <a:r>
            <a:rPr lang="en-GB" sz="2200" kern="1200" dirty="0"/>
            <a:t>[ln]()</a:t>
          </a:r>
          <a:endParaRPr lang="en-C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 err="1"/>
            <a:t>viderTampon</a:t>
          </a:r>
          <a:r>
            <a:rPr lang="en-GB" sz="2200" kern="1200" dirty="0"/>
            <a:t>()</a:t>
          </a:r>
          <a:endParaRPr lang="en-CA" sz="2200" kern="1200" dirty="0"/>
        </a:p>
      </dsp:txBody>
      <dsp:txXfrm>
        <a:off x="0" y="373009"/>
        <a:ext cx="5906181" cy="2009700"/>
      </dsp:txXfrm>
    </dsp:sp>
    <dsp:sp modelId="{EB3B06CC-CFD8-40F8-89C0-CC3B44E42195}">
      <dsp:nvSpPr>
        <dsp:cNvPr id="0" name=""/>
        <dsp:cNvSpPr/>
      </dsp:nvSpPr>
      <dsp:spPr>
        <a:xfrm>
          <a:off x="295309" y="48289"/>
          <a:ext cx="4134326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68" tIns="0" rIns="156268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 dirty="0"/>
            <a:t>Clavier</a:t>
          </a:r>
          <a:endParaRPr lang="en-CA" sz="2200" kern="1200" dirty="0"/>
        </a:p>
      </dsp:txBody>
      <dsp:txXfrm>
        <a:off x="327012" y="79992"/>
        <a:ext cx="4070920" cy="586034"/>
      </dsp:txXfrm>
    </dsp:sp>
    <dsp:sp modelId="{C8761492-0F6D-478E-B7F1-33F4E847EE3E}">
      <dsp:nvSpPr>
        <dsp:cNvPr id="0" name=""/>
        <dsp:cNvSpPr/>
      </dsp:nvSpPr>
      <dsp:spPr>
        <a:xfrm>
          <a:off x="0" y="2826229"/>
          <a:ext cx="5906181" cy="2356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8385" tIns="458216" rIns="458385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/>
            <a:t>Classe native de Java</a:t>
          </a:r>
          <a:endParaRPr lang="en-C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 err="1"/>
            <a:t>Instancier</a:t>
          </a:r>
          <a:r>
            <a:rPr lang="en-GB" sz="2200" kern="1200" dirty="0"/>
            <a:t>: new Scanner(System.in);</a:t>
          </a:r>
          <a:endParaRPr lang="en-C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 err="1"/>
            <a:t>Scanner.nextLine</a:t>
          </a:r>
          <a:r>
            <a:rPr lang="en-GB" sz="2200" kern="1200" dirty="0"/>
            <a:t>()</a:t>
          </a:r>
          <a:endParaRPr lang="en-C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 err="1"/>
            <a:t>Scanner.nextInt</a:t>
          </a:r>
          <a:r>
            <a:rPr lang="en-GB" sz="2200" kern="1200" dirty="0"/>
            <a:t>()</a:t>
          </a:r>
          <a:endParaRPr lang="en-C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 dirty="0" err="1"/>
            <a:t>Scanner.nextDouble</a:t>
          </a:r>
          <a:r>
            <a:rPr lang="en-GB" sz="2200" kern="1200" dirty="0"/>
            <a:t>()</a:t>
          </a:r>
          <a:endParaRPr lang="en-CA" sz="2200" kern="1200" dirty="0"/>
        </a:p>
      </dsp:txBody>
      <dsp:txXfrm>
        <a:off x="0" y="2826229"/>
        <a:ext cx="5906181" cy="2356200"/>
      </dsp:txXfrm>
    </dsp:sp>
    <dsp:sp modelId="{66A9FE4E-9E48-46CD-BC5C-7AABBE70A5E8}">
      <dsp:nvSpPr>
        <dsp:cNvPr id="0" name=""/>
        <dsp:cNvSpPr/>
      </dsp:nvSpPr>
      <dsp:spPr>
        <a:xfrm>
          <a:off x="295309" y="2501509"/>
          <a:ext cx="4134326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68" tIns="0" rIns="156268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 dirty="0"/>
            <a:t>Scanner</a:t>
          </a:r>
          <a:endParaRPr lang="en-CA" sz="2200" kern="1200" dirty="0"/>
        </a:p>
      </dsp:txBody>
      <dsp:txXfrm>
        <a:off x="327012" y="2533212"/>
        <a:ext cx="4070920" cy="5860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EFC2D-0EE2-4CF4-9799-66CAC39C7F14}">
      <dsp:nvSpPr>
        <dsp:cNvPr id="0" name=""/>
        <dsp:cNvSpPr/>
      </dsp:nvSpPr>
      <dsp:spPr>
        <a:xfrm>
          <a:off x="0" y="71878"/>
          <a:ext cx="6323021" cy="64759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700" kern="1200" dirty="0"/>
            <a:t>Enfant de EmployeSalarie</a:t>
          </a:r>
          <a:endParaRPr lang="en-US" sz="2700" kern="1200" dirty="0"/>
        </a:p>
      </dsp:txBody>
      <dsp:txXfrm>
        <a:off x="31613" y="103491"/>
        <a:ext cx="6259795" cy="584369"/>
      </dsp:txXfrm>
    </dsp:sp>
    <dsp:sp modelId="{1BD09602-27BC-4AC0-ADFA-F453A7C6829A}">
      <dsp:nvSpPr>
        <dsp:cNvPr id="0" name=""/>
        <dsp:cNvSpPr/>
      </dsp:nvSpPr>
      <dsp:spPr>
        <a:xfrm>
          <a:off x="0" y="797233"/>
          <a:ext cx="6323021" cy="647595"/>
        </a:xfrm>
        <a:prstGeom prst="roundRect">
          <a:avLst/>
        </a:prstGeom>
        <a:solidFill>
          <a:schemeClr val="accent4">
            <a:hueOff val="1871245"/>
            <a:satOff val="-10347"/>
            <a:lumOff val="-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700" kern="1200" dirty="0"/>
            <a:t>Attributs:</a:t>
          </a:r>
          <a:endParaRPr lang="en-US" sz="2700" kern="1200" dirty="0"/>
        </a:p>
      </dsp:txBody>
      <dsp:txXfrm>
        <a:off x="31613" y="828846"/>
        <a:ext cx="6259795" cy="584369"/>
      </dsp:txXfrm>
    </dsp:sp>
    <dsp:sp modelId="{6634FD66-63FC-450B-96DC-64CF47B3091C}">
      <dsp:nvSpPr>
        <dsp:cNvPr id="0" name=""/>
        <dsp:cNvSpPr/>
      </dsp:nvSpPr>
      <dsp:spPr>
        <a:xfrm>
          <a:off x="0" y="1444828"/>
          <a:ext cx="6323021" cy="1089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756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100" kern="1200"/>
            <a:t>String titre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100" kern="1200" dirty="0"/>
            <a:t>String domaine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100" kern="1200"/>
            <a:t>String superviseur</a:t>
          </a:r>
          <a:endParaRPr lang="en-US" sz="2100" kern="1200"/>
        </a:p>
      </dsp:txBody>
      <dsp:txXfrm>
        <a:off x="0" y="1444828"/>
        <a:ext cx="6323021" cy="1089854"/>
      </dsp:txXfrm>
    </dsp:sp>
    <dsp:sp modelId="{ED0E794F-50B1-4CB5-912C-023F50852D93}">
      <dsp:nvSpPr>
        <dsp:cNvPr id="0" name=""/>
        <dsp:cNvSpPr/>
      </dsp:nvSpPr>
      <dsp:spPr>
        <a:xfrm>
          <a:off x="0" y="2534683"/>
          <a:ext cx="6323021" cy="647595"/>
        </a:xfrm>
        <a:prstGeom prst="roundRect">
          <a:avLst/>
        </a:prstGeom>
        <a:solidFill>
          <a:schemeClr val="accent4">
            <a:hueOff val="3742489"/>
            <a:satOff val="-20694"/>
            <a:lumOff val="-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700" kern="1200"/>
            <a:t>Constructeurs</a:t>
          </a:r>
          <a:endParaRPr lang="en-US" sz="2700" kern="1200"/>
        </a:p>
      </dsp:txBody>
      <dsp:txXfrm>
        <a:off x="31613" y="2566296"/>
        <a:ext cx="6259795" cy="584369"/>
      </dsp:txXfrm>
    </dsp:sp>
    <dsp:sp modelId="{74101942-785B-433C-8A47-C45EF060B22C}">
      <dsp:nvSpPr>
        <dsp:cNvPr id="0" name=""/>
        <dsp:cNvSpPr/>
      </dsp:nvSpPr>
      <dsp:spPr>
        <a:xfrm>
          <a:off x="0" y="3182278"/>
          <a:ext cx="6323021" cy="1033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756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100" kern="1200" dirty="0"/>
            <a:t>Sans Paramètre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100" kern="1200" dirty="0"/>
            <a:t>Six Paramètres (Utilise Constructeur de classe parent à l’aide de super)</a:t>
          </a:r>
          <a:endParaRPr lang="en-US" sz="2100" kern="1200" dirty="0"/>
        </a:p>
      </dsp:txBody>
      <dsp:txXfrm>
        <a:off x="0" y="3182278"/>
        <a:ext cx="6323021" cy="1033964"/>
      </dsp:txXfrm>
    </dsp:sp>
    <dsp:sp modelId="{18ABC941-AC9C-4FEB-A7F4-3F38D1868030}">
      <dsp:nvSpPr>
        <dsp:cNvPr id="0" name=""/>
        <dsp:cNvSpPr/>
      </dsp:nvSpPr>
      <dsp:spPr>
        <a:xfrm>
          <a:off x="0" y="4216243"/>
          <a:ext cx="6323021" cy="647595"/>
        </a:xfrm>
        <a:prstGeom prst="roundRect">
          <a:avLst/>
        </a:prstGeom>
        <a:solidFill>
          <a:schemeClr val="accent4">
            <a:hueOff val="5613734"/>
            <a:satOff val="-31040"/>
            <a:lumOff val="-2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700" kern="1200" dirty="0"/>
            <a:t>Setters/Getters et toString</a:t>
          </a:r>
          <a:endParaRPr lang="en-US" sz="2700" kern="1200" dirty="0"/>
        </a:p>
      </dsp:txBody>
      <dsp:txXfrm>
        <a:off x="31613" y="4247856"/>
        <a:ext cx="6259795" cy="584369"/>
      </dsp:txXfrm>
    </dsp:sp>
    <dsp:sp modelId="{8496FE40-23F4-4598-8992-BDD9E183FCD7}">
      <dsp:nvSpPr>
        <dsp:cNvPr id="0" name=""/>
        <dsp:cNvSpPr/>
      </dsp:nvSpPr>
      <dsp:spPr>
        <a:xfrm>
          <a:off x="0" y="4941598"/>
          <a:ext cx="6323021" cy="647595"/>
        </a:xfrm>
        <a:prstGeom prst="roundRect">
          <a:avLst/>
        </a:prstGeom>
        <a:solidFill>
          <a:schemeClr val="accent4">
            <a:hueOff val="7484979"/>
            <a:satOff val="-41387"/>
            <a:lumOff val="-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Temps Estimé</a:t>
          </a:r>
        </a:p>
      </dsp:txBody>
      <dsp:txXfrm>
        <a:off x="31613" y="4973211"/>
        <a:ext cx="6259795" cy="584369"/>
      </dsp:txXfrm>
    </dsp:sp>
    <dsp:sp modelId="{2DBA8326-EA35-4E22-9D1F-4CF71D050A49}">
      <dsp:nvSpPr>
        <dsp:cNvPr id="0" name=""/>
        <dsp:cNvSpPr/>
      </dsp:nvSpPr>
      <dsp:spPr>
        <a:xfrm>
          <a:off x="0" y="5589193"/>
          <a:ext cx="6323021" cy="447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756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kern="1200" dirty="0"/>
            <a:t>~</a:t>
          </a:r>
          <a:r>
            <a:rPr lang="en-US" sz="2100" kern="1200" dirty="0"/>
            <a:t>10 mins</a:t>
          </a:r>
        </a:p>
      </dsp:txBody>
      <dsp:txXfrm>
        <a:off x="0" y="5589193"/>
        <a:ext cx="6323021" cy="4471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76B21F-36D0-41EE-8767-7E2A0795A6A9}">
      <dsp:nvSpPr>
        <dsp:cNvPr id="0" name=""/>
        <dsp:cNvSpPr/>
      </dsp:nvSpPr>
      <dsp:spPr>
        <a:xfrm>
          <a:off x="0" y="238895"/>
          <a:ext cx="6593366" cy="551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300" kern="1200"/>
            <a:t>Étapes</a:t>
          </a:r>
          <a:endParaRPr lang="en-US" sz="2300" kern="1200"/>
        </a:p>
      </dsp:txBody>
      <dsp:txXfrm>
        <a:off x="26930" y="265825"/>
        <a:ext cx="6539506" cy="497795"/>
      </dsp:txXfrm>
    </dsp:sp>
    <dsp:sp modelId="{8A345C23-0448-49FB-AA16-F24D632DCF30}">
      <dsp:nvSpPr>
        <dsp:cNvPr id="0" name=""/>
        <dsp:cNvSpPr/>
      </dsp:nvSpPr>
      <dsp:spPr>
        <a:xfrm>
          <a:off x="0" y="790550"/>
          <a:ext cx="6593366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339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1800" kern="1200" dirty="0"/>
            <a:t> </a:t>
          </a:r>
          <a:r>
            <a:rPr lang="en-GB" sz="1800" kern="1200" dirty="0" err="1"/>
            <a:t>Saisir</a:t>
          </a:r>
          <a:r>
            <a:rPr lang="en-GB" sz="1800" kern="1200" dirty="0"/>
            <a:t> 4 </a:t>
          </a:r>
          <a:r>
            <a:rPr lang="en-GB" sz="1800" kern="1200" dirty="0" err="1"/>
            <a:t>Employés</a:t>
          </a:r>
          <a:r>
            <a:rPr lang="en-GB" sz="1800" kern="1200" dirty="0"/>
            <a:t> (</a:t>
          </a:r>
          <a:r>
            <a:rPr lang="en-GB" sz="1800" kern="1200" dirty="0" err="1"/>
            <a:t>Employé</a:t>
          </a:r>
          <a:r>
            <a:rPr lang="en-GB" sz="1800" kern="1200" dirty="0"/>
            <a:t>, </a:t>
          </a:r>
          <a:r>
            <a:rPr lang="en-GB" sz="1800" kern="1200" dirty="0" err="1"/>
            <a:t>Salarié</a:t>
          </a:r>
          <a:r>
            <a:rPr lang="en-GB" sz="1800" kern="1200" dirty="0"/>
            <a:t>, </a:t>
          </a:r>
          <a:r>
            <a:rPr lang="en-GB" sz="1800" kern="1200" dirty="0" err="1"/>
            <a:t>Horaire</a:t>
          </a:r>
          <a:r>
            <a:rPr lang="en-GB" sz="1800" kern="1200" dirty="0"/>
            <a:t>, Admin)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1800" kern="1200" dirty="0"/>
            <a:t> Stocker dans Tableau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GB" sz="1800" kern="1200" dirty="0"/>
            <a:t> </a:t>
          </a:r>
          <a:r>
            <a:rPr lang="en-GB" sz="1800" kern="1200" dirty="0" err="1"/>
            <a:t>Afficher</a:t>
          </a:r>
          <a:r>
            <a:rPr lang="en-GB" sz="1800" kern="1200" dirty="0"/>
            <a:t> Tableau</a:t>
          </a:r>
          <a:endParaRPr lang="en-US" sz="1800" kern="1200" dirty="0"/>
        </a:p>
      </dsp:txBody>
      <dsp:txXfrm>
        <a:off x="0" y="790550"/>
        <a:ext cx="6593366" cy="928395"/>
      </dsp:txXfrm>
    </dsp:sp>
    <dsp:sp modelId="{6824B528-442C-4A26-8990-B36C5FC426A6}">
      <dsp:nvSpPr>
        <dsp:cNvPr id="0" name=""/>
        <dsp:cNvSpPr/>
      </dsp:nvSpPr>
      <dsp:spPr>
        <a:xfrm>
          <a:off x="0" y="1718946"/>
          <a:ext cx="6593366" cy="551655"/>
        </a:xfrm>
        <a:prstGeom prst="roundRect">
          <a:avLst/>
        </a:prstGeom>
        <a:solidFill>
          <a:schemeClr val="accent4">
            <a:hueOff val="3742489"/>
            <a:satOff val="-20694"/>
            <a:lumOff val="-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Clean Code - </a:t>
          </a:r>
          <a:r>
            <a:rPr lang="fr-CA" sz="2300" b="1" kern="1200"/>
            <a:t>Évitez Duplication de Code </a:t>
          </a:r>
          <a:endParaRPr lang="en-US" sz="2300" kern="1200"/>
        </a:p>
      </dsp:txBody>
      <dsp:txXfrm>
        <a:off x="26930" y="1745876"/>
        <a:ext cx="6539506" cy="497795"/>
      </dsp:txXfrm>
    </dsp:sp>
    <dsp:sp modelId="{1253190F-D40A-4E02-8E07-4DC8BA66A855}">
      <dsp:nvSpPr>
        <dsp:cNvPr id="0" name=""/>
        <dsp:cNvSpPr/>
      </dsp:nvSpPr>
      <dsp:spPr>
        <a:xfrm>
          <a:off x="0" y="2270601"/>
          <a:ext cx="6593366" cy="2428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339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800" kern="1200"/>
            <a:t>Créez</a:t>
          </a:r>
          <a:r>
            <a:rPr lang="fr-CA" sz="1800" kern="1200"/>
            <a:t> des méthodes auxiliaires pour:</a:t>
          </a:r>
          <a:endParaRPr lang="en-US" sz="1800" kern="120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1800" kern="1200"/>
            <a:t>Saisir attributs </a:t>
          </a:r>
          <a:endParaRPr lang="en-US" sz="1800" kern="120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1800" kern="1200" dirty="0"/>
            <a:t>Saisir types (int, double, String) avec </a:t>
          </a:r>
          <a:r>
            <a:rPr lang="fr-CA" sz="1800" kern="1200" dirty="0" err="1"/>
            <a:t>try</a:t>
          </a:r>
          <a:r>
            <a:rPr lang="fr-CA" sz="1800" kern="1200" dirty="0"/>
            <a:t>/catch et messages d’invitation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1800" kern="1200" dirty="0"/>
            <a:t>Afficher Tableau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IntelliJ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Extraire </a:t>
          </a:r>
          <a:r>
            <a:rPr lang="en-US" sz="1800" kern="1200" dirty="0" err="1"/>
            <a:t>chaîne</a:t>
          </a:r>
          <a:r>
            <a:rPr lang="en-US" sz="1800" kern="1200" dirty="0"/>
            <a:t> (messages) </a:t>
          </a:r>
          <a:r>
            <a:rPr lang="en-US" sz="1800" kern="1200" dirty="0" err="1"/>
            <a:t>en</a:t>
          </a:r>
          <a:r>
            <a:rPr lang="fr-CA" sz="1800" kern="1200" dirty="0"/>
            <a:t> constantes (Ctrl + Alt + C)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Extraire Méthodes (Ctrl + Alt + M)</a:t>
          </a:r>
        </a:p>
      </dsp:txBody>
      <dsp:txXfrm>
        <a:off x="0" y="2270601"/>
        <a:ext cx="6593366" cy="2428110"/>
      </dsp:txXfrm>
    </dsp:sp>
    <dsp:sp modelId="{4558F6F7-CE1C-4EBE-8A7B-D4388AAFCC0F}">
      <dsp:nvSpPr>
        <dsp:cNvPr id="0" name=""/>
        <dsp:cNvSpPr/>
      </dsp:nvSpPr>
      <dsp:spPr>
        <a:xfrm>
          <a:off x="0" y="4698710"/>
          <a:ext cx="6593366" cy="551655"/>
        </a:xfrm>
        <a:prstGeom prst="roundRect">
          <a:avLst/>
        </a:prstGeom>
        <a:solidFill>
          <a:schemeClr val="accent4">
            <a:hueOff val="7484979"/>
            <a:satOff val="-41387"/>
            <a:lumOff val="-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Temps Estimé</a:t>
          </a:r>
        </a:p>
      </dsp:txBody>
      <dsp:txXfrm>
        <a:off x="26930" y="4725640"/>
        <a:ext cx="6539506" cy="497795"/>
      </dsp:txXfrm>
    </dsp:sp>
    <dsp:sp modelId="{A67ECCA2-ACE5-4E3B-83EC-F075D87E7AE8}">
      <dsp:nvSpPr>
        <dsp:cNvPr id="0" name=""/>
        <dsp:cNvSpPr/>
      </dsp:nvSpPr>
      <dsp:spPr>
        <a:xfrm>
          <a:off x="0" y="5250366"/>
          <a:ext cx="6593366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339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 dirty="0"/>
            <a:t>~1h (Version brouillon)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 dirty="0"/>
            <a:t>~1h40 (</a:t>
          </a:r>
          <a:r>
            <a:rPr lang="fr-FR" sz="1800" kern="1200" dirty="0"/>
            <a:t>Version propre et bien structurée</a:t>
          </a:r>
          <a:r>
            <a:rPr lang="en-GB" sz="1800" kern="1200" dirty="0"/>
            <a:t>)</a:t>
          </a:r>
          <a:endParaRPr lang="en-US" sz="1800" kern="1200" dirty="0"/>
        </a:p>
      </dsp:txBody>
      <dsp:txXfrm>
        <a:off x="0" y="5250366"/>
        <a:ext cx="6593366" cy="618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3EBD0-FBFB-4FF0-9E96-2D9791E19754}" type="datetimeFigureOut">
              <a:rPr lang="en-CA" smtClean="0"/>
              <a:t>2025-05-07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318B9-B2A3-4158-80AF-1B1E52D273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7362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318B9-B2A3-4158-80AF-1B1E52D273CD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4471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Pour 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dirty="0" err="1"/>
              <a:t>labo</a:t>
            </a:r>
            <a:r>
              <a:rPr lang="en-GB" dirty="0"/>
              <a:t>, on </a:t>
            </a:r>
            <a:r>
              <a:rPr lang="en-GB" dirty="0" err="1"/>
              <a:t>va</a:t>
            </a:r>
            <a:r>
              <a:rPr lang="en-GB" dirty="0"/>
              <a:t> </a:t>
            </a:r>
            <a:r>
              <a:rPr lang="en-GB" dirty="0" err="1"/>
              <a:t>saisir</a:t>
            </a:r>
            <a:r>
              <a:rPr lang="en-GB" dirty="0"/>
              <a:t> des Strings, des </a:t>
            </a:r>
            <a:r>
              <a:rPr lang="en-GB" dirty="0" err="1"/>
              <a:t>entiers</a:t>
            </a:r>
            <a:r>
              <a:rPr lang="en-GB" dirty="0"/>
              <a:t> et des doubles.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 err="1"/>
              <a:t>Voici</a:t>
            </a:r>
            <a:r>
              <a:rPr lang="en-GB" dirty="0"/>
              <a:t> les </a:t>
            </a:r>
            <a:r>
              <a:rPr lang="en-GB" dirty="0" err="1"/>
              <a:t>méthodes</a:t>
            </a:r>
            <a:r>
              <a:rPr lang="en-GB" dirty="0"/>
              <a:t> </a:t>
            </a:r>
            <a:r>
              <a:rPr lang="en-GB" dirty="0" err="1"/>
              <a:t>nécessaires</a:t>
            </a:r>
            <a:r>
              <a:rPr lang="en-GB" dirty="0"/>
              <a:t> au </a:t>
            </a:r>
            <a:r>
              <a:rPr lang="en-GB" dirty="0" err="1"/>
              <a:t>labo</a:t>
            </a:r>
            <a:r>
              <a:rPr lang="en-GB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 err="1"/>
              <a:t>Utilisez</a:t>
            </a:r>
            <a:r>
              <a:rPr lang="en-GB" dirty="0"/>
              <a:t> </a:t>
            </a:r>
            <a:r>
              <a:rPr lang="en-GB" dirty="0" err="1"/>
              <a:t>soit</a:t>
            </a:r>
            <a:r>
              <a:rPr lang="en-GB" dirty="0"/>
              <a:t> Clavier </a:t>
            </a:r>
            <a:r>
              <a:rPr lang="en-GB" dirty="0" err="1"/>
              <a:t>ou</a:t>
            </a:r>
            <a:r>
              <a:rPr lang="en-GB" dirty="0"/>
              <a:t> Scanner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 err="1"/>
              <a:t>Scanner.nextLine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utilis</a:t>
            </a:r>
            <a:r>
              <a:rPr lang="fr-CA" dirty="0" err="1"/>
              <a:t>ée</a:t>
            </a:r>
            <a:r>
              <a:rPr lang="fr-CA" dirty="0"/>
              <a:t> pour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CA" dirty="0"/>
              <a:t>Lire String (</a:t>
            </a:r>
            <a:r>
              <a:rPr lang="fr-FR" dirty="0"/>
              <a:t>lire une ligne complète (chaîne de caractères))</a:t>
            </a:r>
            <a:endParaRPr lang="fr-CA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CA" dirty="0"/>
              <a:t>Lire Fin Ligne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CA" dirty="0"/>
              <a:t>Vider Tampon (</a:t>
            </a:r>
            <a:r>
              <a:rPr lang="fr-FR" dirty="0"/>
              <a:t>nettoyer le tampon après un </a:t>
            </a:r>
            <a:r>
              <a:rPr lang="fr-FR" dirty="0" err="1"/>
              <a:t>nextInt</a:t>
            </a:r>
            <a:r>
              <a:rPr lang="fr-FR" dirty="0"/>
              <a:t>() ou </a:t>
            </a:r>
            <a:r>
              <a:rPr lang="fr-FR" dirty="0" err="1"/>
              <a:t>nextDouble</a:t>
            </a:r>
            <a:r>
              <a:rPr lang="fr-FR" dirty="0"/>
              <a:t>())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318B9-B2A3-4158-80AF-1B1E52D273CD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7218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dirty="0"/>
              <a:t>Admin est un </a:t>
            </a:r>
            <a:r>
              <a:rPr lang="fr-CA" b="1" dirty="0"/>
              <a:t>enfant</a:t>
            </a:r>
            <a:r>
              <a:rPr lang="fr-CA" dirty="0"/>
              <a:t> d’EmployeSalarie</a:t>
            </a:r>
            <a:endParaRPr lang="en-C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 err="1"/>
              <a:t>Attributs</a:t>
            </a:r>
            <a:r>
              <a:rPr lang="en-CA" dirty="0"/>
              <a:t>: titre, </a:t>
            </a:r>
            <a:r>
              <a:rPr lang="en-CA" dirty="0" err="1"/>
              <a:t>domaine</a:t>
            </a:r>
            <a:r>
              <a:rPr lang="en-CA" dirty="0"/>
              <a:t>, </a:t>
            </a:r>
            <a:r>
              <a:rPr lang="en-CA" dirty="0" err="1"/>
              <a:t>superviseur</a:t>
            </a:r>
            <a:endParaRPr lang="en-C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 err="1"/>
              <a:t>Constructeurs</a:t>
            </a:r>
            <a:r>
              <a:rPr lang="en-CA" dirty="0"/>
              <a:t>: Sans </a:t>
            </a:r>
            <a:r>
              <a:rPr lang="en-CA" dirty="0" err="1"/>
              <a:t>paramètres</a:t>
            </a:r>
            <a:r>
              <a:rPr lang="en-CA" dirty="0"/>
              <a:t>, six </a:t>
            </a:r>
            <a:r>
              <a:rPr lang="en-CA" dirty="0" err="1"/>
              <a:t>paramètres</a:t>
            </a:r>
            <a:r>
              <a:rPr lang="en-CA" dirty="0"/>
              <a:t> (</a:t>
            </a:r>
            <a:r>
              <a:rPr lang="en-CA" dirty="0" err="1"/>
              <a:t>appelle</a:t>
            </a:r>
            <a:r>
              <a:rPr lang="en-CA" dirty="0"/>
              <a:t> </a:t>
            </a:r>
            <a:r>
              <a:rPr lang="en-CA" dirty="0" err="1"/>
              <a:t>constructeur</a:t>
            </a:r>
            <a:r>
              <a:rPr lang="en-CA" dirty="0"/>
              <a:t> </a:t>
            </a:r>
            <a:r>
              <a:rPr lang="fr-CA" dirty="0"/>
              <a:t>d’EmployeSalarie avec </a:t>
            </a:r>
            <a:r>
              <a:rPr lang="fr-CA" b="1" dirty="0"/>
              <a:t>super</a:t>
            </a:r>
            <a:r>
              <a:rPr lang="en-CA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Setters/Getters et </a:t>
            </a:r>
            <a:r>
              <a:rPr lang="en-CA" b="1" dirty="0" err="1"/>
              <a:t>toString</a:t>
            </a:r>
            <a:r>
              <a:rPr lang="en-CA" dirty="0"/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CA" dirty="0"/>
              <a:t> Vous pouvez supprimez les setters/getters que vous n’avez pas besoin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fr-C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dirty="0" err="1"/>
              <a:t>Astuce</a:t>
            </a:r>
            <a:r>
              <a:rPr lang="en-CA" dirty="0"/>
              <a:t> IntelliJ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CA" dirty="0"/>
              <a:t>Vous pouvez </a:t>
            </a:r>
            <a:r>
              <a:rPr lang="fr-FR" dirty="0"/>
              <a:t>les outils de génération automatique d’</a:t>
            </a:r>
            <a:r>
              <a:rPr lang="fr-FR" dirty="0" err="1"/>
              <a:t>IntelliJ</a:t>
            </a:r>
            <a:r>
              <a:rPr lang="fr-FR" dirty="0"/>
              <a:t> (Alt + Insert)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CA" dirty="0"/>
              <a:t>ou écrire manuellement si vous voulez </a:t>
            </a:r>
            <a:r>
              <a:rPr lang="fr-CA" b="1" dirty="0"/>
              <a:t>pratiquer/mémorisez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fr-CA" b="1" dirty="0"/>
              <a:t>Temps Estimé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CA" b="0" dirty="0"/>
              <a:t>Environ 10 mins (moins si vous utilisez </a:t>
            </a:r>
            <a:r>
              <a:rPr lang="fr-CA" b="0" dirty="0" err="1"/>
              <a:t>génératiion</a:t>
            </a:r>
            <a:r>
              <a:rPr lang="fr-CA" b="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318B9-B2A3-4158-80AF-1B1E52D273CD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8552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+mj-lt"/>
              <a:buNone/>
            </a:pPr>
            <a:r>
              <a:rPr lang="en-GB" b="1" dirty="0"/>
              <a:t>Étapes</a:t>
            </a:r>
          </a:p>
          <a:p>
            <a:pPr lvl="0">
              <a:buFont typeface="+mj-lt"/>
              <a:buAutoNum type="arabicPeriod"/>
            </a:pPr>
            <a:r>
              <a:rPr lang="en-GB" dirty="0"/>
              <a:t> </a:t>
            </a:r>
            <a:r>
              <a:rPr lang="en-GB" dirty="0" err="1"/>
              <a:t>Saisir</a:t>
            </a:r>
            <a:r>
              <a:rPr lang="en-GB" dirty="0"/>
              <a:t> 4 </a:t>
            </a:r>
            <a:r>
              <a:rPr lang="en-GB" dirty="0" err="1"/>
              <a:t>Employés</a:t>
            </a:r>
            <a:r>
              <a:rPr lang="en-GB" dirty="0"/>
              <a:t> (</a:t>
            </a:r>
            <a:r>
              <a:rPr lang="en-GB" dirty="0" err="1"/>
              <a:t>Employé</a:t>
            </a:r>
            <a:r>
              <a:rPr lang="en-GB" dirty="0"/>
              <a:t>, </a:t>
            </a:r>
            <a:r>
              <a:rPr lang="en-GB" dirty="0" err="1"/>
              <a:t>Salarié</a:t>
            </a:r>
            <a:r>
              <a:rPr lang="en-GB" dirty="0"/>
              <a:t>, </a:t>
            </a:r>
            <a:r>
              <a:rPr lang="en-GB" dirty="0" err="1"/>
              <a:t>Horaire</a:t>
            </a:r>
            <a:r>
              <a:rPr lang="en-GB" dirty="0"/>
              <a:t>, Admin)</a:t>
            </a:r>
            <a:endParaRPr lang="en-US" dirty="0"/>
          </a:p>
          <a:p>
            <a:pPr lvl="0">
              <a:buFont typeface="+mj-lt"/>
              <a:buAutoNum type="arabicPeriod"/>
            </a:pPr>
            <a:r>
              <a:rPr lang="en-GB" dirty="0"/>
              <a:t> Stocker </a:t>
            </a:r>
            <a:r>
              <a:rPr lang="en-GB" dirty="0" err="1"/>
              <a:t>objets</a:t>
            </a:r>
            <a:r>
              <a:rPr lang="en-GB" dirty="0"/>
              <a:t> dans Tableau</a:t>
            </a:r>
            <a:endParaRPr lang="en-US" dirty="0"/>
          </a:p>
          <a:p>
            <a:pPr lvl="0">
              <a:buFont typeface="+mj-lt"/>
              <a:buAutoNum type="arabicPeriod"/>
            </a:pPr>
            <a:r>
              <a:rPr lang="en-GB" dirty="0"/>
              <a:t> </a:t>
            </a:r>
            <a:r>
              <a:rPr lang="en-GB" dirty="0" err="1"/>
              <a:t>Afficher</a:t>
            </a:r>
            <a:r>
              <a:rPr lang="en-GB" dirty="0"/>
              <a:t> Tableau (</a:t>
            </a:r>
            <a:r>
              <a:rPr lang="fr-FR" dirty="0"/>
              <a:t>en précisant le type de chaque employé avec </a:t>
            </a:r>
            <a:r>
              <a:rPr lang="fr-FR" dirty="0" err="1"/>
              <a:t>getClass</a:t>
            </a:r>
            <a:r>
              <a:rPr lang="fr-FR" dirty="0"/>
              <a:t>().</a:t>
            </a:r>
            <a:r>
              <a:rPr lang="fr-FR" dirty="0" err="1"/>
              <a:t>getSimpleName</a:t>
            </a:r>
            <a:r>
              <a:rPr lang="fr-FR" dirty="0"/>
              <a:t>() </a:t>
            </a:r>
            <a:r>
              <a:rPr lang="en-GB" dirty="0"/>
              <a:t>)</a:t>
            </a:r>
            <a:endParaRPr lang="en-US" dirty="0"/>
          </a:p>
          <a:p>
            <a:endParaRPr lang="en-CA" dirty="0"/>
          </a:p>
          <a:p>
            <a:r>
              <a:rPr lang="en-CA" b="1" dirty="0"/>
              <a:t>Pratiques de Clean Code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0" dirty="0" err="1"/>
              <a:t>Factorisez</a:t>
            </a:r>
            <a:r>
              <a:rPr lang="en-CA" b="0" dirty="0"/>
              <a:t> </a:t>
            </a:r>
            <a:r>
              <a:rPr lang="en-CA" b="0" dirty="0" err="1"/>
              <a:t>votre</a:t>
            </a:r>
            <a:r>
              <a:rPr lang="en-CA" b="0" dirty="0"/>
              <a:t> code </a:t>
            </a:r>
            <a:r>
              <a:rPr lang="en-CA" b="0" dirty="0" err="1"/>
              <a:t>en</a:t>
            </a:r>
            <a:r>
              <a:rPr lang="en-CA" b="0" dirty="0"/>
              <a:t> </a:t>
            </a:r>
            <a:r>
              <a:rPr lang="en-CA" b="0" dirty="0" err="1"/>
              <a:t>plusieurs</a:t>
            </a:r>
            <a:r>
              <a:rPr lang="en-CA" b="0" dirty="0"/>
              <a:t> </a:t>
            </a:r>
            <a:r>
              <a:rPr lang="en-CA" b="0" dirty="0" err="1"/>
              <a:t>méthodes</a:t>
            </a:r>
            <a:r>
              <a:rPr lang="en-CA" b="0" dirty="0"/>
              <a:t> </a:t>
            </a:r>
            <a:r>
              <a:rPr lang="en-CA" b="0" dirty="0" err="1"/>
              <a:t>auxiliaires</a:t>
            </a:r>
            <a:r>
              <a:rPr lang="en-CA" b="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0" dirty="0"/>
              <a:t>IntelliJ: </a:t>
            </a:r>
            <a:r>
              <a:rPr lang="en-CA" b="0" dirty="0" err="1"/>
              <a:t>Utilisez</a:t>
            </a:r>
            <a:r>
              <a:rPr lang="en-CA" b="0" dirty="0"/>
              <a:t> </a:t>
            </a:r>
            <a:r>
              <a:rPr lang="en-CA" b="0" dirty="0" err="1"/>
              <a:t>l’extraction</a:t>
            </a:r>
            <a:r>
              <a:rPr lang="en-CA" b="0" dirty="0"/>
              <a:t> de </a:t>
            </a:r>
            <a:r>
              <a:rPr lang="en-CA" b="0" dirty="0" err="1"/>
              <a:t>constantes</a:t>
            </a:r>
            <a:r>
              <a:rPr lang="en-CA" b="0" dirty="0"/>
              <a:t>, de </a:t>
            </a:r>
            <a:r>
              <a:rPr lang="en-CA" b="0" dirty="0" err="1"/>
              <a:t>méthodes</a:t>
            </a:r>
            <a:r>
              <a:rPr lang="en-CA" b="0" dirty="0"/>
              <a:t> et de </a:t>
            </a:r>
            <a:r>
              <a:rPr lang="en-CA" b="0" dirty="0" err="1"/>
              <a:t>paramètres</a:t>
            </a:r>
            <a:endParaRPr lang="en-CA" b="0" dirty="0"/>
          </a:p>
          <a:p>
            <a:pPr marL="0" indent="0">
              <a:buFont typeface="Arial" panose="020B0604020202020204" pitchFamily="34" charset="0"/>
              <a:buNone/>
            </a:pPr>
            <a:endParaRPr lang="en-CA" b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CA" b="1" dirty="0"/>
              <a:t>Temps Estimé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1h pour faire </a:t>
            </a:r>
            <a:r>
              <a:rPr lang="en-CA" b="1" dirty="0" err="1"/>
              <a:t>une</a:t>
            </a:r>
            <a:r>
              <a:rPr lang="en-CA" b="1" dirty="0"/>
              <a:t> version </a:t>
            </a:r>
            <a:r>
              <a:rPr lang="en-CA" b="1" dirty="0" err="1"/>
              <a:t>brouillon</a:t>
            </a:r>
            <a:endParaRPr lang="en-CA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+40 </a:t>
            </a:r>
            <a:r>
              <a:rPr lang="en-CA" b="1"/>
              <a:t>mins pour </a:t>
            </a:r>
            <a:r>
              <a:rPr lang="en-CA" b="1" dirty="0"/>
              <a:t>version propre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CA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318B9-B2A3-4158-80AF-1B1E52D273CD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4284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5/7/2025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1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notesSlide" Target="../notesSlides/notesSlide2.xml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INF2120 Lab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George Fam</a:t>
            </a: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58A187-A4B1-42EB-A4C7-8635BA507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F14E7F-3054-458C-ACF9-A8DA1757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747C1C-97FC-4D70-A6C8-A01FBCF5A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5CDC370-AE44-4300-98BA-FE204E881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7B15501-CB9A-4642-80EE-2876EF03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AFF9525-325F-47B3-A63C-93C12253A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D071C0CD-5EFD-45A1-AAFD-61C3D4A65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03302C-20A2-4C4F-9760-E85AE1041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10912338" cy="557107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00F093B-0739-4429-B30D-D72924D08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9702" y="809244"/>
            <a:ext cx="10579608" cy="5239512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2B989-B17D-5697-5C47-326C7123C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86" y="1446715"/>
            <a:ext cx="9637485" cy="32993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6800" cap="all" spc="-100"/>
              <a:t>Rappel des Concepts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B92999-6A40-480A-8965-2F20DFB0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640856"/>
            <a:ext cx="1920240" cy="7315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5573B87-7D61-460C-9ADA-EF63674E3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AF6B7C-985D-4351-9564-8DBDF5BB0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88433F4-33AB-4CE1-9DE3-72A840365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21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9295F-E638-4F61-AFE2-CF3E4055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</a:t>
            </a:r>
            <a:r>
              <a:rPr lang="fr-CA" dirty="0"/>
              <a:t>éritage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C8A9DD9-6DC5-05BD-B908-0C31814C49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0965689"/>
              </p:ext>
            </p:extLst>
          </p:nvPr>
        </p:nvGraphicFramePr>
        <p:xfrm>
          <a:off x="5176300" y="374904"/>
          <a:ext cx="6575728" cy="6108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49548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86B2EA-1B6D-F760-5BED-5C21B002D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45E8189-5614-55F7-9938-C54E926AD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5ED9BD-B8EC-C20E-C5DF-295931BD6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62357F-5618-91A4-828D-6E3C531D9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fr-CA" dirty="0"/>
              <a:t>Classes de Saisie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45B760-8771-9B39-3FAA-E364EE92C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F5438A6-CEA1-D924-8E9E-EC75B4A64A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0562584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68396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58A187-A4B1-42EB-A4C7-8635BA507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F14E7F-3054-458C-ACF9-A8DA1757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747C1C-97FC-4D70-A6C8-A01FBCF5A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5CDC370-AE44-4300-98BA-FE204E881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7B15501-CB9A-4642-80EE-2876EF03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FF9525-325F-47B3-A63C-93C12253A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071C0CD-5EFD-45A1-AAFD-61C3D4A65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03302C-20A2-4C4F-9760-E85AE1041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10912338" cy="557107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CA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00F093B-0739-4429-B30D-D72924D08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9702" y="809244"/>
            <a:ext cx="10579608" cy="5239512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49DA9-E0A4-D7F8-9B68-599909A66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86" y="1446715"/>
            <a:ext cx="9637485" cy="32993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6800" cap="all" spc="-100"/>
              <a:t>Présentation de l’énoncé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B92999-6A40-480A-8965-2F20DFB0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640856"/>
            <a:ext cx="1920240" cy="7315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5573B87-7D61-460C-9ADA-EF63674E3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AAF6B7C-985D-4351-9564-8DBDF5BB0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88433F4-33AB-4CE1-9DE3-72A840365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616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EFFD57-9569-5D05-B731-0EB4F14E5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fr-CA" dirty="0"/>
              <a:t>Classe Administrateur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5515DB-69DA-137A-3D21-09127AB767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6200756"/>
              </p:ext>
            </p:extLst>
          </p:nvPr>
        </p:nvGraphicFramePr>
        <p:xfrm>
          <a:off x="5295569" y="374904"/>
          <a:ext cx="6323021" cy="6108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41162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2B17EC-B0D0-1A59-F3A4-955E3010C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fr-CA" dirty="0"/>
              <a:t>Classe de Test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1B5A6F-06A0-2EA6-A3CB-8F88A22CAF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1699389"/>
              </p:ext>
            </p:extLst>
          </p:nvPr>
        </p:nvGraphicFramePr>
        <p:xfrm>
          <a:off x="5025224" y="374904"/>
          <a:ext cx="6593367" cy="6108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343720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3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75FBC4-9D33-46BE-911D-419763BA9AF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{9A904AC9-2937-4E51-BBE0-1A68C8F58A65}tf56219246_win32</Template>
  <TotalTime>165</TotalTime>
  <Words>480</Words>
  <Application>Microsoft Office PowerPoint</Application>
  <PresentationFormat>Widescreen</PresentationFormat>
  <Paragraphs>93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Avenir Next LT Pro</vt:lpstr>
      <vt:lpstr>Avenir Next LT Pro Light</vt:lpstr>
      <vt:lpstr>Garamond</vt:lpstr>
      <vt:lpstr>SavonVTI</vt:lpstr>
      <vt:lpstr>INF2120 Lab 2</vt:lpstr>
      <vt:lpstr>Rappel des Concepts</vt:lpstr>
      <vt:lpstr>Héritage</vt:lpstr>
      <vt:lpstr>Classes de Saisie</vt:lpstr>
      <vt:lpstr>Présentation de l’énoncé</vt:lpstr>
      <vt:lpstr>Classe Administrateur</vt:lpstr>
      <vt:lpstr>Classe de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INF2120 Lab 1</dc:title>
  <dc:creator>George Fam</dc:creator>
  <cp:lastModifiedBy>George</cp:lastModifiedBy>
  <cp:revision>8</cp:revision>
  <dcterms:created xsi:type="dcterms:W3CDTF">2025-04-29T07:33:49Z</dcterms:created>
  <dcterms:modified xsi:type="dcterms:W3CDTF">2025-05-07T10:11:41Z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