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3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4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93" r:id="rId5"/>
    <p:sldId id="295" r:id="rId6"/>
    <p:sldId id="296" r:id="rId7"/>
    <p:sldId id="297" r:id="rId8"/>
    <p:sldId id="29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01" autoAdjust="0"/>
    <p:restoredTop sz="94619" autoAdjust="0"/>
  </p:normalViewPr>
  <p:slideViewPr>
    <p:cSldViewPr snapToGrid="0">
      <p:cViewPr varScale="1">
        <p:scale>
          <a:sx n="156" d="100"/>
          <a:sy n="156" d="100"/>
        </p:scale>
        <p:origin x="123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9" d="100"/>
          <a:sy n="159" d="100"/>
        </p:scale>
        <p:origin x="4891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ena01.uqam.ca/pluginfile.php/9039942/mod_label/intro/NotesCours_Streams_v1.0.pdf#page=4" TargetMode="Externa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stream/Stream.html#noneMatch-java.util.function.Predicate-" TargetMode="External"/><Relationship Id="rId7" Type="http://schemas.openxmlformats.org/officeDocument/2006/relationships/hyperlink" Target="https://docs.oracle.com/en/java/javase/16/docs/api/java.base/java/util/stream/Stream.html#toList()" TargetMode="External"/><Relationship Id="rId2" Type="http://schemas.openxmlformats.org/officeDocument/2006/relationships/hyperlink" Target="https://docs.oracle.com/javase/8/docs/api/java/util/stream/Stream.html#allMatch-java.util.function.Predicate-" TargetMode="External"/><Relationship Id="rId1" Type="http://schemas.openxmlformats.org/officeDocument/2006/relationships/hyperlink" Target="https://docs.oracle.com/javase/8/docs/api/java/util/stream/Stream.html#forEach-java.util.function.Consumer-" TargetMode="External"/><Relationship Id="rId6" Type="http://schemas.openxmlformats.org/officeDocument/2006/relationships/hyperlink" Target="https://docs.oracle.com/javase/8/docs/api/java/util/stream/Stream.html#toArray-java.util.function.IntFunction-" TargetMode="External"/><Relationship Id="rId5" Type="http://schemas.openxmlformats.org/officeDocument/2006/relationships/hyperlink" Target="https://docs.oracle.com/javase/8/docs/api/java/util/stream/Stream.html#toArray--" TargetMode="External"/><Relationship Id="rId4" Type="http://schemas.openxmlformats.org/officeDocument/2006/relationships/hyperlink" Target="https://docs.oracle.com/javase/8/docs/api/java/util/stream/Stream.html#count--" TargetMode="Externa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oracle.com/javase/8/docs/api/java/util/stream/Stream.html#sorted-java.util.Comparator-" TargetMode="External"/><Relationship Id="rId3" Type="http://schemas.openxmlformats.org/officeDocument/2006/relationships/hyperlink" Target="https://docs.oracle.com/javase/8/docs/api/java/util/stream/Stream.html#mapToLong-java.util.function.ToLongFunction-" TargetMode="External"/><Relationship Id="rId7" Type="http://schemas.openxmlformats.org/officeDocument/2006/relationships/hyperlink" Target="https://docs.oracle.com/javase/8/docs/api/java/util/stream/Stream.html#sorted--" TargetMode="External"/><Relationship Id="rId2" Type="http://schemas.openxmlformats.org/officeDocument/2006/relationships/hyperlink" Target="https://docs.oracle.com/javase/8/docs/api/java/util/stream/Stream.html#mapToInt-java.util.function.ToIntFunction-" TargetMode="External"/><Relationship Id="rId1" Type="http://schemas.openxmlformats.org/officeDocument/2006/relationships/hyperlink" Target="https://docs.oracle.com/javase/8/docs/api/java/util/stream/Stream.html#map-java.util.function.Function-" TargetMode="External"/><Relationship Id="rId6" Type="http://schemas.openxmlformats.org/officeDocument/2006/relationships/hyperlink" Target="https://docs.oracle.com/javase/8/docs/api/java/util/stream/Stream.html#distinct--" TargetMode="External"/><Relationship Id="rId5" Type="http://schemas.openxmlformats.org/officeDocument/2006/relationships/hyperlink" Target="https://docs.oracle.com/javase/8/docs/api/java/util/stream/Stream.html#filter-java.util.function.Predicate-" TargetMode="External"/><Relationship Id="rId4" Type="http://schemas.openxmlformats.org/officeDocument/2006/relationships/hyperlink" Target="https://docs.oracle.com/javase/8/docs/api/java/util/stream/Stream.html#mapToDouble-java.util.function.ToDoubleFunction-" TargetMode="External"/><Relationship Id="rId9" Type="http://schemas.openxmlformats.org/officeDocument/2006/relationships/hyperlink" Target="https://docs.oracle.com/javase/8/docs/api/java/util/stream/Stream.html#peek-java.util.function.Consumer-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ena01.uqam.ca/pluginfile.php/9039942/mod_label/intro/NotesCours_Streams_v1.0.pdf#page=4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stream/Stream.html#noneMatch-java.util.function.Predicate-" TargetMode="External"/><Relationship Id="rId7" Type="http://schemas.openxmlformats.org/officeDocument/2006/relationships/hyperlink" Target="https://docs.oracle.com/en/java/javase/16/docs/api/java.base/java/util/stream/Stream.html#toList()" TargetMode="External"/><Relationship Id="rId2" Type="http://schemas.openxmlformats.org/officeDocument/2006/relationships/hyperlink" Target="https://docs.oracle.com/javase/8/docs/api/java/util/stream/Stream.html#allMatch-java.util.function.Predicate-" TargetMode="External"/><Relationship Id="rId1" Type="http://schemas.openxmlformats.org/officeDocument/2006/relationships/hyperlink" Target="https://docs.oracle.com/javase/8/docs/api/java/util/stream/Stream.html#forEach-java.util.function.Consumer-" TargetMode="External"/><Relationship Id="rId6" Type="http://schemas.openxmlformats.org/officeDocument/2006/relationships/hyperlink" Target="https://docs.oracle.com/javase/8/docs/api/java/util/stream/Stream.html#toArray-java.util.function.IntFunction-" TargetMode="External"/><Relationship Id="rId5" Type="http://schemas.openxmlformats.org/officeDocument/2006/relationships/hyperlink" Target="https://docs.oracle.com/javase/8/docs/api/java/util/stream/Stream.html#toArray--" TargetMode="External"/><Relationship Id="rId4" Type="http://schemas.openxmlformats.org/officeDocument/2006/relationships/hyperlink" Target="https://docs.oracle.com/javase/8/docs/api/java/util/stream/Stream.html#count--" TargetMode="External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oracle.com/javase/8/docs/api/java/util/stream/Stream.html#sorted-java.util.Comparator-" TargetMode="External"/><Relationship Id="rId3" Type="http://schemas.openxmlformats.org/officeDocument/2006/relationships/hyperlink" Target="https://docs.oracle.com/javase/8/docs/api/java/util/stream/Stream.html#mapToLong-java.util.function.ToLongFunction-" TargetMode="External"/><Relationship Id="rId7" Type="http://schemas.openxmlformats.org/officeDocument/2006/relationships/hyperlink" Target="https://docs.oracle.com/javase/8/docs/api/java/util/stream/Stream.html#sorted--" TargetMode="External"/><Relationship Id="rId2" Type="http://schemas.openxmlformats.org/officeDocument/2006/relationships/hyperlink" Target="https://docs.oracle.com/javase/8/docs/api/java/util/stream/Stream.html#mapToInt-java.util.function.ToIntFunction-" TargetMode="External"/><Relationship Id="rId1" Type="http://schemas.openxmlformats.org/officeDocument/2006/relationships/hyperlink" Target="https://docs.oracle.com/javase/8/docs/api/java/util/stream/Stream.html#map-java.util.function.Function-" TargetMode="External"/><Relationship Id="rId6" Type="http://schemas.openxmlformats.org/officeDocument/2006/relationships/hyperlink" Target="https://docs.oracle.com/javase/8/docs/api/java/util/stream/Stream.html#distinct--" TargetMode="External"/><Relationship Id="rId5" Type="http://schemas.openxmlformats.org/officeDocument/2006/relationships/hyperlink" Target="https://docs.oracle.com/javase/8/docs/api/java/util/stream/Stream.html#filter-java.util.function.Predicate-" TargetMode="External"/><Relationship Id="rId4" Type="http://schemas.openxmlformats.org/officeDocument/2006/relationships/hyperlink" Target="https://docs.oracle.com/javase/8/docs/api/java/util/stream/Stream.html#mapToDouble-java.util.function.ToDoubleFunction-" TargetMode="External"/><Relationship Id="rId9" Type="http://schemas.openxmlformats.org/officeDocument/2006/relationships/hyperlink" Target="https://docs.oracle.com/javase/8/docs/api/java/util/stream/Stream.html#peek-java.util.function.Consumer-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65AE10-3B8B-49C9-8D82-2A7340373EB3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CA"/>
        </a:p>
      </dgm:t>
    </dgm:pt>
    <dgm:pt modelId="{F4F55867-D69A-4FEC-9C51-AAB335AF6313}">
      <dgm:prSet phldrT="[Text]"/>
      <dgm:spPr/>
      <dgm:t>
        <a:bodyPr/>
        <a:lstStyle/>
        <a:p>
          <a:r>
            <a:rPr lang="fr-FR" dirty="0"/>
            <a:t>C’est Quoi?</a:t>
          </a:r>
          <a:endParaRPr lang="en-CA" dirty="0"/>
        </a:p>
      </dgm:t>
    </dgm:pt>
    <dgm:pt modelId="{C1AE2883-2532-4408-AD99-98B295FE5887}" type="parTrans" cxnId="{0D03155B-C0EB-4DCF-BE5E-38B8D4E8C3C9}">
      <dgm:prSet/>
      <dgm:spPr/>
      <dgm:t>
        <a:bodyPr/>
        <a:lstStyle/>
        <a:p>
          <a:endParaRPr lang="en-CA"/>
        </a:p>
      </dgm:t>
    </dgm:pt>
    <dgm:pt modelId="{52C294A6-000D-4D6E-AE0E-BD3DFF93C288}" type="sibTrans" cxnId="{0D03155B-C0EB-4DCF-BE5E-38B8D4E8C3C9}">
      <dgm:prSet/>
      <dgm:spPr/>
      <dgm:t>
        <a:bodyPr/>
        <a:lstStyle/>
        <a:p>
          <a:endParaRPr lang="en-CA"/>
        </a:p>
      </dgm:t>
    </dgm:pt>
    <dgm:pt modelId="{8E6E4FCE-8E6F-4C24-83D4-065CBB7AC76F}">
      <dgm:prSet phldrT="[Text]"/>
      <dgm:spPr/>
      <dgm:t>
        <a:bodyPr/>
        <a:lstStyle/>
        <a:p>
          <a:r>
            <a:rPr lang="fr-FR" dirty="0"/>
            <a:t>Suite d’éléments </a:t>
          </a:r>
          <a:r>
            <a:rPr lang="en-CA" dirty="0"/>
            <a:t>traitée</a:t>
          </a:r>
          <a:r>
            <a:rPr lang="fr-FR" dirty="0"/>
            <a:t> de façon fonctionnelle </a:t>
          </a:r>
          <a:endParaRPr lang="en-CA" dirty="0"/>
        </a:p>
      </dgm:t>
    </dgm:pt>
    <dgm:pt modelId="{9A0945E5-FC18-4974-B5AD-832ACEA2685A}" type="parTrans" cxnId="{0D497EC9-B845-4BAE-BC51-7D1842B594E6}">
      <dgm:prSet/>
      <dgm:spPr/>
      <dgm:t>
        <a:bodyPr/>
        <a:lstStyle/>
        <a:p>
          <a:endParaRPr lang="en-CA"/>
        </a:p>
      </dgm:t>
    </dgm:pt>
    <dgm:pt modelId="{EFF32E8A-C9D3-4243-8683-D829D9AA89D0}" type="sibTrans" cxnId="{0D497EC9-B845-4BAE-BC51-7D1842B594E6}">
      <dgm:prSet/>
      <dgm:spPr/>
      <dgm:t>
        <a:bodyPr/>
        <a:lstStyle/>
        <a:p>
          <a:endParaRPr lang="en-CA"/>
        </a:p>
      </dgm:t>
    </dgm:pt>
    <dgm:pt modelId="{19E3F4D1-753C-4517-8071-54026DA3D050}">
      <dgm:prSet phldrT="[Text]"/>
      <dgm:spPr/>
      <dgm:t>
        <a:bodyPr/>
        <a:lstStyle/>
        <a:p>
          <a:r>
            <a:rPr lang="en-CA" dirty="0"/>
            <a:t>Fonctionnalités</a:t>
          </a:r>
        </a:p>
      </dgm:t>
    </dgm:pt>
    <dgm:pt modelId="{342FE900-16D4-488B-AF49-1D1FB831448D}" type="parTrans" cxnId="{DF0BE1F1-BDE3-4924-A1B8-C620D48B2071}">
      <dgm:prSet/>
      <dgm:spPr/>
      <dgm:t>
        <a:bodyPr/>
        <a:lstStyle/>
        <a:p>
          <a:endParaRPr lang="en-CA"/>
        </a:p>
      </dgm:t>
    </dgm:pt>
    <dgm:pt modelId="{E863770D-4E0A-48CF-8F75-D88585109962}" type="sibTrans" cxnId="{DF0BE1F1-BDE3-4924-A1B8-C620D48B2071}">
      <dgm:prSet/>
      <dgm:spPr/>
      <dgm:t>
        <a:bodyPr/>
        <a:lstStyle/>
        <a:p>
          <a:endParaRPr lang="en-CA"/>
        </a:p>
      </dgm:t>
    </dgm:pt>
    <dgm:pt modelId="{C56A83DE-6466-45AA-BE14-E8FDA4B6AAFD}">
      <dgm:prSet phldrT="[Text]"/>
      <dgm:spPr/>
      <dgm:t>
        <a:bodyPr/>
        <a:lstStyle/>
        <a:p>
          <a:r>
            <a:rPr lang="fr-CA" dirty="0"/>
            <a:t>Filtrer</a:t>
          </a:r>
          <a:endParaRPr lang="en-CA" dirty="0"/>
        </a:p>
      </dgm:t>
    </dgm:pt>
    <dgm:pt modelId="{FA0F3DF9-7C43-459F-90A2-F00F5121DCCB}" type="parTrans" cxnId="{7BB53493-7C20-47B1-BDE9-5D8295BABE9D}">
      <dgm:prSet/>
      <dgm:spPr/>
      <dgm:t>
        <a:bodyPr/>
        <a:lstStyle/>
        <a:p>
          <a:endParaRPr lang="en-CA"/>
        </a:p>
      </dgm:t>
    </dgm:pt>
    <dgm:pt modelId="{C651D9CE-F3A5-4493-AC90-2773D3DF99D8}" type="sibTrans" cxnId="{7BB53493-7C20-47B1-BDE9-5D8295BABE9D}">
      <dgm:prSet/>
      <dgm:spPr/>
      <dgm:t>
        <a:bodyPr/>
        <a:lstStyle/>
        <a:p>
          <a:endParaRPr lang="en-CA"/>
        </a:p>
      </dgm:t>
    </dgm:pt>
    <dgm:pt modelId="{2EE7E9F4-DD34-403B-9226-3AC77ABED426}">
      <dgm:prSet phldrT="[Text]"/>
      <dgm:spPr/>
      <dgm:t>
        <a:bodyPr/>
        <a:lstStyle/>
        <a:p>
          <a:r>
            <a:rPr lang="fr-CA" dirty="0"/>
            <a:t>Trier </a:t>
          </a:r>
          <a:endParaRPr lang="en-CA" dirty="0"/>
        </a:p>
      </dgm:t>
    </dgm:pt>
    <dgm:pt modelId="{DA5A7EEF-971A-49F8-8B30-2147C0B39EF1}" type="parTrans" cxnId="{3FD1F517-0C47-416C-8F2C-2318D5425602}">
      <dgm:prSet/>
      <dgm:spPr/>
      <dgm:t>
        <a:bodyPr/>
        <a:lstStyle/>
        <a:p>
          <a:endParaRPr lang="en-CA"/>
        </a:p>
      </dgm:t>
    </dgm:pt>
    <dgm:pt modelId="{787145DB-02A8-440C-961C-D2E22891537C}" type="sibTrans" cxnId="{3FD1F517-0C47-416C-8F2C-2318D5425602}">
      <dgm:prSet/>
      <dgm:spPr/>
      <dgm:t>
        <a:bodyPr/>
        <a:lstStyle/>
        <a:p>
          <a:endParaRPr lang="en-CA"/>
        </a:p>
      </dgm:t>
    </dgm:pt>
    <dgm:pt modelId="{71F54413-2C85-4419-8FF7-B8E4A58DD2D2}">
      <dgm:prSet phldrT="[Text]"/>
      <dgm:spPr/>
      <dgm:t>
        <a:bodyPr/>
        <a:lstStyle/>
        <a:p>
          <a:r>
            <a:rPr lang="fr-CA" dirty="0"/>
            <a:t>Éliminer Doublons</a:t>
          </a:r>
          <a:endParaRPr lang="en-CA" dirty="0"/>
        </a:p>
      </dgm:t>
    </dgm:pt>
    <dgm:pt modelId="{C55C6AF3-CA0B-4B94-96E0-9178B83FD505}" type="parTrans" cxnId="{0B4054A2-0D37-4868-AD75-8F773C1946E8}">
      <dgm:prSet/>
      <dgm:spPr/>
      <dgm:t>
        <a:bodyPr/>
        <a:lstStyle/>
        <a:p>
          <a:endParaRPr lang="en-CA"/>
        </a:p>
      </dgm:t>
    </dgm:pt>
    <dgm:pt modelId="{B323CD9A-CD5D-4A3C-BD05-A4F407548833}" type="sibTrans" cxnId="{0B4054A2-0D37-4868-AD75-8F773C1946E8}">
      <dgm:prSet/>
      <dgm:spPr/>
      <dgm:t>
        <a:bodyPr/>
        <a:lstStyle/>
        <a:p>
          <a:endParaRPr lang="en-CA"/>
        </a:p>
      </dgm:t>
    </dgm:pt>
    <dgm:pt modelId="{AB4A80E0-C8AB-41FC-A931-6EF7D93EB33B}">
      <dgm:prSet phldrT="[Text]"/>
      <dgm:spPr/>
      <dgm:t>
        <a:bodyPr/>
        <a:lstStyle/>
        <a:p>
          <a:r>
            <a:rPr lang="fr-CA" dirty="0"/>
            <a:t>Transformer </a:t>
          </a:r>
          <a:endParaRPr lang="en-CA" dirty="0"/>
        </a:p>
      </dgm:t>
    </dgm:pt>
    <dgm:pt modelId="{A3802482-A527-497F-9F2F-8225CE29B627}" type="parTrans" cxnId="{53C538CD-F89B-4827-8314-D8B7484289B6}">
      <dgm:prSet/>
      <dgm:spPr/>
      <dgm:t>
        <a:bodyPr/>
        <a:lstStyle/>
        <a:p>
          <a:endParaRPr lang="en-CA"/>
        </a:p>
      </dgm:t>
    </dgm:pt>
    <dgm:pt modelId="{5FBEBCE8-D220-42E8-967D-C86C299338DA}" type="sibTrans" cxnId="{53C538CD-F89B-4827-8314-D8B7484289B6}">
      <dgm:prSet/>
      <dgm:spPr/>
      <dgm:t>
        <a:bodyPr/>
        <a:lstStyle/>
        <a:p>
          <a:endParaRPr lang="en-CA"/>
        </a:p>
      </dgm:t>
    </dgm:pt>
    <dgm:pt modelId="{FF248126-DF4E-46E6-AC8F-CFEE0E9C77E3}">
      <dgm:prSet phldrT="[Text]"/>
      <dgm:spPr/>
      <dgm:t>
        <a:bodyPr/>
        <a:lstStyle/>
        <a:p>
          <a:r>
            <a:rPr lang="fr-CA" dirty="0"/>
            <a:t>Traitement de chaque élément</a:t>
          </a:r>
          <a:endParaRPr lang="en-CA" dirty="0"/>
        </a:p>
      </dgm:t>
    </dgm:pt>
    <dgm:pt modelId="{314B220B-1708-4266-8C3E-0DD080FA76D2}" type="parTrans" cxnId="{053B255D-584B-4DF3-A4A3-E3084203D3EB}">
      <dgm:prSet/>
      <dgm:spPr/>
      <dgm:t>
        <a:bodyPr/>
        <a:lstStyle/>
        <a:p>
          <a:endParaRPr lang="en-CA"/>
        </a:p>
      </dgm:t>
    </dgm:pt>
    <dgm:pt modelId="{5402A1F7-4F6A-44CA-80C8-08A944244085}" type="sibTrans" cxnId="{053B255D-584B-4DF3-A4A3-E3084203D3EB}">
      <dgm:prSet/>
      <dgm:spPr/>
      <dgm:t>
        <a:bodyPr/>
        <a:lstStyle/>
        <a:p>
          <a:endParaRPr lang="en-CA"/>
        </a:p>
      </dgm:t>
    </dgm:pt>
    <dgm:pt modelId="{7FB8A36A-FBC7-4DC8-A104-A5FF98290505}">
      <dgm:prSet phldrT="[Text]"/>
      <dgm:spPr/>
      <dgm:t>
        <a:bodyPr/>
        <a:lstStyle/>
        <a:p>
          <a:r>
            <a:rPr lang="fr-CA" dirty="0"/>
            <a:t>Etc.</a:t>
          </a:r>
          <a:endParaRPr lang="en-CA" dirty="0"/>
        </a:p>
      </dgm:t>
    </dgm:pt>
    <dgm:pt modelId="{00874A8A-1208-47F0-B6A9-24C356ADDB33}" type="parTrans" cxnId="{EC78A0A4-503B-4819-A1DD-41847DE4B135}">
      <dgm:prSet/>
      <dgm:spPr/>
      <dgm:t>
        <a:bodyPr/>
        <a:lstStyle/>
        <a:p>
          <a:endParaRPr lang="en-CA"/>
        </a:p>
      </dgm:t>
    </dgm:pt>
    <dgm:pt modelId="{FF7D737E-162D-4376-B82A-8C2CEAD71427}" type="sibTrans" cxnId="{EC78A0A4-503B-4819-A1DD-41847DE4B135}">
      <dgm:prSet/>
      <dgm:spPr/>
      <dgm:t>
        <a:bodyPr/>
        <a:lstStyle/>
        <a:p>
          <a:endParaRPr lang="en-CA"/>
        </a:p>
      </dgm:t>
    </dgm:pt>
    <dgm:pt modelId="{C5395856-E677-452F-85B1-EB18697563D0}">
      <dgm:prSet phldrT="[Text]"/>
      <dgm:spPr/>
      <dgm:t>
        <a:bodyPr/>
        <a:lstStyle/>
        <a:p>
          <a:r>
            <a:rPr lang="fr-CA" dirty="0">
              <a:hlinkClick xmlns:r="http://schemas.openxmlformats.org/officeDocument/2006/relationships" r:id="rId1"/>
            </a:rPr>
            <a:t>Comment obtenir un Stream?</a:t>
          </a:r>
          <a:endParaRPr lang="en-CA" dirty="0"/>
        </a:p>
      </dgm:t>
    </dgm:pt>
    <dgm:pt modelId="{3E09701C-CEF7-4ECE-B645-E4E36238CCE6}" type="parTrans" cxnId="{E162E8EB-6091-4D44-BA01-0188E73AA740}">
      <dgm:prSet/>
      <dgm:spPr/>
      <dgm:t>
        <a:bodyPr/>
        <a:lstStyle/>
        <a:p>
          <a:endParaRPr lang="en-CA"/>
        </a:p>
      </dgm:t>
    </dgm:pt>
    <dgm:pt modelId="{AF18F075-B946-428D-A7CA-A4CB0DED9FE6}" type="sibTrans" cxnId="{E162E8EB-6091-4D44-BA01-0188E73AA740}">
      <dgm:prSet/>
      <dgm:spPr/>
      <dgm:t>
        <a:bodyPr/>
        <a:lstStyle/>
        <a:p>
          <a:endParaRPr lang="en-CA"/>
        </a:p>
      </dgm:t>
    </dgm:pt>
    <dgm:pt modelId="{C705B97E-50D0-4F83-9990-D6D309627CBF}">
      <dgm:prSet phldrT="[Text]" custT="1"/>
      <dgm:spPr/>
      <dgm:t>
        <a:bodyPr/>
        <a:lstStyle/>
        <a:p>
          <a:r>
            <a:rPr lang="fr-FR" sz="1600" kern="1200" dirty="0"/>
            <a:t>À partir d’une collection:  </a:t>
          </a:r>
          <a:r>
            <a:rPr lang="fr-FR" sz="1400" kern="1200" dirty="0" err="1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list.stream</a:t>
          </a:r>
          <a:r>
            <a:rPr lang="fr-FR" sz="14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</a:t>
          </a:r>
          <a:endParaRPr lang="en-CA" sz="1400" kern="1200" dirty="0"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</dgm:t>
    </dgm:pt>
    <dgm:pt modelId="{1EE33CB4-6CD0-408A-918F-FAF082106931}" type="parTrans" cxnId="{DD49D06D-DCE9-40E2-B0FF-B506AAB46026}">
      <dgm:prSet/>
      <dgm:spPr/>
      <dgm:t>
        <a:bodyPr/>
        <a:lstStyle/>
        <a:p>
          <a:endParaRPr lang="en-CA"/>
        </a:p>
      </dgm:t>
    </dgm:pt>
    <dgm:pt modelId="{C20F7129-E902-4404-8AE4-495A8187755E}" type="sibTrans" cxnId="{DD49D06D-DCE9-40E2-B0FF-B506AAB46026}">
      <dgm:prSet/>
      <dgm:spPr/>
      <dgm:t>
        <a:bodyPr/>
        <a:lstStyle/>
        <a:p>
          <a:endParaRPr lang="en-CA"/>
        </a:p>
      </dgm:t>
    </dgm:pt>
    <dgm:pt modelId="{4201646D-F048-43A1-9DA8-854B5449A5F8}">
      <dgm:prSet phldrT="[Text]" custT="1"/>
      <dgm:spPr/>
      <dgm:t>
        <a:bodyPr/>
        <a:lstStyle/>
        <a:p>
          <a:r>
            <a:rPr lang="fr-CA" sz="1600" kern="1200" dirty="0"/>
            <a:t>Avec </a:t>
          </a:r>
          <a:r>
            <a:rPr lang="fr-CA" sz="14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Stream.of</a:t>
          </a:r>
          <a:r>
            <a:rPr lang="fr-CA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</a:t>
          </a:r>
          <a:endParaRPr lang="en-CA" sz="1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</dgm:t>
    </dgm:pt>
    <dgm:pt modelId="{91833063-DC5B-406C-9E0A-E85D1F74B80D}" type="parTrans" cxnId="{D960AC4A-F655-4576-8FF6-B2BBA5F14187}">
      <dgm:prSet/>
      <dgm:spPr/>
      <dgm:t>
        <a:bodyPr/>
        <a:lstStyle/>
        <a:p>
          <a:endParaRPr lang="en-CA"/>
        </a:p>
      </dgm:t>
    </dgm:pt>
    <dgm:pt modelId="{193BB69E-8EFD-4B10-BC2F-8D7748E187FE}" type="sibTrans" cxnId="{D960AC4A-F655-4576-8FF6-B2BBA5F14187}">
      <dgm:prSet/>
      <dgm:spPr/>
      <dgm:t>
        <a:bodyPr/>
        <a:lstStyle/>
        <a:p>
          <a:endParaRPr lang="en-CA"/>
        </a:p>
      </dgm:t>
    </dgm:pt>
    <dgm:pt modelId="{806691E9-E5A6-44FF-B6FC-01EA4179F156}">
      <dgm:prSet phldrT="[Text]" custT="1"/>
      <dgm:spPr/>
      <dgm:t>
        <a:bodyPr/>
        <a:lstStyle/>
        <a:p>
          <a:r>
            <a:rPr lang="fr-CA" sz="1600" kern="1200" dirty="0"/>
            <a:t>Avec un </a:t>
          </a:r>
          <a:r>
            <a:rPr lang="fr-CA" sz="1600" kern="1200" dirty="0" err="1"/>
            <a:t>builder</a:t>
          </a:r>
          <a:r>
            <a:rPr lang="fr-CA" sz="1600" kern="1200" dirty="0"/>
            <a:t>: </a:t>
          </a:r>
          <a:r>
            <a:rPr lang="fr-CA" sz="14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Stream.builder</a:t>
          </a:r>
          <a:endParaRPr lang="en-CA" sz="1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</dgm:t>
    </dgm:pt>
    <dgm:pt modelId="{3F06D722-1C0F-4F21-8289-37C20C6AB0D5}" type="parTrans" cxnId="{8A056935-B680-4BE0-83BF-463D0D82B2B1}">
      <dgm:prSet/>
      <dgm:spPr/>
      <dgm:t>
        <a:bodyPr/>
        <a:lstStyle/>
        <a:p>
          <a:endParaRPr lang="en-CA"/>
        </a:p>
      </dgm:t>
    </dgm:pt>
    <dgm:pt modelId="{72D06375-9011-485C-B7DC-814B8309F327}" type="sibTrans" cxnId="{8A056935-B680-4BE0-83BF-463D0D82B2B1}">
      <dgm:prSet/>
      <dgm:spPr/>
      <dgm:t>
        <a:bodyPr/>
        <a:lstStyle/>
        <a:p>
          <a:endParaRPr lang="en-CA"/>
        </a:p>
      </dgm:t>
    </dgm:pt>
    <dgm:pt modelId="{F420DDE8-36F4-48E1-BE91-527DE7995F8E}">
      <dgm:prSet phldrT="[Text]" custT="1"/>
      <dgm:spPr/>
      <dgm:t>
        <a:bodyPr/>
        <a:lstStyle/>
        <a:p>
          <a:r>
            <a:rPr lang="fr-CA" sz="1600" kern="1200" dirty="0" err="1"/>
            <a:t>Concatenation</a:t>
          </a:r>
          <a:r>
            <a:rPr lang="fr-CA" sz="1600" kern="1200" dirty="0"/>
            <a:t> de </a:t>
          </a:r>
          <a:r>
            <a:rPr lang="fr-CA" sz="1600" kern="1200" dirty="0" err="1"/>
            <a:t>streams</a:t>
          </a:r>
          <a:r>
            <a:rPr lang="fr-CA" sz="1600" kern="1200" dirty="0"/>
            <a:t>: </a:t>
          </a:r>
          <a:r>
            <a:rPr lang="fr-CA" sz="14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Stream.concat</a:t>
          </a:r>
          <a:r>
            <a:rPr lang="fr-CA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(str1, str2)</a:t>
          </a:r>
          <a:endParaRPr lang="en-CA" sz="1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</dgm:t>
    </dgm:pt>
    <dgm:pt modelId="{820B76A9-CB72-4C94-A038-DDB0FB6993D9}" type="parTrans" cxnId="{D7AB68CD-DC88-4F44-9803-92376C5FE15D}">
      <dgm:prSet/>
      <dgm:spPr/>
      <dgm:t>
        <a:bodyPr/>
        <a:lstStyle/>
        <a:p>
          <a:endParaRPr lang="en-CA"/>
        </a:p>
      </dgm:t>
    </dgm:pt>
    <dgm:pt modelId="{918824F1-8A48-49BA-AEA0-886198B2B2B1}" type="sibTrans" cxnId="{D7AB68CD-DC88-4F44-9803-92376C5FE15D}">
      <dgm:prSet/>
      <dgm:spPr/>
      <dgm:t>
        <a:bodyPr/>
        <a:lstStyle/>
        <a:p>
          <a:endParaRPr lang="en-CA"/>
        </a:p>
      </dgm:t>
    </dgm:pt>
    <dgm:pt modelId="{1A403A3D-8018-4527-B4A6-BE5D9E585EEE}" type="pres">
      <dgm:prSet presAssocID="{1B65AE10-3B8B-49C9-8D82-2A7340373EB3}" presName="linear" presStyleCnt="0">
        <dgm:presLayoutVars>
          <dgm:dir/>
          <dgm:animLvl val="lvl"/>
          <dgm:resizeHandles val="exact"/>
        </dgm:presLayoutVars>
      </dgm:prSet>
      <dgm:spPr/>
    </dgm:pt>
    <dgm:pt modelId="{AB3AD631-1FC3-47DF-9323-1D1311C02066}" type="pres">
      <dgm:prSet presAssocID="{F4F55867-D69A-4FEC-9C51-AAB335AF6313}" presName="parentLin" presStyleCnt="0"/>
      <dgm:spPr/>
    </dgm:pt>
    <dgm:pt modelId="{30863FBA-3AA8-43DE-97A6-3F831E2D0C46}" type="pres">
      <dgm:prSet presAssocID="{F4F55867-D69A-4FEC-9C51-AAB335AF6313}" presName="parentLeftMargin" presStyleLbl="node1" presStyleIdx="0" presStyleCnt="3"/>
      <dgm:spPr/>
    </dgm:pt>
    <dgm:pt modelId="{77CC2D17-C5C0-4270-B07C-5720BB332AAC}" type="pres">
      <dgm:prSet presAssocID="{F4F55867-D69A-4FEC-9C51-AAB335AF631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CAFDE44-3DC0-469B-BC4B-9DF208786E5A}" type="pres">
      <dgm:prSet presAssocID="{F4F55867-D69A-4FEC-9C51-AAB335AF6313}" presName="negativeSpace" presStyleCnt="0"/>
      <dgm:spPr/>
    </dgm:pt>
    <dgm:pt modelId="{89135C3A-16E2-4183-A438-4598AA5E5066}" type="pres">
      <dgm:prSet presAssocID="{F4F55867-D69A-4FEC-9C51-AAB335AF6313}" presName="childText" presStyleLbl="conFgAcc1" presStyleIdx="0" presStyleCnt="3">
        <dgm:presLayoutVars>
          <dgm:bulletEnabled val="1"/>
        </dgm:presLayoutVars>
      </dgm:prSet>
      <dgm:spPr/>
    </dgm:pt>
    <dgm:pt modelId="{C36AAA74-2E6C-46EC-B9D5-5E3B2BCF4D52}" type="pres">
      <dgm:prSet presAssocID="{52C294A6-000D-4D6E-AE0E-BD3DFF93C288}" presName="spaceBetweenRectangles" presStyleCnt="0"/>
      <dgm:spPr/>
    </dgm:pt>
    <dgm:pt modelId="{D275A7F5-AB84-4FA4-98AA-A0A60F9BAD55}" type="pres">
      <dgm:prSet presAssocID="{19E3F4D1-753C-4517-8071-54026DA3D050}" presName="parentLin" presStyleCnt="0"/>
      <dgm:spPr/>
    </dgm:pt>
    <dgm:pt modelId="{71493F1F-B205-4C6E-86A1-FBF8FD4D9B43}" type="pres">
      <dgm:prSet presAssocID="{19E3F4D1-753C-4517-8071-54026DA3D050}" presName="parentLeftMargin" presStyleLbl="node1" presStyleIdx="0" presStyleCnt="3"/>
      <dgm:spPr/>
    </dgm:pt>
    <dgm:pt modelId="{7014A8CB-9B91-4A1B-9A86-F2BE272495E6}" type="pres">
      <dgm:prSet presAssocID="{19E3F4D1-753C-4517-8071-54026DA3D0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7C939AB-2AAC-475F-9ADD-BF90AC1DF4BC}" type="pres">
      <dgm:prSet presAssocID="{19E3F4D1-753C-4517-8071-54026DA3D050}" presName="negativeSpace" presStyleCnt="0"/>
      <dgm:spPr/>
    </dgm:pt>
    <dgm:pt modelId="{AE83CE51-2572-4915-A8EF-75320B0ED2E7}" type="pres">
      <dgm:prSet presAssocID="{19E3F4D1-753C-4517-8071-54026DA3D050}" presName="childText" presStyleLbl="conFgAcc1" presStyleIdx="1" presStyleCnt="3">
        <dgm:presLayoutVars>
          <dgm:bulletEnabled val="1"/>
        </dgm:presLayoutVars>
      </dgm:prSet>
      <dgm:spPr/>
    </dgm:pt>
    <dgm:pt modelId="{75ECB249-877C-4E7F-B5E9-1592A51A081E}" type="pres">
      <dgm:prSet presAssocID="{E863770D-4E0A-48CF-8F75-D88585109962}" presName="spaceBetweenRectangles" presStyleCnt="0"/>
      <dgm:spPr/>
    </dgm:pt>
    <dgm:pt modelId="{C06F71E8-77CD-4BC9-A34E-9A1288782D2F}" type="pres">
      <dgm:prSet presAssocID="{C5395856-E677-452F-85B1-EB18697563D0}" presName="parentLin" presStyleCnt="0"/>
      <dgm:spPr/>
    </dgm:pt>
    <dgm:pt modelId="{3BCD0D38-0AA7-453E-9E3D-B0BFD4D3F7F6}" type="pres">
      <dgm:prSet presAssocID="{C5395856-E677-452F-85B1-EB18697563D0}" presName="parentLeftMargin" presStyleLbl="node1" presStyleIdx="1" presStyleCnt="3"/>
      <dgm:spPr/>
    </dgm:pt>
    <dgm:pt modelId="{D46934B0-A88C-4EDF-88C4-0E64D68D0FE0}" type="pres">
      <dgm:prSet presAssocID="{C5395856-E677-452F-85B1-EB18697563D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1B1ED71-385E-4A43-AC57-1C9B24BC66B9}" type="pres">
      <dgm:prSet presAssocID="{C5395856-E677-452F-85B1-EB18697563D0}" presName="negativeSpace" presStyleCnt="0"/>
      <dgm:spPr/>
    </dgm:pt>
    <dgm:pt modelId="{DAABD717-6D53-4DD5-8EE9-39C0AF1428F6}" type="pres">
      <dgm:prSet presAssocID="{C5395856-E677-452F-85B1-EB18697563D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195E005-8F41-439A-A0DA-7D732D2D93D1}" type="presOf" srcId="{7FB8A36A-FBC7-4DC8-A104-A5FF98290505}" destId="{AE83CE51-2572-4915-A8EF-75320B0ED2E7}" srcOrd="0" destOrd="5" presId="urn:microsoft.com/office/officeart/2005/8/layout/list1"/>
    <dgm:cxn modelId="{9E071816-78D7-4169-9525-9B55FC40C5B3}" type="presOf" srcId="{FF248126-DF4E-46E6-AC8F-CFEE0E9C77E3}" destId="{AE83CE51-2572-4915-A8EF-75320B0ED2E7}" srcOrd="0" destOrd="4" presId="urn:microsoft.com/office/officeart/2005/8/layout/list1"/>
    <dgm:cxn modelId="{3FD1F517-0C47-416C-8F2C-2318D5425602}" srcId="{19E3F4D1-753C-4517-8071-54026DA3D050}" destId="{2EE7E9F4-DD34-403B-9226-3AC77ABED426}" srcOrd="2" destOrd="0" parTransId="{DA5A7EEF-971A-49F8-8B30-2147C0B39EF1}" sibTransId="{787145DB-02A8-440C-961C-D2E22891537C}"/>
    <dgm:cxn modelId="{35915B1F-3B17-4E3D-8168-1573297EAA87}" type="presOf" srcId="{F420DDE8-36F4-48E1-BE91-527DE7995F8E}" destId="{DAABD717-6D53-4DD5-8EE9-39C0AF1428F6}" srcOrd="0" destOrd="3" presId="urn:microsoft.com/office/officeart/2005/8/layout/list1"/>
    <dgm:cxn modelId="{D930E026-F022-4C71-B815-9859A33149D9}" type="presOf" srcId="{8E6E4FCE-8E6F-4C24-83D4-065CBB7AC76F}" destId="{89135C3A-16E2-4183-A438-4598AA5E5066}" srcOrd="0" destOrd="0" presId="urn:microsoft.com/office/officeart/2005/8/layout/list1"/>
    <dgm:cxn modelId="{2117BE2C-C24D-4449-8937-38540EE2906C}" type="presOf" srcId="{19E3F4D1-753C-4517-8071-54026DA3D050}" destId="{71493F1F-B205-4C6E-86A1-FBF8FD4D9B43}" srcOrd="0" destOrd="0" presId="urn:microsoft.com/office/officeart/2005/8/layout/list1"/>
    <dgm:cxn modelId="{21E05C30-85C7-4154-A821-5547C056855D}" type="presOf" srcId="{1B65AE10-3B8B-49C9-8D82-2A7340373EB3}" destId="{1A403A3D-8018-4527-B4A6-BE5D9E585EEE}" srcOrd="0" destOrd="0" presId="urn:microsoft.com/office/officeart/2005/8/layout/list1"/>
    <dgm:cxn modelId="{8A056935-B680-4BE0-83BF-463D0D82B2B1}" srcId="{C5395856-E677-452F-85B1-EB18697563D0}" destId="{806691E9-E5A6-44FF-B6FC-01EA4179F156}" srcOrd="2" destOrd="0" parTransId="{3F06D722-1C0F-4F21-8289-37C20C6AB0D5}" sibTransId="{72D06375-9011-485C-B7DC-814B8309F327}"/>
    <dgm:cxn modelId="{0D03155B-C0EB-4DCF-BE5E-38B8D4E8C3C9}" srcId="{1B65AE10-3B8B-49C9-8D82-2A7340373EB3}" destId="{F4F55867-D69A-4FEC-9C51-AAB335AF6313}" srcOrd="0" destOrd="0" parTransId="{C1AE2883-2532-4408-AD99-98B295FE5887}" sibTransId="{52C294A6-000D-4D6E-AE0E-BD3DFF93C288}"/>
    <dgm:cxn modelId="{053B255D-584B-4DF3-A4A3-E3084203D3EB}" srcId="{19E3F4D1-753C-4517-8071-54026DA3D050}" destId="{FF248126-DF4E-46E6-AC8F-CFEE0E9C77E3}" srcOrd="4" destOrd="0" parTransId="{314B220B-1708-4266-8C3E-0DD080FA76D2}" sibTransId="{5402A1F7-4F6A-44CA-80C8-08A944244085}"/>
    <dgm:cxn modelId="{08B66867-582B-4D0E-A89A-8B50EF985AE0}" type="presOf" srcId="{C5395856-E677-452F-85B1-EB18697563D0}" destId="{D46934B0-A88C-4EDF-88C4-0E64D68D0FE0}" srcOrd="1" destOrd="0" presId="urn:microsoft.com/office/officeart/2005/8/layout/list1"/>
    <dgm:cxn modelId="{D960AC4A-F655-4576-8FF6-B2BBA5F14187}" srcId="{C5395856-E677-452F-85B1-EB18697563D0}" destId="{4201646D-F048-43A1-9DA8-854B5449A5F8}" srcOrd="1" destOrd="0" parTransId="{91833063-DC5B-406C-9E0A-E85D1F74B80D}" sibTransId="{193BB69E-8EFD-4B10-BC2F-8D7748E187FE}"/>
    <dgm:cxn modelId="{5C5A666B-372C-4C42-BCE3-01261878BB51}" type="presOf" srcId="{2EE7E9F4-DD34-403B-9226-3AC77ABED426}" destId="{AE83CE51-2572-4915-A8EF-75320B0ED2E7}" srcOrd="0" destOrd="2" presId="urn:microsoft.com/office/officeart/2005/8/layout/list1"/>
    <dgm:cxn modelId="{DD49D06D-DCE9-40E2-B0FF-B506AAB46026}" srcId="{C5395856-E677-452F-85B1-EB18697563D0}" destId="{C705B97E-50D0-4F83-9990-D6D309627CBF}" srcOrd="0" destOrd="0" parTransId="{1EE33CB4-6CD0-408A-918F-FAF082106931}" sibTransId="{C20F7129-E902-4404-8AE4-495A8187755E}"/>
    <dgm:cxn modelId="{8F72EF71-F0E8-4C0A-87F3-5DA73E732EC1}" type="presOf" srcId="{F4F55867-D69A-4FEC-9C51-AAB335AF6313}" destId="{30863FBA-3AA8-43DE-97A6-3F831E2D0C46}" srcOrd="0" destOrd="0" presId="urn:microsoft.com/office/officeart/2005/8/layout/list1"/>
    <dgm:cxn modelId="{64DB3277-804D-47C0-9501-49AC68A91325}" type="presOf" srcId="{71F54413-2C85-4419-8FF7-B8E4A58DD2D2}" destId="{AE83CE51-2572-4915-A8EF-75320B0ED2E7}" srcOrd="0" destOrd="3" presId="urn:microsoft.com/office/officeart/2005/8/layout/list1"/>
    <dgm:cxn modelId="{C33E3459-8E04-4DF8-936D-99A9542C5A06}" type="presOf" srcId="{C56A83DE-6466-45AA-BE14-E8FDA4B6AAFD}" destId="{AE83CE51-2572-4915-A8EF-75320B0ED2E7}" srcOrd="0" destOrd="0" presId="urn:microsoft.com/office/officeart/2005/8/layout/list1"/>
    <dgm:cxn modelId="{E93B7F7C-CA2E-4440-9D29-FDBD01E6DD15}" type="presOf" srcId="{19E3F4D1-753C-4517-8071-54026DA3D050}" destId="{7014A8CB-9B91-4A1B-9A86-F2BE272495E6}" srcOrd="1" destOrd="0" presId="urn:microsoft.com/office/officeart/2005/8/layout/list1"/>
    <dgm:cxn modelId="{64125580-A0BC-4E3D-AF8D-A7E2B3D4C6BA}" type="presOf" srcId="{AB4A80E0-C8AB-41FC-A931-6EF7D93EB33B}" destId="{AE83CE51-2572-4915-A8EF-75320B0ED2E7}" srcOrd="0" destOrd="1" presId="urn:microsoft.com/office/officeart/2005/8/layout/list1"/>
    <dgm:cxn modelId="{6A10608D-C761-461F-9508-954A98B40D0C}" type="presOf" srcId="{4201646D-F048-43A1-9DA8-854B5449A5F8}" destId="{DAABD717-6D53-4DD5-8EE9-39C0AF1428F6}" srcOrd="0" destOrd="1" presId="urn:microsoft.com/office/officeart/2005/8/layout/list1"/>
    <dgm:cxn modelId="{7BB53493-7C20-47B1-BDE9-5D8295BABE9D}" srcId="{19E3F4D1-753C-4517-8071-54026DA3D050}" destId="{C56A83DE-6466-45AA-BE14-E8FDA4B6AAFD}" srcOrd="0" destOrd="0" parTransId="{FA0F3DF9-7C43-459F-90A2-F00F5121DCCB}" sibTransId="{C651D9CE-F3A5-4493-AC90-2773D3DF99D8}"/>
    <dgm:cxn modelId="{0B4054A2-0D37-4868-AD75-8F773C1946E8}" srcId="{19E3F4D1-753C-4517-8071-54026DA3D050}" destId="{71F54413-2C85-4419-8FF7-B8E4A58DD2D2}" srcOrd="3" destOrd="0" parTransId="{C55C6AF3-CA0B-4B94-96E0-9178B83FD505}" sibTransId="{B323CD9A-CD5D-4A3C-BD05-A4F407548833}"/>
    <dgm:cxn modelId="{EC78A0A4-503B-4819-A1DD-41847DE4B135}" srcId="{19E3F4D1-753C-4517-8071-54026DA3D050}" destId="{7FB8A36A-FBC7-4DC8-A104-A5FF98290505}" srcOrd="5" destOrd="0" parTransId="{00874A8A-1208-47F0-B6A9-24C356ADDB33}" sibTransId="{FF7D737E-162D-4376-B82A-8C2CEAD71427}"/>
    <dgm:cxn modelId="{0D497EC9-B845-4BAE-BC51-7D1842B594E6}" srcId="{F4F55867-D69A-4FEC-9C51-AAB335AF6313}" destId="{8E6E4FCE-8E6F-4C24-83D4-065CBB7AC76F}" srcOrd="0" destOrd="0" parTransId="{9A0945E5-FC18-4974-B5AD-832ACEA2685A}" sibTransId="{EFF32E8A-C9D3-4243-8683-D829D9AA89D0}"/>
    <dgm:cxn modelId="{53C538CD-F89B-4827-8314-D8B7484289B6}" srcId="{19E3F4D1-753C-4517-8071-54026DA3D050}" destId="{AB4A80E0-C8AB-41FC-A931-6EF7D93EB33B}" srcOrd="1" destOrd="0" parTransId="{A3802482-A527-497F-9F2F-8225CE29B627}" sibTransId="{5FBEBCE8-D220-42E8-967D-C86C299338DA}"/>
    <dgm:cxn modelId="{D7AB68CD-DC88-4F44-9803-92376C5FE15D}" srcId="{C5395856-E677-452F-85B1-EB18697563D0}" destId="{F420DDE8-36F4-48E1-BE91-527DE7995F8E}" srcOrd="3" destOrd="0" parTransId="{820B76A9-CB72-4C94-A038-DDB0FB6993D9}" sibTransId="{918824F1-8A48-49BA-AEA0-886198B2B2B1}"/>
    <dgm:cxn modelId="{B1E3DECE-4F14-4ECF-85A4-0395C4F8F412}" type="presOf" srcId="{C5395856-E677-452F-85B1-EB18697563D0}" destId="{3BCD0D38-0AA7-453E-9E3D-B0BFD4D3F7F6}" srcOrd="0" destOrd="0" presId="urn:microsoft.com/office/officeart/2005/8/layout/list1"/>
    <dgm:cxn modelId="{21268FDE-44D6-4F29-8E65-808788CE1C2A}" type="presOf" srcId="{806691E9-E5A6-44FF-B6FC-01EA4179F156}" destId="{DAABD717-6D53-4DD5-8EE9-39C0AF1428F6}" srcOrd="0" destOrd="2" presId="urn:microsoft.com/office/officeart/2005/8/layout/list1"/>
    <dgm:cxn modelId="{006E35E9-3BA4-4BBE-978A-37141229758C}" type="presOf" srcId="{F4F55867-D69A-4FEC-9C51-AAB335AF6313}" destId="{77CC2D17-C5C0-4270-B07C-5720BB332AAC}" srcOrd="1" destOrd="0" presId="urn:microsoft.com/office/officeart/2005/8/layout/list1"/>
    <dgm:cxn modelId="{E162E8EB-6091-4D44-BA01-0188E73AA740}" srcId="{1B65AE10-3B8B-49C9-8D82-2A7340373EB3}" destId="{C5395856-E677-452F-85B1-EB18697563D0}" srcOrd="2" destOrd="0" parTransId="{3E09701C-CEF7-4ECE-B645-E4E36238CCE6}" sibTransId="{AF18F075-B946-428D-A7CA-A4CB0DED9FE6}"/>
    <dgm:cxn modelId="{DF0BE1F1-BDE3-4924-A1B8-C620D48B2071}" srcId="{1B65AE10-3B8B-49C9-8D82-2A7340373EB3}" destId="{19E3F4D1-753C-4517-8071-54026DA3D050}" srcOrd="1" destOrd="0" parTransId="{342FE900-16D4-488B-AF49-1D1FB831448D}" sibTransId="{E863770D-4E0A-48CF-8F75-D88585109962}"/>
    <dgm:cxn modelId="{97087DFB-02D7-4AC0-BCE3-7935ACE517C9}" type="presOf" srcId="{C705B97E-50D0-4F83-9990-D6D309627CBF}" destId="{DAABD717-6D53-4DD5-8EE9-39C0AF1428F6}" srcOrd="0" destOrd="0" presId="urn:microsoft.com/office/officeart/2005/8/layout/list1"/>
    <dgm:cxn modelId="{2064ECF1-54DC-4112-B7B4-08E549EFA1E3}" type="presParOf" srcId="{1A403A3D-8018-4527-B4A6-BE5D9E585EEE}" destId="{AB3AD631-1FC3-47DF-9323-1D1311C02066}" srcOrd="0" destOrd="0" presId="urn:microsoft.com/office/officeart/2005/8/layout/list1"/>
    <dgm:cxn modelId="{4790B460-4CF4-4709-9574-754B571991C6}" type="presParOf" srcId="{AB3AD631-1FC3-47DF-9323-1D1311C02066}" destId="{30863FBA-3AA8-43DE-97A6-3F831E2D0C46}" srcOrd="0" destOrd="0" presId="urn:microsoft.com/office/officeart/2005/8/layout/list1"/>
    <dgm:cxn modelId="{2FEE9897-0768-456B-AE24-EF82E3972F55}" type="presParOf" srcId="{AB3AD631-1FC3-47DF-9323-1D1311C02066}" destId="{77CC2D17-C5C0-4270-B07C-5720BB332AAC}" srcOrd="1" destOrd="0" presId="urn:microsoft.com/office/officeart/2005/8/layout/list1"/>
    <dgm:cxn modelId="{8EEA254E-A72E-451B-93CE-CCC6D1FE3A9C}" type="presParOf" srcId="{1A403A3D-8018-4527-B4A6-BE5D9E585EEE}" destId="{1CAFDE44-3DC0-469B-BC4B-9DF208786E5A}" srcOrd="1" destOrd="0" presId="urn:microsoft.com/office/officeart/2005/8/layout/list1"/>
    <dgm:cxn modelId="{9B434FCE-F7FB-4FE8-A05F-3B9A2A42129F}" type="presParOf" srcId="{1A403A3D-8018-4527-B4A6-BE5D9E585EEE}" destId="{89135C3A-16E2-4183-A438-4598AA5E5066}" srcOrd="2" destOrd="0" presId="urn:microsoft.com/office/officeart/2005/8/layout/list1"/>
    <dgm:cxn modelId="{C2D5FAC4-0E53-45F8-AAD3-43DDB479852C}" type="presParOf" srcId="{1A403A3D-8018-4527-B4A6-BE5D9E585EEE}" destId="{C36AAA74-2E6C-46EC-B9D5-5E3B2BCF4D52}" srcOrd="3" destOrd="0" presId="urn:microsoft.com/office/officeart/2005/8/layout/list1"/>
    <dgm:cxn modelId="{256EC70C-21AA-4992-8154-391A5FA2BE87}" type="presParOf" srcId="{1A403A3D-8018-4527-B4A6-BE5D9E585EEE}" destId="{D275A7F5-AB84-4FA4-98AA-A0A60F9BAD55}" srcOrd="4" destOrd="0" presId="urn:microsoft.com/office/officeart/2005/8/layout/list1"/>
    <dgm:cxn modelId="{9B2E28FB-5AFB-462D-9B78-FAB52D564FDF}" type="presParOf" srcId="{D275A7F5-AB84-4FA4-98AA-A0A60F9BAD55}" destId="{71493F1F-B205-4C6E-86A1-FBF8FD4D9B43}" srcOrd="0" destOrd="0" presId="urn:microsoft.com/office/officeart/2005/8/layout/list1"/>
    <dgm:cxn modelId="{E9476B42-7C7C-4156-88F3-C8766470041D}" type="presParOf" srcId="{D275A7F5-AB84-4FA4-98AA-A0A60F9BAD55}" destId="{7014A8CB-9B91-4A1B-9A86-F2BE272495E6}" srcOrd="1" destOrd="0" presId="urn:microsoft.com/office/officeart/2005/8/layout/list1"/>
    <dgm:cxn modelId="{D87F1C18-5ABA-4D61-B4CC-A4257B080D19}" type="presParOf" srcId="{1A403A3D-8018-4527-B4A6-BE5D9E585EEE}" destId="{47C939AB-2AAC-475F-9ADD-BF90AC1DF4BC}" srcOrd="5" destOrd="0" presId="urn:microsoft.com/office/officeart/2005/8/layout/list1"/>
    <dgm:cxn modelId="{9CCD8B87-19FB-496D-B28F-9D32AA4ED88D}" type="presParOf" srcId="{1A403A3D-8018-4527-B4A6-BE5D9E585EEE}" destId="{AE83CE51-2572-4915-A8EF-75320B0ED2E7}" srcOrd="6" destOrd="0" presId="urn:microsoft.com/office/officeart/2005/8/layout/list1"/>
    <dgm:cxn modelId="{F76313E7-3429-4393-A978-9545AE0D3EA9}" type="presParOf" srcId="{1A403A3D-8018-4527-B4A6-BE5D9E585EEE}" destId="{75ECB249-877C-4E7F-B5E9-1592A51A081E}" srcOrd="7" destOrd="0" presId="urn:microsoft.com/office/officeart/2005/8/layout/list1"/>
    <dgm:cxn modelId="{F43D47CE-8C31-402F-8E17-40266BEABCAD}" type="presParOf" srcId="{1A403A3D-8018-4527-B4A6-BE5D9E585EEE}" destId="{C06F71E8-77CD-4BC9-A34E-9A1288782D2F}" srcOrd="8" destOrd="0" presId="urn:microsoft.com/office/officeart/2005/8/layout/list1"/>
    <dgm:cxn modelId="{A123D2BA-4BC3-4107-A820-A1CBB5ADF756}" type="presParOf" srcId="{C06F71E8-77CD-4BC9-A34E-9A1288782D2F}" destId="{3BCD0D38-0AA7-453E-9E3D-B0BFD4D3F7F6}" srcOrd="0" destOrd="0" presId="urn:microsoft.com/office/officeart/2005/8/layout/list1"/>
    <dgm:cxn modelId="{09D4B586-6598-4DCB-8C5D-D652D32ED1AD}" type="presParOf" srcId="{C06F71E8-77CD-4BC9-A34E-9A1288782D2F}" destId="{D46934B0-A88C-4EDF-88C4-0E64D68D0FE0}" srcOrd="1" destOrd="0" presId="urn:microsoft.com/office/officeart/2005/8/layout/list1"/>
    <dgm:cxn modelId="{40A9D6C6-013D-482B-9DA2-B114175E2855}" type="presParOf" srcId="{1A403A3D-8018-4527-B4A6-BE5D9E585EEE}" destId="{81B1ED71-385E-4A43-AC57-1C9B24BC66B9}" srcOrd="9" destOrd="0" presId="urn:microsoft.com/office/officeart/2005/8/layout/list1"/>
    <dgm:cxn modelId="{9FB0B45C-B30A-456C-8C6D-AF2C7490B84F}" type="presParOf" srcId="{1A403A3D-8018-4527-B4A6-BE5D9E585EEE}" destId="{DAABD717-6D53-4DD5-8EE9-39C0AF1428F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65AE10-3B8B-49C9-8D82-2A7340373EB3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CA"/>
        </a:p>
      </dgm:t>
    </dgm:pt>
    <dgm:pt modelId="{3882AA33-62DA-4480-9214-5DA34B7A2030}">
      <dgm:prSet/>
      <dgm:spPr/>
      <dgm:t>
        <a:bodyPr/>
        <a:lstStyle/>
        <a:p>
          <a:r>
            <a:rPr lang="en-GB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void </a:t>
          </a:r>
          <a:r>
            <a:rPr lang="en-GB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1"/>
            </a:rPr>
            <a:t>forEach</a:t>
          </a:r>
          <a:r>
            <a:rPr lang="en-GB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(Consumer&lt;? super T&gt; action)</a:t>
          </a:r>
          <a:endParaRPr lang="en-CA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9E1CE635-6713-47F8-A1AF-EC1AE6232433}" type="parTrans" cxnId="{34816EB4-81AE-4A1F-8A73-1440DBEFD4E3}">
      <dgm:prSet/>
      <dgm:spPr/>
      <dgm:t>
        <a:bodyPr/>
        <a:lstStyle/>
        <a:p>
          <a:endParaRPr lang="en-CA"/>
        </a:p>
      </dgm:t>
    </dgm:pt>
    <dgm:pt modelId="{9F4061BC-EEAB-48CC-90C7-3DC20555103F}" type="sibTrans" cxnId="{34816EB4-81AE-4A1F-8A73-1440DBEFD4E3}">
      <dgm:prSet/>
      <dgm:spPr/>
      <dgm:t>
        <a:bodyPr/>
        <a:lstStyle/>
        <a:p>
          <a:endParaRPr lang="en-CA"/>
        </a:p>
      </dgm:t>
    </dgm:pt>
    <dgm:pt modelId="{D50D41D8-7531-4F9B-AC96-B8F610EF2BB5}">
      <dgm:prSet/>
      <dgm:spPr/>
      <dgm:t>
        <a:bodyPr/>
        <a:lstStyle/>
        <a:p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boolean </a:t>
          </a:r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2"/>
            </a:rPr>
            <a:t>allMatch</a:t>
          </a:r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(Predicate&lt;? super T&gt; predicate) </a:t>
          </a:r>
          <a:endParaRPr lang="en-CA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A1BAFB22-D961-4FEC-B8A0-829FD7D0BE48}" type="parTrans" cxnId="{EFD7C5F9-B377-4B33-B609-99A5849BA868}">
      <dgm:prSet/>
      <dgm:spPr/>
      <dgm:t>
        <a:bodyPr/>
        <a:lstStyle/>
        <a:p>
          <a:endParaRPr lang="en-CA"/>
        </a:p>
      </dgm:t>
    </dgm:pt>
    <dgm:pt modelId="{2A4756B3-AA6D-4B9F-8B2E-FF6333E30B58}" type="sibTrans" cxnId="{EFD7C5F9-B377-4B33-B609-99A5849BA868}">
      <dgm:prSet/>
      <dgm:spPr/>
      <dgm:t>
        <a:bodyPr/>
        <a:lstStyle/>
        <a:p>
          <a:endParaRPr lang="en-CA"/>
        </a:p>
      </dgm:t>
    </dgm:pt>
    <dgm:pt modelId="{F65995F6-1E40-4499-8AA8-B3012EF5BFC7}">
      <dgm:prSet/>
      <dgm:spPr/>
      <dgm:t>
        <a:bodyPr/>
        <a:lstStyle/>
        <a:p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boolean </a:t>
          </a:r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2"/>
            </a:rPr>
            <a:t>anyMatch</a:t>
          </a:r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(Predicate&lt;? super T&gt; predicate)</a:t>
          </a:r>
          <a:endParaRPr lang="en-CA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45900B6E-D1B2-40B0-B996-ACB48A613E3C}" type="parTrans" cxnId="{A9D79606-8A5F-4BC7-B437-D659C60A188F}">
      <dgm:prSet/>
      <dgm:spPr/>
      <dgm:t>
        <a:bodyPr/>
        <a:lstStyle/>
        <a:p>
          <a:endParaRPr lang="en-CA"/>
        </a:p>
      </dgm:t>
    </dgm:pt>
    <dgm:pt modelId="{1F9D665D-DBD3-4C45-9D46-6A0EEE1D6DD6}" type="sibTrans" cxnId="{A9D79606-8A5F-4BC7-B437-D659C60A188F}">
      <dgm:prSet/>
      <dgm:spPr/>
      <dgm:t>
        <a:bodyPr/>
        <a:lstStyle/>
        <a:p>
          <a:endParaRPr lang="en-CA"/>
        </a:p>
      </dgm:t>
    </dgm:pt>
    <dgm:pt modelId="{426C5355-BD68-49AA-8D98-1936AA9E9E11}">
      <dgm:prSet/>
      <dgm:spPr/>
      <dgm:t>
        <a:bodyPr/>
        <a:lstStyle/>
        <a:p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boolean </a:t>
          </a:r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3"/>
            </a:rPr>
            <a:t>noneMatch</a:t>
          </a:r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(Predicate&lt;? super T&gt; predicate)</a:t>
          </a:r>
          <a:endParaRPr lang="en-CA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A040162D-6495-498D-9C40-4E6DE31631CB}" type="parTrans" cxnId="{7769DF8A-FB43-4D42-8FAA-3FC726A16285}">
      <dgm:prSet/>
      <dgm:spPr/>
      <dgm:t>
        <a:bodyPr/>
        <a:lstStyle/>
        <a:p>
          <a:endParaRPr lang="en-CA"/>
        </a:p>
      </dgm:t>
    </dgm:pt>
    <dgm:pt modelId="{F4BBC61D-B60F-460F-9C6B-0DD2CBEFC4E6}" type="sibTrans" cxnId="{7769DF8A-FB43-4D42-8FAA-3FC726A16285}">
      <dgm:prSet/>
      <dgm:spPr/>
      <dgm:t>
        <a:bodyPr/>
        <a:lstStyle/>
        <a:p>
          <a:endParaRPr lang="en-CA"/>
        </a:p>
      </dgm:t>
    </dgm:pt>
    <dgm:pt modelId="{DF42C33F-0EC7-406F-AC1A-585BC5CBBF06}">
      <dgm:prSet/>
      <dgm:spPr/>
      <dgm:t>
        <a:bodyPr/>
        <a:lstStyle/>
        <a:p>
          <a:r>
            <a:rPr lang="en-CA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long </a:t>
          </a:r>
          <a:r>
            <a:rPr lang="en-CA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4"/>
            </a:rPr>
            <a:t>count</a:t>
          </a:r>
          <a:r>
            <a:rPr lang="en-CA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</a:t>
          </a:r>
        </a:p>
      </dgm:t>
    </dgm:pt>
    <dgm:pt modelId="{FEBDB94F-90F3-42C0-8331-8FBBC3FF2D4F}" type="parTrans" cxnId="{493295AA-659B-4828-B3AC-4ED6AF7D2273}">
      <dgm:prSet/>
      <dgm:spPr/>
      <dgm:t>
        <a:bodyPr/>
        <a:lstStyle/>
        <a:p>
          <a:endParaRPr lang="en-CA"/>
        </a:p>
      </dgm:t>
    </dgm:pt>
    <dgm:pt modelId="{6334CF39-1FDE-44CA-BC2B-F187656AE3DC}" type="sibTrans" cxnId="{493295AA-659B-4828-B3AC-4ED6AF7D2273}">
      <dgm:prSet/>
      <dgm:spPr/>
      <dgm:t>
        <a:bodyPr/>
        <a:lstStyle/>
        <a:p>
          <a:endParaRPr lang="en-CA"/>
        </a:p>
      </dgm:t>
    </dgm:pt>
    <dgm:pt modelId="{32ED119F-85FF-488C-B664-84CCD494568B}">
      <dgm:prSet/>
      <dgm:spPr/>
      <dgm:t>
        <a:bodyPr/>
        <a:lstStyle/>
        <a:p>
          <a:r>
            <a:rPr lang="en-CA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Object[] </a:t>
          </a:r>
          <a:r>
            <a:rPr lang="en-CA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5"/>
            </a:rPr>
            <a:t>toArray</a:t>
          </a:r>
          <a:r>
            <a:rPr lang="en-CA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</a:t>
          </a:r>
        </a:p>
      </dgm:t>
    </dgm:pt>
    <dgm:pt modelId="{FC6F0BD7-739B-46E5-927A-916208E97719}" type="parTrans" cxnId="{C874E0E3-D77F-4006-834B-B9C8AB692E86}">
      <dgm:prSet/>
      <dgm:spPr/>
      <dgm:t>
        <a:bodyPr/>
        <a:lstStyle/>
        <a:p>
          <a:endParaRPr lang="en-CA"/>
        </a:p>
      </dgm:t>
    </dgm:pt>
    <dgm:pt modelId="{C246F37C-7FCA-4BC9-BF38-AA7AC6E25A19}" type="sibTrans" cxnId="{C874E0E3-D77F-4006-834B-B9C8AB692E86}">
      <dgm:prSet/>
      <dgm:spPr/>
      <dgm:t>
        <a:bodyPr/>
        <a:lstStyle/>
        <a:p>
          <a:endParaRPr lang="en-CA"/>
        </a:p>
      </dgm:t>
    </dgm:pt>
    <dgm:pt modelId="{DD8E9553-D601-4959-A141-4FE5DABF498A}">
      <dgm:prSet/>
      <dgm:spPr/>
      <dgm:t>
        <a:bodyPr/>
        <a:lstStyle/>
        <a:p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&lt;A&gt; A[] </a:t>
          </a:r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6"/>
            </a:rPr>
            <a:t>toArray</a:t>
          </a:r>
          <a:r>
            <a:rPr lang="en-GB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(IntFunction&lt;A[]&gt; generator)</a:t>
          </a:r>
          <a:endParaRPr lang="en-CA" kern="1200"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</dgm:t>
    </dgm:pt>
    <dgm:pt modelId="{A809DF90-BFEA-4AC9-A950-1D5C73197FF4}" type="parTrans" cxnId="{E7129E21-A721-40A2-AD5B-4E290D716AA8}">
      <dgm:prSet/>
      <dgm:spPr/>
      <dgm:t>
        <a:bodyPr/>
        <a:lstStyle/>
        <a:p>
          <a:endParaRPr lang="en-CA"/>
        </a:p>
      </dgm:t>
    </dgm:pt>
    <dgm:pt modelId="{98BA46BB-1AE5-4F81-8E31-1D318594F5C5}" type="sibTrans" cxnId="{E7129E21-A721-40A2-AD5B-4E290D716AA8}">
      <dgm:prSet/>
      <dgm:spPr/>
      <dgm:t>
        <a:bodyPr/>
        <a:lstStyle/>
        <a:p>
          <a:endParaRPr lang="en-CA"/>
        </a:p>
      </dgm:t>
    </dgm:pt>
    <dgm:pt modelId="{6F6CEB77-B33D-49AE-9867-731573DC64B2}">
      <dgm:prSet/>
      <dgm:spPr/>
      <dgm:t>
        <a:bodyPr/>
        <a:lstStyle/>
        <a:p>
          <a:r>
            <a:rPr lang="en-CA" b="1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JDK 16+ </a:t>
          </a:r>
          <a:r>
            <a:rPr lang="en-CA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- List&lt;T&gt; </a:t>
          </a:r>
          <a:r>
            <a:rPr lang="en-CA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7"/>
            </a:rPr>
            <a:t>toList</a:t>
          </a:r>
          <a:r>
            <a:rPr lang="en-CA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</a:t>
          </a:r>
        </a:p>
      </dgm:t>
    </dgm:pt>
    <dgm:pt modelId="{402B40EA-359E-48E5-BAC8-F5ECF58AAF78}" type="parTrans" cxnId="{9E46F234-B835-4E25-8F1E-A795EA79E9FB}">
      <dgm:prSet/>
      <dgm:spPr/>
      <dgm:t>
        <a:bodyPr/>
        <a:lstStyle/>
        <a:p>
          <a:endParaRPr lang="en-CA"/>
        </a:p>
      </dgm:t>
    </dgm:pt>
    <dgm:pt modelId="{B45055A2-528C-4207-BEB1-E967A19AF050}" type="sibTrans" cxnId="{9E46F234-B835-4E25-8F1E-A795EA79E9FB}">
      <dgm:prSet/>
      <dgm:spPr/>
      <dgm:t>
        <a:bodyPr/>
        <a:lstStyle/>
        <a:p>
          <a:endParaRPr lang="en-CA"/>
        </a:p>
      </dgm:t>
    </dgm:pt>
    <dgm:pt modelId="{506C246B-573E-400B-A35C-5BE393C14956}">
      <dgm:prSet/>
      <dgm:spPr/>
      <dgm:t>
        <a:bodyPr/>
        <a:lstStyle/>
        <a:p>
          <a:r>
            <a:rPr lang="fr-FR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exécuter une action sur chaque élément</a:t>
          </a:r>
          <a:endParaRPr lang="en-CA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169C4955-71FC-43A7-8880-20AAAE1F0358}" type="parTrans" cxnId="{2DAF9ED3-2752-40E4-BF28-ABE3CCBEC17F}">
      <dgm:prSet/>
      <dgm:spPr/>
      <dgm:t>
        <a:bodyPr/>
        <a:lstStyle/>
        <a:p>
          <a:endParaRPr lang="en-CA"/>
        </a:p>
      </dgm:t>
    </dgm:pt>
    <dgm:pt modelId="{7F01CACA-414A-4410-9021-0C123DDB03B0}" type="sibTrans" cxnId="{2DAF9ED3-2752-40E4-BF28-ABE3CCBEC17F}">
      <dgm:prSet/>
      <dgm:spPr/>
      <dgm:t>
        <a:bodyPr/>
        <a:lstStyle/>
        <a:p>
          <a:endParaRPr lang="en-CA"/>
        </a:p>
      </dgm:t>
    </dgm:pt>
    <dgm:pt modelId="{C023E3AE-B280-4FD1-8A47-3B8CDEFB7315}">
      <dgm:prSet/>
      <dgm:spPr/>
      <dgm:t>
        <a:bodyPr/>
        <a:lstStyle/>
        <a:p>
          <a:r>
            <a:rPr lang="en-CA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tous les éléments correspondent ?</a:t>
          </a:r>
        </a:p>
      </dgm:t>
    </dgm:pt>
    <dgm:pt modelId="{8E79C494-8689-4BA5-B21B-B808BCE0D73F}" type="parTrans" cxnId="{1BCC57C4-1617-47E5-9949-8561CBC8D661}">
      <dgm:prSet/>
      <dgm:spPr/>
      <dgm:t>
        <a:bodyPr/>
        <a:lstStyle/>
        <a:p>
          <a:endParaRPr lang="en-CA"/>
        </a:p>
      </dgm:t>
    </dgm:pt>
    <dgm:pt modelId="{5AD3D67C-D738-45E8-AB72-B286041FC66D}" type="sibTrans" cxnId="{1BCC57C4-1617-47E5-9949-8561CBC8D661}">
      <dgm:prSet/>
      <dgm:spPr/>
      <dgm:t>
        <a:bodyPr/>
        <a:lstStyle/>
        <a:p>
          <a:endParaRPr lang="en-CA"/>
        </a:p>
      </dgm:t>
    </dgm:pt>
    <dgm:pt modelId="{7500DE43-9EF2-4E7F-9EB8-9331B6DE97D6}">
      <dgm:prSet/>
      <dgm:spPr/>
      <dgm:t>
        <a:bodyPr/>
        <a:lstStyle/>
        <a:p>
          <a:r>
            <a:rPr lang="fr-FR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au moins un élément correspond ?</a:t>
          </a:r>
          <a:endParaRPr lang="en-CA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AEED1E4F-0171-43BB-889D-BA37D5B186DF}" type="parTrans" cxnId="{CD0885B4-665A-478D-9898-5498FD89CF7E}">
      <dgm:prSet/>
      <dgm:spPr/>
      <dgm:t>
        <a:bodyPr/>
        <a:lstStyle/>
        <a:p>
          <a:endParaRPr lang="en-CA"/>
        </a:p>
      </dgm:t>
    </dgm:pt>
    <dgm:pt modelId="{A1D5DC19-BABA-4923-AAB2-30A44CDC240A}" type="sibTrans" cxnId="{CD0885B4-665A-478D-9898-5498FD89CF7E}">
      <dgm:prSet/>
      <dgm:spPr/>
      <dgm:t>
        <a:bodyPr/>
        <a:lstStyle/>
        <a:p>
          <a:endParaRPr lang="en-CA"/>
        </a:p>
      </dgm:t>
    </dgm:pt>
    <dgm:pt modelId="{1C133A5D-19AA-4D3D-9B1A-D82D0E47DD66}">
      <dgm:prSet/>
      <dgm:spPr/>
      <dgm:t>
        <a:bodyPr/>
        <a:lstStyle/>
        <a:p>
          <a:r>
            <a:rPr lang="en-CA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aucun</a:t>
          </a:r>
          <a:r>
            <a:rPr lang="en-CA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</a:t>
          </a:r>
          <a:r>
            <a:rPr lang="en-CA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élément</a:t>
          </a:r>
          <a:r>
            <a:rPr lang="en-CA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ne correspond ?</a:t>
          </a:r>
        </a:p>
      </dgm:t>
    </dgm:pt>
    <dgm:pt modelId="{6C0B1888-BA0B-4824-A095-B57A982FB819}" type="parTrans" cxnId="{5BC8CC78-9335-4232-8488-D7A9A93E6ADA}">
      <dgm:prSet/>
      <dgm:spPr/>
      <dgm:t>
        <a:bodyPr/>
        <a:lstStyle/>
        <a:p>
          <a:endParaRPr lang="en-CA"/>
        </a:p>
      </dgm:t>
    </dgm:pt>
    <dgm:pt modelId="{DAB4A542-3B3C-4F61-96FA-90C0BC150873}" type="sibTrans" cxnId="{5BC8CC78-9335-4232-8488-D7A9A93E6ADA}">
      <dgm:prSet/>
      <dgm:spPr/>
      <dgm:t>
        <a:bodyPr/>
        <a:lstStyle/>
        <a:p>
          <a:endParaRPr lang="en-CA"/>
        </a:p>
      </dgm:t>
    </dgm:pt>
    <dgm:pt modelId="{F8220799-4EE2-4A6B-B9BA-8F3F17736021}">
      <dgm:prSet/>
      <dgm:spPr/>
      <dgm:t>
        <a:bodyPr/>
        <a:lstStyle/>
        <a:p>
          <a:r>
            <a:rPr lang="en-CA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Compter le nombre d’éléments</a:t>
          </a:r>
        </a:p>
      </dgm:t>
    </dgm:pt>
    <dgm:pt modelId="{AD3CD087-084D-4CBD-B8AE-B6CD99DADFC9}" type="parTrans" cxnId="{86C24CF5-C5B9-4AA4-BA72-BAE2E7E8CF8B}">
      <dgm:prSet/>
      <dgm:spPr/>
      <dgm:t>
        <a:bodyPr/>
        <a:lstStyle/>
        <a:p>
          <a:endParaRPr lang="en-CA"/>
        </a:p>
      </dgm:t>
    </dgm:pt>
    <dgm:pt modelId="{547DC31A-CE07-4625-9247-E96896258789}" type="sibTrans" cxnId="{86C24CF5-C5B9-4AA4-BA72-BAE2E7E8CF8B}">
      <dgm:prSet/>
      <dgm:spPr/>
      <dgm:t>
        <a:bodyPr/>
        <a:lstStyle/>
        <a:p>
          <a:endParaRPr lang="en-CA"/>
        </a:p>
      </dgm:t>
    </dgm:pt>
    <dgm:pt modelId="{49DBC519-459C-4567-B8F7-D0CBEC138E78}">
      <dgm:prSet/>
      <dgm:spPr/>
      <dgm:t>
        <a:bodyPr/>
        <a:lstStyle/>
        <a:p>
          <a:r>
            <a:rPr lang="fr-CA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Convertir en tableau</a:t>
          </a:r>
          <a:endParaRPr lang="en-CA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04EB860D-7E92-469C-9303-D21FE1A960FF}" type="parTrans" cxnId="{5548F7BD-14B5-492B-B123-807DF55AC1F7}">
      <dgm:prSet/>
      <dgm:spPr/>
      <dgm:t>
        <a:bodyPr/>
        <a:lstStyle/>
        <a:p>
          <a:endParaRPr lang="en-CA"/>
        </a:p>
      </dgm:t>
    </dgm:pt>
    <dgm:pt modelId="{45C0D02D-6632-48A3-9320-DB29158BC900}" type="sibTrans" cxnId="{5548F7BD-14B5-492B-B123-807DF55AC1F7}">
      <dgm:prSet/>
      <dgm:spPr/>
      <dgm:t>
        <a:bodyPr/>
        <a:lstStyle/>
        <a:p>
          <a:endParaRPr lang="en-CA"/>
        </a:p>
      </dgm:t>
    </dgm:pt>
    <dgm:pt modelId="{302B1688-FDC5-4219-9BE4-F8ACF1876C8A}">
      <dgm:prSet/>
      <dgm:spPr/>
      <dgm:t>
        <a:bodyPr/>
        <a:lstStyle/>
        <a:p>
          <a:r>
            <a:rPr lang="fr-CA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Convertir en tableau typé</a:t>
          </a:r>
          <a:endParaRPr lang="en-CA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522BBB91-14F5-43C2-8EFF-8983582A5C97}" type="parTrans" cxnId="{247D3513-8414-4472-A4C1-61BD8C557CF4}">
      <dgm:prSet/>
      <dgm:spPr/>
      <dgm:t>
        <a:bodyPr/>
        <a:lstStyle/>
        <a:p>
          <a:endParaRPr lang="en-CA"/>
        </a:p>
      </dgm:t>
    </dgm:pt>
    <dgm:pt modelId="{B8346DA0-D7AC-4351-ADD4-C4FC75401B04}" type="sibTrans" cxnId="{247D3513-8414-4472-A4C1-61BD8C557CF4}">
      <dgm:prSet/>
      <dgm:spPr/>
      <dgm:t>
        <a:bodyPr/>
        <a:lstStyle/>
        <a:p>
          <a:endParaRPr lang="en-CA"/>
        </a:p>
      </dgm:t>
    </dgm:pt>
    <dgm:pt modelId="{D7524C5E-8FDF-482E-B61A-FBF39EAE23BA}">
      <dgm:prSet/>
      <dgm:spPr/>
      <dgm:t>
        <a:bodyPr/>
        <a:lstStyle/>
        <a:p>
          <a:r>
            <a:rPr lang="fr-CA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Covertir</a:t>
          </a:r>
          <a:r>
            <a:rPr lang="fr-CA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en liste immutable</a:t>
          </a:r>
          <a:endParaRPr lang="en-CA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ADEAF4A1-B7EF-4288-A856-C5E9CAA4B15B}" type="parTrans" cxnId="{CCD58D63-F43A-47D3-AA94-BD09FD6A9EC0}">
      <dgm:prSet/>
      <dgm:spPr/>
      <dgm:t>
        <a:bodyPr/>
        <a:lstStyle/>
        <a:p>
          <a:endParaRPr lang="en-CA"/>
        </a:p>
      </dgm:t>
    </dgm:pt>
    <dgm:pt modelId="{7A26F0CD-88A7-47E2-91F4-788273640B8F}" type="sibTrans" cxnId="{CCD58D63-F43A-47D3-AA94-BD09FD6A9EC0}">
      <dgm:prSet/>
      <dgm:spPr/>
      <dgm:t>
        <a:bodyPr/>
        <a:lstStyle/>
        <a:p>
          <a:endParaRPr lang="en-CA"/>
        </a:p>
      </dgm:t>
    </dgm:pt>
    <dgm:pt modelId="{8BF44D56-3340-4B7F-AC49-AE3D9FBBAC5D}">
      <dgm:prSet/>
      <dgm:spPr/>
      <dgm:t>
        <a:bodyPr/>
        <a:lstStyle/>
        <a:p>
          <a:r>
            <a:rPr lang="fr-CA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Avant </a:t>
          </a:r>
          <a:r>
            <a:rPr lang="fr-CA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JDk</a:t>
          </a:r>
          <a:r>
            <a:rPr lang="fr-CA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16: </a:t>
          </a:r>
          <a:r>
            <a:rPr lang="en-CA" kern="1200" dirty="0" err="1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Arrays.asList</a:t>
          </a:r>
          <a:r>
            <a:rPr lang="en-CA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 </a:t>
          </a:r>
          <a:r>
            <a:rPr lang="en-CA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ou</a:t>
          </a:r>
          <a:r>
            <a:rPr lang="en-CA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</a:t>
          </a:r>
          <a:r>
            <a:rPr lang="en-CA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collect(</a:t>
          </a:r>
          <a:r>
            <a:rPr lang="en-CA" kern="1200" dirty="0" err="1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Collectors.toList</a:t>
          </a:r>
          <a:r>
            <a:rPr lang="en-CA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())</a:t>
          </a:r>
        </a:p>
      </dgm:t>
    </dgm:pt>
    <dgm:pt modelId="{7C5FA627-FD35-430D-AFA6-4E0ABA407F94}" type="parTrans" cxnId="{F8C92374-FE6B-420D-BC3F-6A42089C292D}">
      <dgm:prSet/>
      <dgm:spPr/>
      <dgm:t>
        <a:bodyPr/>
        <a:lstStyle/>
        <a:p>
          <a:endParaRPr lang="en-CA"/>
        </a:p>
      </dgm:t>
    </dgm:pt>
    <dgm:pt modelId="{17CCC3E1-5D20-4AA4-AA5E-758C830BD77D}" type="sibTrans" cxnId="{F8C92374-FE6B-420D-BC3F-6A42089C292D}">
      <dgm:prSet/>
      <dgm:spPr/>
      <dgm:t>
        <a:bodyPr/>
        <a:lstStyle/>
        <a:p>
          <a:endParaRPr lang="en-CA"/>
        </a:p>
      </dgm:t>
    </dgm:pt>
    <dgm:pt modelId="{8EA73A46-0E64-4762-A03A-80C2877ABA83}" type="pres">
      <dgm:prSet presAssocID="{1B65AE10-3B8B-49C9-8D82-2A7340373EB3}" presName="linear" presStyleCnt="0">
        <dgm:presLayoutVars>
          <dgm:dir/>
          <dgm:animLvl val="lvl"/>
          <dgm:resizeHandles val="exact"/>
        </dgm:presLayoutVars>
      </dgm:prSet>
      <dgm:spPr/>
    </dgm:pt>
    <dgm:pt modelId="{E82898EB-7E8D-4FA8-B62E-B3B12EBB7064}" type="pres">
      <dgm:prSet presAssocID="{3882AA33-62DA-4480-9214-5DA34B7A2030}" presName="parentLin" presStyleCnt="0"/>
      <dgm:spPr/>
    </dgm:pt>
    <dgm:pt modelId="{6E938EEC-2F26-4C4D-8E30-82FFA2143793}" type="pres">
      <dgm:prSet presAssocID="{3882AA33-62DA-4480-9214-5DA34B7A2030}" presName="parentLeftMargin" presStyleLbl="node1" presStyleIdx="0" presStyleCnt="8"/>
      <dgm:spPr/>
    </dgm:pt>
    <dgm:pt modelId="{B2BDC5AD-50D6-4232-8463-3E203FEC51BE}" type="pres">
      <dgm:prSet presAssocID="{3882AA33-62DA-4480-9214-5DA34B7A2030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C0DD241A-AAA1-478E-AA59-757770E5081B}" type="pres">
      <dgm:prSet presAssocID="{3882AA33-62DA-4480-9214-5DA34B7A2030}" presName="negativeSpace" presStyleCnt="0"/>
      <dgm:spPr/>
    </dgm:pt>
    <dgm:pt modelId="{4113815F-A59A-429E-ABBD-0ADC0C2A50C3}" type="pres">
      <dgm:prSet presAssocID="{3882AA33-62DA-4480-9214-5DA34B7A2030}" presName="childText" presStyleLbl="conFgAcc1" presStyleIdx="0" presStyleCnt="8">
        <dgm:presLayoutVars>
          <dgm:bulletEnabled val="1"/>
        </dgm:presLayoutVars>
      </dgm:prSet>
      <dgm:spPr/>
    </dgm:pt>
    <dgm:pt modelId="{15E1DAD9-7EC9-46E2-89D1-FCB2C3FE4808}" type="pres">
      <dgm:prSet presAssocID="{9F4061BC-EEAB-48CC-90C7-3DC20555103F}" presName="spaceBetweenRectangles" presStyleCnt="0"/>
      <dgm:spPr/>
    </dgm:pt>
    <dgm:pt modelId="{3236A0D2-9178-43BC-8696-801975222261}" type="pres">
      <dgm:prSet presAssocID="{D50D41D8-7531-4F9B-AC96-B8F610EF2BB5}" presName="parentLin" presStyleCnt="0"/>
      <dgm:spPr/>
    </dgm:pt>
    <dgm:pt modelId="{314FE920-7AE7-4B04-8962-0CA6728269A9}" type="pres">
      <dgm:prSet presAssocID="{D50D41D8-7531-4F9B-AC96-B8F610EF2BB5}" presName="parentLeftMargin" presStyleLbl="node1" presStyleIdx="0" presStyleCnt="8"/>
      <dgm:spPr/>
    </dgm:pt>
    <dgm:pt modelId="{C337157A-8C23-407D-9D84-CED960074153}" type="pres">
      <dgm:prSet presAssocID="{D50D41D8-7531-4F9B-AC96-B8F610EF2BB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C6CB524B-0170-4C10-BF91-3795D943BACE}" type="pres">
      <dgm:prSet presAssocID="{D50D41D8-7531-4F9B-AC96-B8F610EF2BB5}" presName="negativeSpace" presStyleCnt="0"/>
      <dgm:spPr/>
    </dgm:pt>
    <dgm:pt modelId="{7CBD9260-D1FF-48EE-9431-A49E51F7E00C}" type="pres">
      <dgm:prSet presAssocID="{D50D41D8-7531-4F9B-AC96-B8F610EF2BB5}" presName="childText" presStyleLbl="conFgAcc1" presStyleIdx="1" presStyleCnt="8">
        <dgm:presLayoutVars>
          <dgm:bulletEnabled val="1"/>
        </dgm:presLayoutVars>
      </dgm:prSet>
      <dgm:spPr/>
    </dgm:pt>
    <dgm:pt modelId="{1968BEB2-BE1B-4426-9AEA-1AC6C6FC87D9}" type="pres">
      <dgm:prSet presAssocID="{2A4756B3-AA6D-4B9F-8B2E-FF6333E30B58}" presName="spaceBetweenRectangles" presStyleCnt="0"/>
      <dgm:spPr/>
    </dgm:pt>
    <dgm:pt modelId="{595960F2-BB8D-4F8A-8935-EC0B658DD0CB}" type="pres">
      <dgm:prSet presAssocID="{F65995F6-1E40-4499-8AA8-B3012EF5BFC7}" presName="parentLin" presStyleCnt="0"/>
      <dgm:spPr/>
    </dgm:pt>
    <dgm:pt modelId="{3D8F9AE5-EAB5-4AA7-B2B0-DA4343082253}" type="pres">
      <dgm:prSet presAssocID="{F65995F6-1E40-4499-8AA8-B3012EF5BFC7}" presName="parentLeftMargin" presStyleLbl="node1" presStyleIdx="1" presStyleCnt="8"/>
      <dgm:spPr/>
    </dgm:pt>
    <dgm:pt modelId="{FCE7B14C-0320-439A-BE72-CDCFBE25101D}" type="pres">
      <dgm:prSet presAssocID="{F65995F6-1E40-4499-8AA8-B3012EF5BFC7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60EB64A1-767A-481B-B158-9F6A0E95317D}" type="pres">
      <dgm:prSet presAssocID="{F65995F6-1E40-4499-8AA8-B3012EF5BFC7}" presName="negativeSpace" presStyleCnt="0"/>
      <dgm:spPr/>
    </dgm:pt>
    <dgm:pt modelId="{C907446A-BE82-4F62-816F-B9DC8B0C8267}" type="pres">
      <dgm:prSet presAssocID="{F65995F6-1E40-4499-8AA8-B3012EF5BFC7}" presName="childText" presStyleLbl="conFgAcc1" presStyleIdx="2" presStyleCnt="8">
        <dgm:presLayoutVars>
          <dgm:bulletEnabled val="1"/>
        </dgm:presLayoutVars>
      </dgm:prSet>
      <dgm:spPr/>
    </dgm:pt>
    <dgm:pt modelId="{A53B049D-025E-405B-9309-6325E477F3CE}" type="pres">
      <dgm:prSet presAssocID="{1F9D665D-DBD3-4C45-9D46-6A0EEE1D6DD6}" presName="spaceBetweenRectangles" presStyleCnt="0"/>
      <dgm:spPr/>
    </dgm:pt>
    <dgm:pt modelId="{441BAA56-C3FB-4B05-9D75-176696E4134E}" type="pres">
      <dgm:prSet presAssocID="{426C5355-BD68-49AA-8D98-1936AA9E9E11}" presName="parentLin" presStyleCnt="0"/>
      <dgm:spPr/>
    </dgm:pt>
    <dgm:pt modelId="{B26721B6-1EC0-4424-A3F4-F0BE9C4B31FF}" type="pres">
      <dgm:prSet presAssocID="{426C5355-BD68-49AA-8D98-1936AA9E9E11}" presName="parentLeftMargin" presStyleLbl="node1" presStyleIdx="2" presStyleCnt="8"/>
      <dgm:spPr/>
    </dgm:pt>
    <dgm:pt modelId="{C723A851-788D-4BA5-8D11-96CB60CAB94D}" type="pres">
      <dgm:prSet presAssocID="{426C5355-BD68-49AA-8D98-1936AA9E9E11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744B99AA-9A4F-4AF1-8807-7D5CCEFC8642}" type="pres">
      <dgm:prSet presAssocID="{426C5355-BD68-49AA-8D98-1936AA9E9E11}" presName="negativeSpace" presStyleCnt="0"/>
      <dgm:spPr/>
    </dgm:pt>
    <dgm:pt modelId="{ECD0A7DE-CC8C-40F6-9427-E03EAD61ACA4}" type="pres">
      <dgm:prSet presAssocID="{426C5355-BD68-49AA-8D98-1936AA9E9E11}" presName="childText" presStyleLbl="conFgAcc1" presStyleIdx="3" presStyleCnt="8">
        <dgm:presLayoutVars>
          <dgm:bulletEnabled val="1"/>
        </dgm:presLayoutVars>
      </dgm:prSet>
      <dgm:spPr/>
    </dgm:pt>
    <dgm:pt modelId="{EAEFC4AE-3844-4975-9D6F-279FD6EED36B}" type="pres">
      <dgm:prSet presAssocID="{F4BBC61D-B60F-460F-9C6B-0DD2CBEFC4E6}" presName="spaceBetweenRectangles" presStyleCnt="0"/>
      <dgm:spPr/>
    </dgm:pt>
    <dgm:pt modelId="{813E5C0C-03DE-4C82-B434-ED54478B9FAA}" type="pres">
      <dgm:prSet presAssocID="{DF42C33F-0EC7-406F-AC1A-585BC5CBBF06}" presName="parentLin" presStyleCnt="0"/>
      <dgm:spPr/>
    </dgm:pt>
    <dgm:pt modelId="{866C7903-667D-4DE2-89DA-0DE3451B7B0A}" type="pres">
      <dgm:prSet presAssocID="{DF42C33F-0EC7-406F-AC1A-585BC5CBBF06}" presName="parentLeftMargin" presStyleLbl="node1" presStyleIdx="3" presStyleCnt="8"/>
      <dgm:spPr/>
    </dgm:pt>
    <dgm:pt modelId="{5D063477-0F16-4012-9BE6-4095B6084E84}" type="pres">
      <dgm:prSet presAssocID="{DF42C33F-0EC7-406F-AC1A-585BC5CBBF06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63C3194E-AB49-4106-AF74-5DBD498FDEEC}" type="pres">
      <dgm:prSet presAssocID="{DF42C33F-0EC7-406F-AC1A-585BC5CBBF06}" presName="negativeSpace" presStyleCnt="0"/>
      <dgm:spPr/>
    </dgm:pt>
    <dgm:pt modelId="{5DC208F6-F458-4410-86B1-2450B2BB94CF}" type="pres">
      <dgm:prSet presAssocID="{DF42C33F-0EC7-406F-AC1A-585BC5CBBF06}" presName="childText" presStyleLbl="conFgAcc1" presStyleIdx="4" presStyleCnt="8">
        <dgm:presLayoutVars>
          <dgm:bulletEnabled val="1"/>
        </dgm:presLayoutVars>
      </dgm:prSet>
      <dgm:spPr/>
    </dgm:pt>
    <dgm:pt modelId="{147F7B42-F20E-4189-B526-3D1ADDBBCAA9}" type="pres">
      <dgm:prSet presAssocID="{6334CF39-1FDE-44CA-BC2B-F187656AE3DC}" presName="spaceBetweenRectangles" presStyleCnt="0"/>
      <dgm:spPr/>
    </dgm:pt>
    <dgm:pt modelId="{809033D4-65CF-4939-9B9E-248816F043EA}" type="pres">
      <dgm:prSet presAssocID="{32ED119F-85FF-488C-B664-84CCD494568B}" presName="parentLin" presStyleCnt="0"/>
      <dgm:spPr/>
    </dgm:pt>
    <dgm:pt modelId="{58996C94-C4C1-4531-B7FE-95D65E5CE6B5}" type="pres">
      <dgm:prSet presAssocID="{32ED119F-85FF-488C-B664-84CCD494568B}" presName="parentLeftMargin" presStyleLbl="node1" presStyleIdx="4" presStyleCnt="8"/>
      <dgm:spPr/>
    </dgm:pt>
    <dgm:pt modelId="{DB7DD065-302A-4C1B-BDCE-461EF4582A59}" type="pres">
      <dgm:prSet presAssocID="{32ED119F-85FF-488C-B664-84CCD494568B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D4FED820-3A03-4BFC-81A9-DA89F01AB5F2}" type="pres">
      <dgm:prSet presAssocID="{32ED119F-85FF-488C-B664-84CCD494568B}" presName="negativeSpace" presStyleCnt="0"/>
      <dgm:spPr/>
    </dgm:pt>
    <dgm:pt modelId="{0030E665-7BBF-457E-B596-7CAD270C355A}" type="pres">
      <dgm:prSet presAssocID="{32ED119F-85FF-488C-B664-84CCD494568B}" presName="childText" presStyleLbl="conFgAcc1" presStyleIdx="5" presStyleCnt="8">
        <dgm:presLayoutVars>
          <dgm:bulletEnabled val="1"/>
        </dgm:presLayoutVars>
      </dgm:prSet>
      <dgm:spPr/>
    </dgm:pt>
    <dgm:pt modelId="{D999C483-3D0E-4CAE-B5B8-7C29E636D8DB}" type="pres">
      <dgm:prSet presAssocID="{C246F37C-7FCA-4BC9-BF38-AA7AC6E25A19}" presName="spaceBetweenRectangles" presStyleCnt="0"/>
      <dgm:spPr/>
    </dgm:pt>
    <dgm:pt modelId="{B346F9BC-E6BC-49C7-93B5-110F940B1E33}" type="pres">
      <dgm:prSet presAssocID="{DD8E9553-D601-4959-A141-4FE5DABF498A}" presName="parentLin" presStyleCnt="0"/>
      <dgm:spPr/>
    </dgm:pt>
    <dgm:pt modelId="{43346D67-F0FC-4CA4-A25A-1837953E674B}" type="pres">
      <dgm:prSet presAssocID="{DD8E9553-D601-4959-A141-4FE5DABF498A}" presName="parentLeftMargin" presStyleLbl="node1" presStyleIdx="5" presStyleCnt="8"/>
      <dgm:spPr/>
    </dgm:pt>
    <dgm:pt modelId="{6538B59B-9A87-4D0D-A585-D12E19C057F5}" type="pres">
      <dgm:prSet presAssocID="{DD8E9553-D601-4959-A141-4FE5DABF498A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D6A63562-4B8D-40E3-B76D-FC82DEAABA31}" type="pres">
      <dgm:prSet presAssocID="{DD8E9553-D601-4959-A141-4FE5DABF498A}" presName="negativeSpace" presStyleCnt="0"/>
      <dgm:spPr/>
    </dgm:pt>
    <dgm:pt modelId="{932D0865-78C9-4563-9F75-9125D9096F60}" type="pres">
      <dgm:prSet presAssocID="{DD8E9553-D601-4959-A141-4FE5DABF498A}" presName="childText" presStyleLbl="conFgAcc1" presStyleIdx="6" presStyleCnt="8">
        <dgm:presLayoutVars>
          <dgm:bulletEnabled val="1"/>
        </dgm:presLayoutVars>
      </dgm:prSet>
      <dgm:spPr/>
    </dgm:pt>
    <dgm:pt modelId="{1BB0C631-E33C-41B4-9E2E-46AFCFA6680F}" type="pres">
      <dgm:prSet presAssocID="{98BA46BB-1AE5-4F81-8E31-1D318594F5C5}" presName="spaceBetweenRectangles" presStyleCnt="0"/>
      <dgm:spPr/>
    </dgm:pt>
    <dgm:pt modelId="{2968E307-69FE-4DD6-8E58-69CA4667412D}" type="pres">
      <dgm:prSet presAssocID="{6F6CEB77-B33D-49AE-9867-731573DC64B2}" presName="parentLin" presStyleCnt="0"/>
      <dgm:spPr/>
    </dgm:pt>
    <dgm:pt modelId="{249BA55F-D731-46B9-85EB-BB6C5A49B8FB}" type="pres">
      <dgm:prSet presAssocID="{6F6CEB77-B33D-49AE-9867-731573DC64B2}" presName="parentLeftMargin" presStyleLbl="node1" presStyleIdx="6" presStyleCnt="8"/>
      <dgm:spPr/>
    </dgm:pt>
    <dgm:pt modelId="{E7F0D8C8-DE61-456E-8DAA-285C39B2A9DB}" type="pres">
      <dgm:prSet presAssocID="{6F6CEB77-B33D-49AE-9867-731573DC64B2}" presName="parentText" presStyleLbl="node1" presStyleIdx="7" presStyleCnt="8">
        <dgm:presLayoutVars>
          <dgm:chMax val="0"/>
          <dgm:bulletEnabled val="1"/>
        </dgm:presLayoutVars>
      </dgm:prSet>
      <dgm:spPr/>
    </dgm:pt>
    <dgm:pt modelId="{6C7DE318-4831-49D1-BFCA-971D19F0C506}" type="pres">
      <dgm:prSet presAssocID="{6F6CEB77-B33D-49AE-9867-731573DC64B2}" presName="negativeSpace" presStyleCnt="0"/>
      <dgm:spPr/>
    </dgm:pt>
    <dgm:pt modelId="{55277B74-87C6-4323-9CD5-E1303C2FADE9}" type="pres">
      <dgm:prSet presAssocID="{6F6CEB77-B33D-49AE-9867-731573DC64B2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7E6F6802-BF18-4FA8-824F-20052AE9C284}" type="presOf" srcId="{8BF44D56-3340-4B7F-AC49-AE3D9FBBAC5D}" destId="{55277B74-87C6-4323-9CD5-E1303C2FADE9}" srcOrd="0" destOrd="1" presId="urn:microsoft.com/office/officeart/2005/8/layout/list1"/>
    <dgm:cxn modelId="{A9D79606-8A5F-4BC7-B437-D659C60A188F}" srcId="{1B65AE10-3B8B-49C9-8D82-2A7340373EB3}" destId="{F65995F6-1E40-4499-8AA8-B3012EF5BFC7}" srcOrd="2" destOrd="0" parTransId="{45900B6E-D1B2-40B0-B996-ACB48A613E3C}" sibTransId="{1F9D665D-DBD3-4C45-9D46-6A0EEE1D6DD6}"/>
    <dgm:cxn modelId="{3020EA11-F2C2-44F2-AFC3-5BCAAE33E8A1}" type="presOf" srcId="{DF42C33F-0EC7-406F-AC1A-585BC5CBBF06}" destId="{5D063477-0F16-4012-9BE6-4095B6084E84}" srcOrd="1" destOrd="0" presId="urn:microsoft.com/office/officeart/2005/8/layout/list1"/>
    <dgm:cxn modelId="{247D3513-8414-4472-A4C1-61BD8C557CF4}" srcId="{DD8E9553-D601-4959-A141-4FE5DABF498A}" destId="{302B1688-FDC5-4219-9BE4-F8ACF1876C8A}" srcOrd="0" destOrd="0" parTransId="{522BBB91-14F5-43C2-8EFF-8983582A5C97}" sibTransId="{B8346DA0-D7AC-4351-ADD4-C4FC75401B04}"/>
    <dgm:cxn modelId="{E7129E21-A721-40A2-AD5B-4E290D716AA8}" srcId="{1B65AE10-3B8B-49C9-8D82-2A7340373EB3}" destId="{DD8E9553-D601-4959-A141-4FE5DABF498A}" srcOrd="6" destOrd="0" parTransId="{A809DF90-BFEA-4AC9-A950-1D5C73197FF4}" sibTransId="{98BA46BB-1AE5-4F81-8E31-1D318594F5C5}"/>
    <dgm:cxn modelId="{28E5652A-B481-44C9-B71F-99F49C9E1ABE}" type="presOf" srcId="{426C5355-BD68-49AA-8D98-1936AA9E9E11}" destId="{C723A851-788D-4BA5-8D11-96CB60CAB94D}" srcOrd="1" destOrd="0" presId="urn:microsoft.com/office/officeart/2005/8/layout/list1"/>
    <dgm:cxn modelId="{D803342C-8436-428F-8010-BB6EDF0E033C}" type="presOf" srcId="{3882AA33-62DA-4480-9214-5DA34B7A2030}" destId="{6E938EEC-2F26-4C4D-8E30-82FFA2143793}" srcOrd="0" destOrd="0" presId="urn:microsoft.com/office/officeart/2005/8/layout/list1"/>
    <dgm:cxn modelId="{C338CA2D-EC24-4E17-94D9-BEE8F0A46C77}" type="presOf" srcId="{F65995F6-1E40-4499-8AA8-B3012EF5BFC7}" destId="{FCE7B14C-0320-439A-BE72-CDCFBE25101D}" srcOrd="1" destOrd="0" presId="urn:microsoft.com/office/officeart/2005/8/layout/list1"/>
    <dgm:cxn modelId="{DDC4F72D-436C-47B2-9608-7260DD95565F}" type="presOf" srcId="{D7524C5E-8FDF-482E-B61A-FBF39EAE23BA}" destId="{55277B74-87C6-4323-9CD5-E1303C2FADE9}" srcOrd="0" destOrd="0" presId="urn:microsoft.com/office/officeart/2005/8/layout/list1"/>
    <dgm:cxn modelId="{9E46F234-B835-4E25-8F1E-A795EA79E9FB}" srcId="{1B65AE10-3B8B-49C9-8D82-2A7340373EB3}" destId="{6F6CEB77-B33D-49AE-9867-731573DC64B2}" srcOrd="7" destOrd="0" parTransId="{402B40EA-359E-48E5-BAC8-F5ECF58AAF78}" sibTransId="{B45055A2-528C-4207-BEB1-E967A19AF050}"/>
    <dgm:cxn modelId="{71FA6439-FE26-4946-AD6E-27EBB7A475DD}" type="presOf" srcId="{DD8E9553-D601-4959-A141-4FE5DABF498A}" destId="{6538B59B-9A87-4D0D-A585-D12E19C057F5}" srcOrd="1" destOrd="0" presId="urn:microsoft.com/office/officeart/2005/8/layout/list1"/>
    <dgm:cxn modelId="{23F98940-6B8C-44A1-A55F-8C32EB46307D}" type="presOf" srcId="{426C5355-BD68-49AA-8D98-1936AA9E9E11}" destId="{B26721B6-1EC0-4424-A3F4-F0BE9C4B31FF}" srcOrd="0" destOrd="0" presId="urn:microsoft.com/office/officeart/2005/8/layout/list1"/>
    <dgm:cxn modelId="{40BBA55D-B4BD-4158-86BC-629EBCC8BFF8}" type="presOf" srcId="{506C246B-573E-400B-A35C-5BE393C14956}" destId="{4113815F-A59A-429E-ABBD-0ADC0C2A50C3}" srcOrd="0" destOrd="0" presId="urn:microsoft.com/office/officeart/2005/8/layout/list1"/>
    <dgm:cxn modelId="{081F2A63-FCF2-4FD8-B3AF-6A229A4F0F65}" type="presOf" srcId="{49DBC519-459C-4567-B8F7-D0CBEC138E78}" destId="{0030E665-7BBF-457E-B596-7CAD270C355A}" srcOrd="0" destOrd="0" presId="urn:microsoft.com/office/officeart/2005/8/layout/list1"/>
    <dgm:cxn modelId="{CCD58D63-F43A-47D3-AA94-BD09FD6A9EC0}" srcId="{6F6CEB77-B33D-49AE-9867-731573DC64B2}" destId="{D7524C5E-8FDF-482E-B61A-FBF39EAE23BA}" srcOrd="0" destOrd="0" parTransId="{ADEAF4A1-B7EF-4288-A856-C5E9CAA4B15B}" sibTransId="{7A26F0CD-88A7-47E2-91F4-788273640B8F}"/>
    <dgm:cxn modelId="{AB820E66-DC77-48C5-8C59-2AB0EEC437C9}" type="presOf" srcId="{32ED119F-85FF-488C-B664-84CCD494568B}" destId="{DB7DD065-302A-4C1B-BDCE-461EF4582A59}" srcOrd="1" destOrd="0" presId="urn:microsoft.com/office/officeart/2005/8/layout/list1"/>
    <dgm:cxn modelId="{F8C92374-FE6B-420D-BC3F-6A42089C292D}" srcId="{6F6CEB77-B33D-49AE-9867-731573DC64B2}" destId="{8BF44D56-3340-4B7F-AC49-AE3D9FBBAC5D}" srcOrd="1" destOrd="0" parTransId="{7C5FA627-FD35-430D-AFA6-4E0ABA407F94}" sibTransId="{17CCC3E1-5D20-4AA4-AA5E-758C830BD77D}"/>
    <dgm:cxn modelId="{5BC8CC78-9335-4232-8488-D7A9A93E6ADA}" srcId="{426C5355-BD68-49AA-8D98-1936AA9E9E11}" destId="{1C133A5D-19AA-4D3D-9B1A-D82D0E47DD66}" srcOrd="0" destOrd="0" parTransId="{6C0B1888-BA0B-4824-A095-B57A982FB819}" sibTransId="{DAB4A542-3B3C-4F61-96FA-90C0BC150873}"/>
    <dgm:cxn modelId="{545E367B-4C99-4550-BE83-5CA49EC0F190}" type="presOf" srcId="{C023E3AE-B280-4FD1-8A47-3B8CDEFB7315}" destId="{7CBD9260-D1FF-48EE-9431-A49E51F7E00C}" srcOrd="0" destOrd="0" presId="urn:microsoft.com/office/officeart/2005/8/layout/list1"/>
    <dgm:cxn modelId="{D594FB82-3017-43AF-8C38-2F14177BA872}" type="presOf" srcId="{DD8E9553-D601-4959-A141-4FE5DABF498A}" destId="{43346D67-F0FC-4CA4-A25A-1837953E674B}" srcOrd="0" destOrd="0" presId="urn:microsoft.com/office/officeart/2005/8/layout/list1"/>
    <dgm:cxn modelId="{7769DF8A-FB43-4D42-8FAA-3FC726A16285}" srcId="{1B65AE10-3B8B-49C9-8D82-2A7340373EB3}" destId="{426C5355-BD68-49AA-8D98-1936AA9E9E11}" srcOrd="3" destOrd="0" parTransId="{A040162D-6495-498D-9C40-4E6DE31631CB}" sibTransId="{F4BBC61D-B60F-460F-9C6B-0DD2CBEFC4E6}"/>
    <dgm:cxn modelId="{B82D9494-981E-48D7-8CDC-4B7020A124BE}" type="presOf" srcId="{3882AA33-62DA-4480-9214-5DA34B7A2030}" destId="{B2BDC5AD-50D6-4232-8463-3E203FEC51BE}" srcOrd="1" destOrd="0" presId="urn:microsoft.com/office/officeart/2005/8/layout/list1"/>
    <dgm:cxn modelId="{D5E3199C-72D2-4216-A1F7-594DBC1786F6}" type="presOf" srcId="{302B1688-FDC5-4219-9BE4-F8ACF1876C8A}" destId="{932D0865-78C9-4563-9F75-9125D9096F60}" srcOrd="0" destOrd="0" presId="urn:microsoft.com/office/officeart/2005/8/layout/list1"/>
    <dgm:cxn modelId="{9D1E529C-3AC2-4F87-BCCA-A1321AAED22A}" type="presOf" srcId="{DF42C33F-0EC7-406F-AC1A-585BC5CBBF06}" destId="{866C7903-667D-4DE2-89DA-0DE3451B7B0A}" srcOrd="0" destOrd="0" presId="urn:microsoft.com/office/officeart/2005/8/layout/list1"/>
    <dgm:cxn modelId="{12BFF0A2-FC51-48FE-8B40-2B5F3439F755}" type="presOf" srcId="{D50D41D8-7531-4F9B-AC96-B8F610EF2BB5}" destId="{C337157A-8C23-407D-9D84-CED960074153}" srcOrd="1" destOrd="0" presId="urn:microsoft.com/office/officeart/2005/8/layout/list1"/>
    <dgm:cxn modelId="{493295AA-659B-4828-B3AC-4ED6AF7D2273}" srcId="{1B65AE10-3B8B-49C9-8D82-2A7340373EB3}" destId="{DF42C33F-0EC7-406F-AC1A-585BC5CBBF06}" srcOrd="4" destOrd="0" parTransId="{FEBDB94F-90F3-42C0-8331-8FBBC3FF2D4F}" sibTransId="{6334CF39-1FDE-44CA-BC2B-F187656AE3DC}"/>
    <dgm:cxn modelId="{34816EB4-81AE-4A1F-8A73-1440DBEFD4E3}" srcId="{1B65AE10-3B8B-49C9-8D82-2A7340373EB3}" destId="{3882AA33-62DA-4480-9214-5DA34B7A2030}" srcOrd="0" destOrd="0" parTransId="{9E1CE635-6713-47F8-A1AF-EC1AE6232433}" sibTransId="{9F4061BC-EEAB-48CC-90C7-3DC20555103F}"/>
    <dgm:cxn modelId="{CD0885B4-665A-478D-9898-5498FD89CF7E}" srcId="{F65995F6-1E40-4499-8AA8-B3012EF5BFC7}" destId="{7500DE43-9EF2-4E7F-9EB8-9331B6DE97D6}" srcOrd="0" destOrd="0" parTransId="{AEED1E4F-0171-43BB-889D-BA37D5B186DF}" sibTransId="{A1D5DC19-BABA-4923-AAB2-30A44CDC240A}"/>
    <dgm:cxn modelId="{708CF0BC-AAF8-44FF-A515-611EBE7C33E4}" type="presOf" srcId="{D50D41D8-7531-4F9B-AC96-B8F610EF2BB5}" destId="{314FE920-7AE7-4B04-8962-0CA6728269A9}" srcOrd="0" destOrd="0" presId="urn:microsoft.com/office/officeart/2005/8/layout/list1"/>
    <dgm:cxn modelId="{5548F7BD-14B5-492B-B123-807DF55AC1F7}" srcId="{32ED119F-85FF-488C-B664-84CCD494568B}" destId="{49DBC519-459C-4567-B8F7-D0CBEC138E78}" srcOrd="0" destOrd="0" parTransId="{04EB860D-7E92-469C-9303-D21FE1A960FF}" sibTransId="{45C0D02D-6632-48A3-9320-DB29158BC900}"/>
    <dgm:cxn modelId="{48F128C3-A257-4AEA-BB86-38A0BA06F47F}" type="presOf" srcId="{1C133A5D-19AA-4D3D-9B1A-D82D0E47DD66}" destId="{ECD0A7DE-CC8C-40F6-9427-E03EAD61ACA4}" srcOrd="0" destOrd="0" presId="urn:microsoft.com/office/officeart/2005/8/layout/list1"/>
    <dgm:cxn modelId="{53ED7AC3-5DB6-4BA0-9F26-6DBBE24D61F3}" type="presOf" srcId="{F65995F6-1E40-4499-8AA8-B3012EF5BFC7}" destId="{3D8F9AE5-EAB5-4AA7-B2B0-DA4343082253}" srcOrd="0" destOrd="0" presId="urn:microsoft.com/office/officeart/2005/8/layout/list1"/>
    <dgm:cxn modelId="{55BBC8C3-1BEC-4FA1-BBC4-27A2E4AB8C15}" type="presOf" srcId="{6F6CEB77-B33D-49AE-9867-731573DC64B2}" destId="{E7F0D8C8-DE61-456E-8DAA-285C39B2A9DB}" srcOrd="1" destOrd="0" presId="urn:microsoft.com/office/officeart/2005/8/layout/list1"/>
    <dgm:cxn modelId="{1BCC57C4-1617-47E5-9949-8561CBC8D661}" srcId="{D50D41D8-7531-4F9B-AC96-B8F610EF2BB5}" destId="{C023E3AE-B280-4FD1-8A47-3B8CDEFB7315}" srcOrd="0" destOrd="0" parTransId="{8E79C494-8689-4BA5-B21B-B808BCE0D73F}" sibTransId="{5AD3D67C-D738-45E8-AB72-B286041FC66D}"/>
    <dgm:cxn modelId="{2DAF9ED3-2752-40E4-BF28-ABE3CCBEC17F}" srcId="{3882AA33-62DA-4480-9214-5DA34B7A2030}" destId="{506C246B-573E-400B-A35C-5BE393C14956}" srcOrd="0" destOrd="0" parTransId="{169C4955-71FC-43A7-8880-20AAAE1F0358}" sibTransId="{7F01CACA-414A-4410-9021-0C123DDB03B0}"/>
    <dgm:cxn modelId="{E43B1FDE-8500-42BB-91E1-8C0857C34D8E}" type="presOf" srcId="{7500DE43-9EF2-4E7F-9EB8-9331B6DE97D6}" destId="{C907446A-BE82-4F62-816F-B9DC8B0C8267}" srcOrd="0" destOrd="0" presId="urn:microsoft.com/office/officeart/2005/8/layout/list1"/>
    <dgm:cxn modelId="{EB0817E2-82E5-4137-A556-579A956A7F08}" type="presOf" srcId="{6F6CEB77-B33D-49AE-9867-731573DC64B2}" destId="{249BA55F-D731-46B9-85EB-BB6C5A49B8FB}" srcOrd="0" destOrd="0" presId="urn:microsoft.com/office/officeart/2005/8/layout/list1"/>
    <dgm:cxn modelId="{8C5F4BE3-480C-461D-8369-5F90086A82DB}" type="presOf" srcId="{F8220799-4EE2-4A6B-B9BA-8F3F17736021}" destId="{5DC208F6-F458-4410-86B1-2450B2BB94CF}" srcOrd="0" destOrd="0" presId="urn:microsoft.com/office/officeart/2005/8/layout/list1"/>
    <dgm:cxn modelId="{C874E0E3-D77F-4006-834B-B9C8AB692E86}" srcId="{1B65AE10-3B8B-49C9-8D82-2A7340373EB3}" destId="{32ED119F-85FF-488C-B664-84CCD494568B}" srcOrd="5" destOrd="0" parTransId="{FC6F0BD7-739B-46E5-927A-916208E97719}" sibTransId="{C246F37C-7FCA-4BC9-BF38-AA7AC6E25A19}"/>
    <dgm:cxn modelId="{560E86F3-7A99-4E99-8208-A8648FDB7DFB}" type="presOf" srcId="{1B65AE10-3B8B-49C9-8D82-2A7340373EB3}" destId="{8EA73A46-0E64-4762-A03A-80C2877ABA83}" srcOrd="0" destOrd="0" presId="urn:microsoft.com/office/officeart/2005/8/layout/list1"/>
    <dgm:cxn modelId="{86C24CF5-C5B9-4AA4-BA72-BAE2E7E8CF8B}" srcId="{DF42C33F-0EC7-406F-AC1A-585BC5CBBF06}" destId="{F8220799-4EE2-4A6B-B9BA-8F3F17736021}" srcOrd="0" destOrd="0" parTransId="{AD3CD087-084D-4CBD-B8AE-B6CD99DADFC9}" sibTransId="{547DC31A-CE07-4625-9247-E96896258789}"/>
    <dgm:cxn modelId="{7F3827F9-694C-40F1-877E-1203D6CD9201}" type="presOf" srcId="{32ED119F-85FF-488C-B664-84CCD494568B}" destId="{58996C94-C4C1-4531-B7FE-95D65E5CE6B5}" srcOrd="0" destOrd="0" presId="urn:microsoft.com/office/officeart/2005/8/layout/list1"/>
    <dgm:cxn modelId="{EFD7C5F9-B377-4B33-B609-99A5849BA868}" srcId="{1B65AE10-3B8B-49C9-8D82-2A7340373EB3}" destId="{D50D41D8-7531-4F9B-AC96-B8F610EF2BB5}" srcOrd="1" destOrd="0" parTransId="{A1BAFB22-D961-4FEC-B8A0-829FD7D0BE48}" sibTransId="{2A4756B3-AA6D-4B9F-8B2E-FF6333E30B58}"/>
    <dgm:cxn modelId="{760B88A5-EF29-4D7E-B45B-4C2A86D91D35}" type="presParOf" srcId="{8EA73A46-0E64-4762-A03A-80C2877ABA83}" destId="{E82898EB-7E8D-4FA8-B62E-B3B12EBB7064}" srcOrd="0" destOrd="0" presId="urn:microsoft.com/office/officeart/2005/8/layout/list1"/>
    <dgm:cxn modelId="{13349534-AA40-4C9E-8D04-1707313899C9}" type="presParOf" srcId="{E82898EB-7E8D-4FA8-B62E-B3B12EBB7064}" destId="{6E938EEC-2F26-4C4D-8E30-82FFA2143793}" srcOrd="0" destOrd="0" presId="urn:microsoft.com/office/officeart/2005/8/layout/list1"/>
    <dgm:cxn modelId="{F5101F70-BF4C-4D06-9731-C0041A1638B3}" type="presParOf" srcId="{E82898EB-7E8D-4FA8-B62E-B3B12EBB7064}" destId="{B2BDC5AD-50D6-4232-8463-3E203FEC51BE}" srcOrd="1" destOrd="0" presId="urn:microsoft.com/office/officeart/2005/8/layout/list1"/>
    <dgm:cxn modelId="{2B092E0F-428D-4875-BBCB-30E9339FFC67}" type="presParOf" srcId="{8EA73A46-0E64-4762-A03A-80C2877ABA83}" destId="{C0DD241A-AAA1-478E-AA59-757770E5081B}" srcOrd="1" destOrd="0" presId="urn:microsoft.com/office/officeart/2005/8/layout/list1"/>
    <dgm:cxn modelId="{9227BED4-F6B0-4782-9180-9E2E211552FC}" type="presParOf" srcId="{8EA73A46-0E64-4762-A03A-80C2877ABA83}" destId="{4113815F-A59A-429E-ABBD-0ADC0C2A50C3}" srcOrd="2" destOrd="0" presId="urn:microsoft.com/office/officeart/2005/8/layout/list1"/>
    <dgm:cxn modelId="{A80D4699-7213-426E-BF18-D086F7BD5CAB}" type="presParOf" srcId="{8EA73A46-0E64-4762-A03A-80C2877ABA83}" destId="{15E1DAD9-7EC9-46E2-89D1-FCB2C3FE4808}" srcOrd="3" destOrd="0" presId="urn:microsoft.com/office/officeart/2005/8/layout/list1"/>
    <dgm:cxn modelId="{8D8B8DEC-8526-48AD-9B7D-4CD85F843421}" type="presParOf" srcId="{8EA73A46-0E64-4762-A03A-80C2877ABA83}" destId="{3236A0D2-9178-43BC-8696-801975222261}" srcOrd="4" destOrd="0" presId="urn:microsoft.com/office/officeart/2005/8/layout/list1"/>
    <dgm:cxn modelId="{B7343021-26F8-49EB-A863-CEBAB3AF8AE3}" type="presParOf" srcId="{3236A0D2-9178-43BC-8696-801975222261}" destId="{314FE920-7AE7-4B04-8962-0CA6728269A9}" srcOrd="0" destOrd="0" presId="urn:microsoft.com/office/officeart/2005/8/layout/list1"/>
    <dgm:cxn modelId="{D19E4F45-03F9-4BEF-8B2A-8EE8F1876760}" type="presParOf" srcId="{3236A0D2-9178-43BC-8696-801975222261}" destId="{C337157A-8C23-407D-9D84-CED960074153}" srcOrd="1" destOrd="0" presId="urn:microsoft.com/office/officeart/2005/8/layout/list1"/>
    <dgm:cxn modelId="{9CF5D86B-9573-444E-8162-0EA453B18D46}" type="presParOf" srcId="{8EA73A46-0E64-4762-A03A-80C2877ABA83}" destId="{C6CB524B-0170-4C10-BF91-3795D943BACE}" srcOrd="5" destOrd="0" presId="urn:microsoft.com/office/officeart/2005/8/layout/list1"/>
    <dgm:cxn modelId="{836D80DE-6A66-461E-AECF-1D8371E5C1C6}" type="presParOf" srcId="{8EA73A46-0E64-4762-A03A-80C2877ABA83}" destId="{7CBD9260-D1FF-48EE-9431-A49E51F7E00C}" srcOrd="6" destOrd="0" presId="urn:microsoft.com/office/officeart/2005/8/layout/list1"/>
    <dgm:cxn modelId="{346D42A9-DA05-43F4-A4CE-C7A538CD2CD3}" type="presParOf" srcId="{8EA73A46-0E64-4762-A03A-80C2877ABA83}" destId="{1968BEB2-BE1B-4426-9AEA-1AC6C6FC87D9}" srcOrd="7" destOrd="0" presId="urn:microsoft.com/office/officeart/2005/8/layout/list1"/>
    <dgm:cxn modelId="{7EA55FEC-4AB5-4092-B20E-F0620C60F311}" type="presParOf" srcId="{8EA73A46-0E64-4762-A03A-80C2877ABA83}" destId="{595960F2-BB8D-4F8A-8935-EC0B658DD0CB}" srcOrd="8" destOrd="0" presId="urn:microsoft.com/office/officeart/2005/8/layout/list1"/>
    <dgm:cxn modelId="{C50FAAD8-5F5F-4B05-98DE-78E601A5C227}" type="presParOf" srcId="{595960F2-BB8D-4F8A-8935-EC0B658DD0CB}" destId="{3D8F9AE5-EAB5-4AA7-B2B0-DA4343082253}" srcOrd="0" destOrd="0" presId="urn:microsoft.com/office/officeart/2005/8/layout/list1"/>
    <dgm:cxn modelId="{F3E7DF3B-DC2E-4B9C-B0A4-68591D4EC376}" type="presParOf" srcId="{595960F2-BB8D-4F8A-8935-EC0B658DD0CB}" destId="{FCE7B14C-0320-439A-BE72-CDCFBE25101D}" srcOrd="1" destOrd="0" presId="urn:microsoft.com/office/officeart/2005/8/layout/list1"/>
    <dgm:cxn modelId="{9863A214-118A-4BE5-A701-92FE2904EE9C}" type="presParOf" srcId="{8EA73A46-0E64-4762-A03A-80C2877ABA83}" destId="{60EB64A1-767A-481B-B158-9F6A0E95317D}" srcOrd="9" destOrd="0" presId="urn:microsoft.com/office/officeart/2005/8/layout/list1"/>
    <dgm:cxn modelId="{DB946EFC-19A8-486A-9924-F2BB4611C8B5}" type="presParOf" srcId="{8EA73A46-0E64-4762-A03A-80C2877ABA83}" destId="{C907446A-BE82-4F62-816F-B9DC8B0C8267}" srcOrd="10" destOrd="0" presId="urn:microsoft.com/office/officeart/2005/8/layout/list1"/>
    <dgm:cxn modelId="{63FC157E-791A-4723-8B75-CE96FF256CC6}" type="presParOf" srcId="{8EA73A46-0E64-4762-A03A-80C2877ABA83}" destId="{A53B049D-025E-405B-9309-6325E477F3CE}" srcOrd="11" destOrd="0" presId="urn:microsoft.com/office/officeart/2005/8/layout/list1"/>
    <dgm:cxn modelId="{CC07DEC3-4EAC-4A36-B466-C1E425A05D9B}" type="presParOf" srcId="{8EA73A46-0E64-4762-A03A-80C2877ABA83}" destId="{441BAA56-C3FB-4B05-9D75-176696E4134E}" srcOrd="12" destOrd="0" presId="urn:microsoft.com/office/officeart/2005/8/layout/list1"/>
    <dgm:cxn modelId="{88B90E78-8DA8-49AF-9D60-CE000FA3927B}" type="presParOf" srcId="{441BAA56-C3FB-4B05-9D75-176696E4134E}" destId="{B26721B6-1EC0-4424-A3F4-F0BE9C4B31FF}" srcOrd="0" destOrd="0" presId="urn:microsoft.com/office/officeart/2005/8/layout/list1"/>
    <dgm:cxn modelId="{92B57D2D-923F-47A7-8143-DB276B3A2BC6}" type="presParOf" srcId="{441BAA56-C3FB-4B05-9D75-176696E4134E}" destId="{C723A851-788D-4BA5-8D11-96CB60CAB94D}" srcOrd="1" destOrd="0" presId="urn:microsoft.com/office/officeart/2005/8/layout/list1"/>
    <dgm:cxn modelId="{FCAA7E04-6EB8-48C7-BE3A-0B403BF90C07}" type="presParOf" srcId="{8EA73A46-0E64-4762-A03A-80C2877ABA83}" destId="{744B99AA-9A4F-4AF1-8807-7D5CCEFC8642}" srcOrd="13" destOrd="0" presId="urn:microsoft.com/office/officeart/2005/8/layout/list1"/>
    <dgm:cxn modelId="{AABA92E6-26DF-472E-8AB5-32CF72CAF16D}" type="presParOf" srcId="{8EA73A46-0E64-4762-A03A-80C2877ABA83}" destId="{ECD0A7DE-CC8C-40F6-9427-E03EAD61ACA4}" srcOrd="14" destOrd="0" presId="urn:microsoft.com/office/officeart/2005/8/layout/list1"/>
    <dgm:cxn modelId="{0865C184-59ED-40FE-83FE-26D0B3D817A1}" type="presParOf" srcId="{8EA73A46-0E64-4762-A03A-80C2877ABA83}" destId="{EAEFC4AE-3844-4975-9D6F-279FD6EED36B}" srcOrd="15" destOrd="0" presId="urn:microsoft.com/office/officeart/2005/8/layout/list1"/>
    <dgm:cxn modelId="{17849834-8C26-4099-A52C-CFCD1F29AEF1}" type="presParOf" srcId="{8EA73A46-0E64-4762-A03A-80C2877ABA83}" destId="{813E5C0C-03DE-4C82-B434-ED54478B9FAA}" srcOrd="16" destOrd="0" presId="urn:microsoft.com/office/officeart/2005/8/layout/list1"/>
    <dgm:cxn modelId="{9DCFC349-9A27-44E0-B2E4-99237D433598}" type="presParOf" srcId="{813E5C0C-03DE-4C82-B434-ED54478B9FAA}" destId="{866C7903-667D-4DE2-89DA-0DE3451B7B0A}" srcOrd="0" destOrd="0" presId="urn:microsoft.com/office/officeart/2005/8/layout/list1"/>
    <dgm:cxn modelId="{6F3690D2-7FBF-4330-B771-0B2504A026BE}" type="presParOf" srcId="{813E5C0C-03DE-4C82-B434-ED54478B9FAA}" destId="{5D063477-0F16-4012-9BE6-4095B6084E84}" srcOrd="1" destOrd="0" presId="urn:microsoft.com/office/officeart/2005/8/layout/list1"/>
    <dgm:cxn modelId="{C831354D-BCF6-449F-A2AF-3AFF63FF43F2}" type="presParOf" srcId="{8EA73A46-0E64-4762-A03A-80C2877ABA83}" destId="{63C3194E-AB49-4106-AF74-5DBD498FDEEC}" srcOrd="17" destOrd="0" presId="urn:microsoft.com/office/officeart/2005/8/layout/list1"/>
    <dgm:cxn modelId="{DDA5A3B3-2278-4C82-9010-AA673624142B}" type="presParOf" srcId="{8EA73A46-0E64-4762-A03A-80C2877ABA83}" destId="{5DC208F6-F458-4410-86B1-2450B2BB94CF}" srcOrd="18" destOrd="0" presId="urn:microsoft.com/office/officeart/2005/8/layout/list1"/>
    <dgm:cxn modelId="{92A0ABBA-C4C9-44FC-AC18-D5DA8588463B}" type="presParOf" srcId="{8EA73A46-0E64-4762-A03A-80C2877ABA83}" destId="{147F7B42-F20E-4189-B526-3D1ADDBBCAA9}" srcOrd="19" destOrd="0" presId="urn:microsoft.com/office/officeart/2005/8/layout/list1"/>
    <dgm:cxn modelId="{B664C0FE-F61E-44EE-83B0-16BEAFC68839}" type="presParOf" srcId="{8EA73A46-0E64-4762-A03A-80C2877ABA83}" destId="{809033D4-65CF-4939-9B9E-248816F043EA}" srcOrd="20" destOrd="0" presId="urn:microsoft.com/office/officeart/2005/8/layout/list1"/>
    <dgm:cxn modelId="{5D944F8C-C9CC-4B11-9C73-C21EFEFB4732}" type="presParOf" srcId="{809033D4-65CF-4939-9B9E-248816F043EA}" destId="{58996C94-C4C1-4531-B7FE-95D65E5CE6B5}" srcOrd="0" destOrd="0" presId="urn:microsoft.com/office/officeart/2005/8/layout/list1"/>
    <dgm:cxn modelId="{98CF410E-177D-4ED0-8B33-279F14FE8013}" type="presParOf" srcId="{809033D4-65CF-4939-9B9E-248816F043EA}" destId="{DB7DD065-302A-4C1B-BDCE-461EF4582A59}" srcOrd="1" destOrd="0" presId="urn:microsoft.com/office/officeart/2005/8/layout/list1"/>
    <dgm:cxn modelId="{5C86A630-25BF-46E7-B1E8-CE442A23D902}" type="presParOf" srcId="{8EA73A46-0E64-4762-A03A-80C2877ABA83}" destId="{D4FED820-3A03-4BFC-81A9-DA89F01AB5F2}" srcOrd="21" destOrd="0" presId="urn:microsoft.com/office/officeart/2005/8/layout/list1"/>
    <dgm:cxn modelId="{FCD59013-FBA2-4B79-8492-89BAF394EB6C}" type="presParOf" srcId="{8EA73A46-0E64-4762-A03A-80C2877ABA83}" destId="{0030E665-7BBF-457E-B596-7CAD270C355A}" srcOrd="22" destOrd="0" presId="urn:microsoft.com/office/officeart/2005/8/layout/list1"/>
    <dgm:cxn modelId="{5FEFA628-B95D-4491-BC50-A955A44DD0D7}" type="presParOf" srcId="{8EA73A46-0E64-4762-A03A-80C2877ABA83}" destId="{D999C483-3D0E-4CAE-B5B8-7C29E636D8DB}" srcOrd="23" destOrd="0" presId="urn:microsoft.com/office/officeart/2005/8/layout/list1"/>
    <dgm:cxn modelId="{0A33DA97-DED7-4B56-B5EC-661931A6578A}" type="presParOf" srcId="{8EA73A46-0E64-4762-A03A-80C2877ABA83}" destId="{B346F9BC-E6BC-49C7-93B5-110F940B1E33}" srcOrd="24" destOrd="0" presId="urn:microsoft.com/office/officeart/2005/8/layout/list1"/>
    <dgm:cxn modelId="{4E67F6A3-78D3-4EB7-B2A3-783B471B2AD6}" type="presParOf" srcId="{B346F9BC-E6BC-49C7-93B5-110F940B1E33}" destId="{43346D67-F0FC-4CA4-A25A-1837953E674B}" srcOrd="0" destOrd="0" presId="urn:microsoft.com/office/officeart/2005/8/layout/list1"/>
    <dgm:cxn modelId="{3B9C4486-1C16-429B-A1B2-38F310F3A66E}" type="presParOf" srcId="{B346F9BC-E6BC-49C7-93B5-110F940B1E33}" destId="{6538B59B-9A87-4D0D-A585-D12E19C057F5}" srcOrd="1" destOrd="0" presId="urn:microsoft.com/office/officeart/2005/8/layout/list1"/>
    <dgm:cxn modelId="{F470B23D-F3ED-4815-AA09-33EC189B3627}" type="presParOf" srcId="{8EA73A46-0E64-4762-A03A-80C2877ABA83}" destId="{D6A63562-4B8D-40E3-B76D-FC82DEAABA31}" srcOrd="25" destOrd="0" presId="urn:microsoft.com/office/officeart/2005/8/layout/list1"/>
    <dgm:cxn modelId="{8EB31EBD-D614-4B54-AB60-B1036606C111}" type="presParOf" srcId="{8EA73A46-0E64-4762-A03A-80C2877ABA83}" destId="{932D0865-78C9-4563-9F75-9125D9096F60}" srcOrd="26" destOrd="0" presId="urn:microsoft.com/office/officeart/2005/8/layout/list1"/>
    <dgm:cxn modelId="{14F1E4AD-8783-4A30-9849-72BB2499D66C}" type="presParOf" srcId="{8EA73A46-0E64-4762-A03A-80C2877ABA83}" destId="{1BB0C631-E33C-41B4-9E2E-46AFCFA6680F}" srcOrd="27" destOrd="0" presId="urn:microsoft.com/office/officeart/2005/8/layout/list1"/>
    <dgm:cxn modelId="{205E5E60-A44C-452B-A238-A09FA34E3566}" type="presParOf" srcId="{8EA73A46-0E64-4762-A03A-80C2877ABA83}" destId="{2968E307-69FE-4DD6-8E58-69CA4667412D}" srcOrd="28" destOrd="0" presId="urn:microsoft.com/office/officeart/2005/8/layout/list1"/>
    <dgm:cxn modelId="{BBC9AF25-8958-4B91-9891-AD2F98191889}" type="presParOf" srcId="{2968E307-69FE-4DD6-8E58-69CA4667412D}" destId="{249BA55F-D731-46B9-85EB-BB6C5A49B8FB}" srcOrd="0" destOrd="0" presId="urn:microsoft.com/office/officeart/2005/8/layout/list1"/>
    <dgm:cxn modelId="{9166D139-95C5-498E-BDF2-15812A4CD951}" type="presParOf" srcId="{2968E307-69FE-4DD6-8E58-69CA4667412D}" destId="{E7F0D8C8-DE61-456E-8DAA-285C39B2A9DB}" srcOrd="1" destOrd="0" presId="urn:microsoft.com/office/officeart/2005/8/layout/list1"/>
    <dgm:cxn modelId="{E3E49BF0-BFD2-4F86-B304-0ABD7E10313D}" type="presParOf" srcId="{8EA73A46-0E64-4762-A03A-80C2877ABA83}" destId="{6C7DE318-4831-49D1-BFCA-971D19F0C506}" srcOrd="29" destOrd="0" presId="urn:microsoft.com/office/officeart/2005/8/layout/list1"/>
    <dgm:cxn modelId="{0E8BB41C-0546-4934-A390-7116ADBC2C9D}" type="presParOf" srcId="{8EA73A46-0E64-4762-A03A-80C2877ABA83}" destId="{55277B74-87C6-4323-9CD5-E1303C2FADE9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65AE10-3B8B-49C9-8D82-2A7340373EB3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CA"/>
        </a:p>
      </dgm:t>
    </dgm:pt>
    <dgm:pt modelId="{0C36989B-9C6F-487C-A6ED-D48482895169}">
      <dgm:prSet/>
      <dgm:spPr/>
      <dgm:t>
        <a:bodyPr/>
        <a:lstStyle/>
        <a:p>
          <a:r>
            <a:rPr lang="fr-CA" dirty="0"/>
            <a:t>Transformation</a:t>
          </a:r>
          <a:endParaRPr lang="en-CA" dirty="0"/>
        </a:p>
      </dgm:t>
    </dgm:pt>
    <dgm:pt modelId="{F3535E28-1AA0-46A6-83BC-B9AB4FF7C8B6}" type="parTrans" cxnId="{FE8F2A35-F4AE-480F-9B83-0658A2B95942}">
      <dgm:prSet/>
      <dgm:spPr/>
      <dgm:t>
        <a:bodyPr/>
        <a:lstStyle/>
        <a:p>
          <a:endParaRPr lang="en-CA"/>
        </a:p>
      </dgm:t>
    </dgm:pt>
    <dgm:pt modelId="{052574C5-3D8B-4588-BD6E-6E5957A51D02}" type="sibTrans" cxnId="{FE8F2A35-F4AE-480F-9B83-0658A2B95942}">
      <dgm:prSet/>
      <dgm:spPr/>
      <dgm:t>
        <a:bodyPr/>
        <a:lstStyle/>
        <a:p>
          <a:endParaRPr lang="en-CA"/>
        </a:p>
      </dgm:t>
    </dgm:pt>
    <dgm:pt modelId="{D6027B7F-6689-4560-BBF5-DF74FAA5E4F9}">
      <dgm:prSet/>
      <dgm:spPr/>
      <dgm:t>
        <a:bodyPr/>
        <a:lstStyle/>
        <a:p>
          <a:r>
            <a:rPr lang="fr-CA" dirty="0"/>
            <a:t>Filtrage</a:t>
          </a:r>
          <a:endParaRPr lang="en-CA" dirty="0"/>
        </a:p>
      </dgm:t>
    </dgm:pt>
    <dgm:pt modelId="{DE60C3C5-2855-422F-A580-649947850B82}" type="parTrans" cxnId="{A3975B66-373A-4139-801F-CAF71303E54A}">
      <dgm:prSet/>
      <dgm:spPr/>
      <dgm:t>
        <a:bodyPr/>
        <a:lstStyle/>
        <a:p>
          <a:endParaRPr lang="en-CA"/>
        </a:p>
      </dgm:t>
    </dgm:pt>
    <dgm:pt modelId="{D58439DC-E0C0-4920-948D-C5EB6741342D}" type="sibTrans" cxnId="{A3975B66-373A-4139-801F-CAF71303E54A}">
      <dgm:prSet/>
      <dgm:spPr/>
      <dgm:t>
        <a:bodyPr/>
        <a:lstStyle/>
        <a:p>
          <a:endParaRPr lang="en-CA"/>
        </a:p>
      </dgm:t>
    </dgm:pt>
    <dgm:pt modelId="{F926F541-FDB1-454A-B5D3-B7DAEFC11CBC}">
      <dgm:prSet/>
      <dgm:spPr/>
      <dgm:t>
        <a:bodyPr/>
        <a:lstStyle/>
        <a:p>
          <a:r>
            <a:rPr lang="en-GB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&lt;R&gt; Stream&lt;R&gt; </a:t>
          </a:r>
          <a:r>
            <a:rPr lang="en-GB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1"/>
            </a:rPr>
            <a:t>map</a:t>
          </a:r>
          <a:r>
            <a:rPr lang="en-GB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(Function&lt;? super T, ? extends R&gt; mapper) </a:t>
          </a:r>
          <a:r>
            <a:rPr lang="en-GB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Transformer </a:t>
          </a:r>
          <a:r>
            <a:rPr lang="en-GB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éléments</a:t>
          </a:r>
          <a:r>
            <a:rPr lang="en-GB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</a:t>
          </a:r>
          <a:endParaRPr lang="en-CA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E036CDA2-1509-460D-8C74-7983B33A2672}" type="parTrans" cxnId="{6696F489-832C-4A9A-AA91-3CD4F320B14A}">
      <dgm:prSet/>
      <dgm:spPr/>
      <dgm:t>
        <a:bodyPr/>
        <a:lstStyle/>
        <a:p>
          <a:endParaRPr lang="en-CA"/>
        </a:p>
      </dgm:t>
    </dgm:pt>
    <dgm:pt modelId="{73193E8F-1FA7-47D7-A976-4D531BCA37DE}" type="sibTrans" cxnId="{6696F489-832C-4A9A-AA91-3CD4F320B14A}">
      <dgm:prSet/>
      <dgm:spPr/>
      <dgm:t>
        <a:bodyPr/>
        <a:lstStyle/>
        <a:p>
          <a:endParaRPr lang="en-CA"/>
        </a:p>
      </dgm:t>
    </dgm:pt>
    <dgm:pt modelId="{A22D0A5D-D469-4D40-92B1-6CCCE0A98F19}">
      <dgm:prSet/>
      <dgm:spPr/>
      <dgm:t>
        <a:bodyPr/>
        <a:lstStyle/>
        <a:p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IntStream 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2"/>
            </a:rPr>
            <a:t>mapToInt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(ToIntFunction&lt;? super T&gt; mapper)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Transformer </a:t>
          </a:r>
          <a:r>
            <a:rPr lang="en-CA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en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int</a:t>
          </a:r>
        </a:p>
      </dgm:t>
    </dgm:pt>
    <dgm:pt modelId="{05DC73EC-2B1F-4B6D-B6C8-E8321A96A6FF}" type="parTrans" cxnId="{CC2CA27D-1033-4781-AF74-304D781002C1}">
      <dgm:prSet/>
      <dgm:spPr/>
      <dgm:t>
        <a:bodyPr/>
        <a:lstStyle/>
        <a:p>
          <a:endParaRPr lang="en-CA"/>
        </a:p>
      </dgm:t>
    </dgm:pt>
    <dgm:pt modelId="{3EB73ACC-D479-4EEC-9F87-D77D96F87B1D}" type="sibTrans" cxnId="{CC2CA27D-1033-4781-AF74-304D781002C1}">
      <dgm:prSet/>
      <dgm:spPr/>
      <dgm:t>
        <a:bodyPr/>
        <a:lstStyle/>
        <a:p>
          <a:endParaRPr lang="en-CA"/>
        </a:p>
      </dgm:t>
    </dgm:pt>
    <dgm:pt modelId="{AA96D575-EF5E-49C6-9A00-CE66E2ADDF8D}">
      <dgm:prSet/>
      <dgm:spPr/>
      <dgm:t>
        <a:bodyPr/>
        <a:lstStyle/>
        <a:p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LongStream 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3"/>
            </a:rPr>
            <a:t>mapToLong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(ToLongFunction&lt;? super T&gt; mapper)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Transformer </a:t>
          </a:r>
          <a:r>
            <a:rPr lang="en-CA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en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long</a:t>
          </a:r>
        </a:p>
      </dgm:t>
    </dgm:pt>
    <dgm:pt modelId="{05C436B9-C663-48F7-8A07-08C4D8D912D1}" type="parTrans" cxnId="{9CA609F8-B52D-4234-A061-B9ADB320103F}">
      <dgm:prSet/>
      <dgm:spPr/>
      <dgm:t>
        <a:bodyPr/>
        <a:lstStyle/>
        <a:p>
          <a:endParaRPr lang="en-CA"/>
        </a:p>
      </dgm:t>
    </dgm:pt>
    <dgm:pt modelId="{3282A324-7D2D-425F-8B45-3F826A7E1E7C}" type="sibTrans" cxnId="{9CA609F8-B52D-4234-A061-B9ADB320103F}">
      <dgm:prSet/>
      <dgm:spPr/>
      <dgm:t>
        <a:bodyPr/>
        <a:lstStyle/>
        <a:p>
          <a:endParaRPr lang="en-CA"/>
        </a:p>
      </dgm:t>
    </dgm:pt>
    <dgm:pt modelId="{15073DB4-968C-4D7B-97C9-B93C4E98BA08}">
      <dgm:prSet/>
      <dgm:spPr/>
      <dgm:t>
        <a:bodyPr/>
        <a:lstStyle/>
        <a:p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DoubleStream 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4"/>
            </a:rPr>
            <a:t>mapToDouble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(ToDoubleFunction&lt;? super T&gt; mapper)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Transformer </a:t>
          </a:r>
          <a:r>
            <a:rPr lang="en-CA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en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double</a:t>
          </a:r>
        </a:p>
      </dgm:t>
    </dgm:pt>
    <dgm:pt modelId="{6BB42163-5595-4D46-B7CB-A731348B6176}" type="parTrans" cxnId="{1EE7256D-ADEC-4942-975B-E7D1579E0145}">
      <dgm:prSet/>
      <dgm:spPr/>
      <dgm:t>
        <a:bodyPr/>
        <a:lstStyle/>
        <a:p>
          <a:endParaRPr lang="en-CA"/>
        </a:p>
      </dgm:t>
    </dgm:pt>
    <dgm:pt modelId="{557356CC-7F32-48B2-85FF-EF87A5FEF18D}" type="sibTrans" cxnId="{1EE7256D-ADEC-4942-975B-E7D1579E0145}">
      <dgm:prSet/>
      <dgm:spPr/>
      <dgm:t>
        <a:bodyPr/>
        <a:lstStyle/>
        <a:p>
          <a:endParaRPr lang="en-CA"/>
        </a:p>
      </dgm:t>
    </dgm:pt>
    <dgm:pt modelId="{D9830DAF-79E3-460D-A355-98F53CA75F9B}">
      <dgm:prSet/>
      <dgm:spPr/>
      <dgm:t>
        <a:bodyPr/>
        <a:lstStyle/>
        <a:p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Stream&lt;T&gt; 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5"/>
            </a:rPr>
            <a:t>filter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(Predicate&lt;? super T&gt; predicate)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Garder </a:t>
          </a:r>
          <a:r>
            <a:rPr lang="en-CA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selon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</a:t>
          </a:r>
          <a:r>
            <a:rPr lang="en-CA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une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condition</a:t>
          </a:r>
        </a:p>
      </dgm:t>
    </dgm:pt>
    <dgm:pt modelId="{80436BF3-6B8B-45D2-A4A9-B2AC5A7A1DD2}" type="parTrans" cxnId="{B61A7E7F-104E-4FDB-A905-1DCBE68A5BC6}">
      <dgm:prSet/>
      <dgm:spPr/>
      <dgm:t>
        <a:bodyPr/>
        <a:lstStyle/>
        <a:p>
          <a:endParaRPr lang="en-CA"/>
        </a:p>
      </dgm:t>
    </dgm:pt>
    <dgm:pt modelId="{B3D239F5-A916-4427-BED0-12F666AB2A28}" type="sibTrans" cxnId="{B61A7E7F-104E-4FDB-A905-1DCBE68A5BC6}">
      <dgm:prSet/>
      <dgm:spPr/>
      <dgm:t>
        <a:bodyPr/>
        <a:lstStyle/>
        <a:p>
          <a:endParaRPr lang="en-CA"/>
        </a:p>
      </dgm:t>
    </dgm:pt>
    <dgm:pt modelId="{67347127-19A8-4B85-A2C3-F6A3FA9E48FE}">
      <dgm:prSet/>
      <dgm:spPr/>
      <dgm:t>
        <a:bodyPr/>
        <a:lstStyle/>
        <a:p>
          <a:r>
            <a:rPr lang="fr-CA" dirty="0"/>
            <a:t>Tri et Unicité</a:t>
          </a:r>
          <a:endParaRPr lang="en-CA" dirty="0"/>
        </a:p>
      </dgm:t>
    </dgm:pt>
    <dgm:pt modelId="{2037C85A-F182-4625-BF6B-934C150F9DF7}" type="parTrans" cxnId="{154C0490-8313-4B54-83F5-0B3347A81AC7}">
      <dgm:prSet/>
      <dgm:spPr/>
      <dgm:t>
        <a:bodyPr/>
        <a:lstStyle/>
        <a:p>
          <a:endParaRPr lang="en-CA"/>
        </a:p>
      </dgm:t>
    </dgm:pt>
    <dgm:pt modelId="{46696EA0-0098-4DEC-8A50-C2F6D5477700}" type="sibTrans" cxnId="{154C0490-8313-4B54-83F5-0B3347A81AC7}">
      <dgm:prSet/>
      <dgm:spPr/>
      <dgm:t>
        <a:bodyPr/>
        <a:lstStyle/>
        <a:p>
          <a:endParaRPr lang="en-CA"/>
        </a:p>
      </dgm:t>
    </dgm:pt>
    <dgm:pt modelId="{20006441-C688-4A45-B0A7-F6081A844CEF}">
      <dgm:prSet/>
      <dgm:spPr/>
      <dgm:t>
        <a:bodyPr/>
        <a:lstStyle/>
        <a:p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Stream&lt;T&gt; 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6"/>
            </a:rPr>
            <a:t>distinct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</a:t>
          </a:r>
          <a:r>
            <a:rPr lang="en-CA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Supprimer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les </a:t>
          </a:r>
          <a:r>
            <a:rPr lang="en-CA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doublons</a:t>
          </a:r>
          <a:endParaRPr lang="en-CA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3DE2A403-2426-48AC-B824-4D47614C42CA}" type="parTrans" cxnId="{CEED2A2D-16E1-4775-9966-BEBF9C34118E}">
      <dgm:prSet/>
      <dgm:spPr/>
      <dgm:t>
        <a:bodyPr/>
        <a:lstStyle/>
        <a:p>
          <a:endParaRPr lang="en-CA"/>
        </a:p>
      </dgm:t>
    </dgm:pt>
    <dgm:pt modelId="{AAB350FB-77C0-4B1F-960A-29F36281D338}" type="sibTrans" cxnId="{CEED2A2D-16E1-4775-9966-BEBF9C34118E}">
      <dgm:prSet/>
      <dgm:spPr/>
      <dgm:t>
        <a:bodyPr/>
        <a:lstStyle/>
        <a:p>
          <a:endParaRPr lang="en-CA"/>
        </a:p>
      </dgm:t>
    </dgm:pt>
    <dgm:pt modelId="{D3BE7B6B-129D-46C7-B549-341D94B10F74}">
      <dgm:prSet/>
      <dgm:spPr/>
      <dgm:t>
        <a:bodyPr/>
        <a:lstStyle/>
        <a:p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Stream&lt;T&gt; 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7"/>
            </a:rPr>
            <a:t>sorted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Trier </a:t>
          </a:r>
          <a:r>
            <a:rPr lang="en-CA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selon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</a:t>
          </a:r>
          <a:r>
            <a:rPr lang="en-CA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ordre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naturel</a:t>
          </a:r>
        </a:p>
      </dgm:t>
    </dgm:pt>
    <dgm:pt modelId="{E8D8D717-9E3F-4214-BF3E-29838D191DC3}" type="parTrans" cxnId="{DA2F1110-CB6A-41E3-A8C4-261404929C3E}">
      <dgm:prSet/>
      <dgm:spPr/>
      <dgm:t>
        <a:bodyPr/>
        <a:lstStyle/>
        <a:p>
          <a:endParaRPr lang="en-CA"/>
        </a:p>
      </dgm:t>
    </dgm:pt>
    <dgm:pt modelId="{B4BD28B4-D578-4135-A8A9-E9B79B55D622}" type="sibTrans" cxnId="{DA2F1110-CB6A-41E3-A8C4-261404929C3E}">
      <dgm:prSet/>
      <dgm:spPr/>
      <dgm:t>
        <a:bodyPr/>
        <a:lstStyle/>
        <a:p>
          <a:endParaRPr lang="en-CA"/>
        </a:p>
      </dgm:t>
    </dgm:pt>
    <dgm:pt modelId="{61B311A1-DDE0-4D7B-BCA0-F5E13D6589E9}">
      <dgm:prSet/>
      <dgm:spPr/>
      <dgm:t>
        <a:bodyPr/>
        <a:lstStyle/>
        <a:p>
          <a:r>
            <a:rPr lang="en-GB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Stream&lt;T&gt; </a:t>
          </a:r>
          <a:r>
            <a:rPr lang="en-GB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8"/>
            </a:rPr>
            <a:t>sorted</a:t>
          </a:r>
          <a:r>
            <a:rPr lang="en-GB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(Comparator&lt;? super T&gt; comparator)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Trier avec </a:t>
          </a:r>
          <a:r>
            <a:rPr lang="en-CA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comparateur</a:t>
          </a:r>
          <a:endParaRPr lang="en-CA" dirty="0"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</dgm:t>
    </dgm:pt>
    <dgm:pt modelId="{3F441C3B-005C-481A-86D5-F43AC744DA8A}" type="parTrans" cxnId="{44D772E4-D09C-46DF-9FAB-28844D8C7FC2}">
      <dgm:prSet/>
      <dgm:spPr/>
      <dgm:t>
        <a:bodyPr/>
        <a:lstStyle/>
        <a:p>
          <a:endParaRPr lang="en-CA"/>
        </a:p>
      </dgm:t>
    </dgm:pt>
    <dgm:pt modelId="{91CD5013-C647-4958-98B8-D82FC405CFA8}" type="sibTrans" cxnId="{44D772E4-D09C-46DF-9FAB-28844D8C7FC2}">
      <dgm:prSet/>
      <dgm:spPr/>
      <dgm:t>
        <a:bodyPr/>
        <a:lstStyle/>
        <a:p>
          <a:endParaRPr lang="en-CA"/>
        </a:p>
      </dgm:t>
    </dgm:pt>
    <dgm:pt modelId="{2CBFD75C-F7F9-47B3-ADF5-3E2A9E9CE56A}">
      <dgm:prSet/>
      <dgm:spPr/>
      <dgm:t>
        <a:bodyPr/>
        <a:lstStyle/>
        <a:p>
          <a:r>
            <a:rPr lang="fr-CA" dirty="0"/>
            <a:t>Inspection</a:t>
          </a:r>
          <a:endParaRPr lang="en-CA" dirty="0"/>
        </a:p>
      </dgm:t>
    </dgm:pt>
    <dgm:pt modelId="{277E7F38-2E44-4D49-AB2D-B5162A7AEC48}" type="parTrans" cxnId="{AE889CE6-A48C-48AC-8133-3E5237AF144B}">
      <dgm:prSet/>
      <dgm:spPr/>
      <dgm:t>
        <a:bodyPr/>
        <a:lstStyle/>
        <a:p>
          <a:endParaRPr lang="en-CA"/>
        </a:p>
      </dgm:t>
    </dgm:pt>
    <dgm:pt modelId="{9D248137-194B-4717-9A4C-3AEF395CE56A}" type="sibTrans" cxnId="{AE889CE6-A48C-48AC-8133-3E5237AF144B}">
      <dgm:prSet/>
      <dgm:spPr/>
      <dgm:t>
        <a:bodyPr/>
        <a:lstStyle/>
        <a:p>
          <a:endParaRPr lang="en-CA"/>
        </a:p>
      </dgm:t>
    </dgm:pt>
    <dgm:pt modelId="{E87FA572-90A9-4FC4-A7F8-9B7CFF7856C9}">
      <dgm:prSet/>
      <dgm:spPr/>
      <dgm:t>
        <a:bodyPr/>
        <a:lstStyle/>
        <a:p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Stream&lt;T&gt; 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9"/>
            </a:rPr>
            <a:t>peek</a:t>
          </a:r>
          <a:r>
            <a:rPr lang="en-CA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(Consumer&lt;? super T&gt; action)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Inspecter sans modifier</a:t>
          </a:r>
        </a:p>
      </dgm:t>
    </dgm:pt>
    <dgm:pt modelId="{0A5B4134-DDDC-4007-B374-42CD5D98388E}" type="parTrans" cxnId="{88BFFCFA-1A0A-4F44-AB03-A1A1E25E107B}">
      <dgm:prSet/>
      <dgm:spPr/>
      <dgm:t>
        <a:bodyPr/>
        <a:lstStyle/>
        <a:p>
          <a:endParaRPr lang="en-CA"/>
        </a:p>
      </dgm:t>
    </dgm:pt>
    <dgm:pt modelId="{C38DDAC3-DAAC-49C9-A999-9AC5B2573CB4}" type="sibTrans" cxnId="{88BFFCFA-1A0A-4F44-AB03-A1A1E25E107B}">
      <dgm:prSet/>
      <dgm:spPr/>
      <dgm:t>
        <a:bodyPr/>
        <a:lstStyle/>
        <a:p>
          <a:endParaRPr lang="en-CA"/>
        </a:p>
      </dgm:t>
    </dgm:pt>
    <dgm:pt modelId="{8EA73A46-0E64-4762-A03A-80C2877ABA83}" type="pres">
      <dgm:prSet presAssocID="{1B65AE10-3B8B-49C9-8D82-2A7340373EB3}" presName="linear" presStyleCnt="0">
        <dgm:presLayoutVars>
          <dgm:dir/>
          <dgm:animLvl val="lvl"/>
          <dgm:resizeHandles val="exact"/>
        </dgm:presLayoutVars>
      </dgm:prSet>
      <dgm:spPr/>
    </dgm:pt>
    <dgm:pt modelId="{1B7958E6-5C0A-422B-9CAF-0D1C399AAEA4}" type="pres">
      <dgm:prSet presAssocID="{0C36989B-9C6F-487C-A6ED-D48482895169}" presName="parentLin" presStyleCnt="0"/>
      <dgm:spPr/>
    </dgm:pt>
    <dgm:pt modelId="{EA674D03-BAB2-4D5D-AEF6-13C8431D850B}" type="pres">
      <dgm:prSet presAssocID="{0C36989B-9C6F-487C-A6ED-D48482895169}" presName="parentLeftMargin" presStyleLbl="node1" presStyleIdx="0" presStyleCnt="4"/>
      <dgm:spPr/>
    </dgm:pt>
    <dgm:pt modelId="{67655229-FA65-41FB-AA92-AF7950706F7C}" type="pres">
      <dgm:prSet presAssocID="{0C36989B-9C6F-487C-A6ED-D4848289516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FA9D77D-5D50-41DD-B686-5D00404231F1}" type="pres">
      <dgm:prSet presAssocID="{0C36989B-9C6F-487C-A6ED-D48482895169}" presName="negativeSpace" presStyleCnt="0"/>
      <dgm:spPr/>
    </dgm:pt>
    <dgm:pt modelId="{F6C059C2-B25D-407B-9B19-5CE061E0482D}" type="pres">
      <dgm:prSet presAssocID="{0C36989B-9C6F-487C-A6ED-D48482895169}" presName="childText" presStyleLbl="conFgAcc1" presStyleIdx="0" presStyleCnt="4">
        <dgm:presLayoutVars>
          <dgm:bulletEnabled val="1"/>
        </dgm:presLayoutVars>
      </dgm:prSet>
      <dgm:spPr/>
    </dgm:pt>
    <dgm:pt modelId="{9858F883-20E8-45E6-B2DD-D5CAD6E640CC}" type="pres">
      <dgm:prSet presAssocID="{052574C5-3D8B-4588-BD6E-6E5957A51D02}" presName="spaceBetweenRectangles" presStyleCnt="0"/>
      <dgm:spPr/>
    </dgm:pt>
    <dgm:pt modelId="{FF8CCEEE-7085-4820-A5AA-BDA3D3239E2F}" type="pres">
      <dgm:prSet presAssocID="{D6027B7F-6689-4560-BBF5-DF74FAA5E4F9}" presName="parentLin" presStyleCnt="0"/>
      <dgm:spPr/>
    </dgm:pt>
    <dgm:pt modelId="{58858CFF-7EA1-4BB0-8D71-032D9D78F3B8}" type="pres">
      <dgm:prSet presAssocID="{D6027B7F-6689-4560-BBF5-DF74FAA5E4F9}" presName="parentLeftMargin" presStyleLbl="node1" presStyleIdx="0" presStyleCnt="4"/>
      <dgm:spPr/>
    </dgm:pt>
    <dgm:pt modelId="{87DE3D6A-384A-41F1-9768-759F1D7A2557}" type="pres">
      <dgm:prSet presAssocID="{D6027B7F-6689-4560-BBF5-DF74FAA5E4F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890CCC0-7F51-4DF2-A555-0CD580009DEB}" type="pres">
      <dgm:prSet presAssocID="{D6027B7F-6689-4560-BBF5-DF74FAA5E4F9}" presName="negativeSpace" presStyleCnt="0"/>
      <dgm:spPr/>
    </dgm:pt>
    <dgm:pt modelId="{7991F93D-CB9A-4EDE-BC1A-BC5C69C6DDF2}" type="pres">
      <dgm:prSet presAssocID="{D6027B7F-6689-4560-BBF5-DF74FAA5E4F9}" presName="childText" presStyleLbl="conFgAcc1" presStyleIdx="1" presStyleCnt="4">
        <dgm:presLayoutVars>
          <dgm:bulletEnabled val="1"/>
        </dgm:presLayoutVars>
      </dgm:prSet>
      <dgm:spPr/>
    </dgm:pt>
    <dgm:pt modelId="{BDE111EA-C581-4634-9304-D044E18E8690}" type="pres">
      <dgm:prSet presAssocID="{D58439DC-E0C0-4920-948D-C5EB6741342D}" presName="spaceBetweenRectangles" presStyleCnt="0"/>
      <dgm:spPr/>
    </dgm:pt>
    <dgm:pt modelId="{D5BCF6E1-29D3-4A81-94D3-CE5A49175394}" type="pres">
      <dgm:prSet presAssocID="{67347127-19A8-4B85-A2C3-F6A3FA9E48FE}" presName="parentLin" presStyleCnt="0"/>
      <dgm:spPr/>
    </dgm:pt>
    <dgm:pt modelId="{B433978D-F29F-40CC-A714-3310D53696CA}" type="pres">
      <dgm:prSet presAssocID="{67347127-19A8-4B85-A2C3-F6A3FA9E48FE}" presName="parentLeftMargin" presStyleLbl="node1" presStyleIdx="1" presStyleCnt="4"/>
      <dgm:spPr/>
    </dgm:pt>
    <dgm:pt modelId="{875F2BDE-9580-4F84-9472-F658680E12F6}" type="pres">
      <dgm:prSet presAssocID="{67347127-19A8-4B85-A2C3-F6A3FA9E48F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5D3F34D-CD5A-488D-8AE6-7754E4E912CA}" type="pres">
      <dgm:prSet presAssocID="{67347127-19A8-4B85-A2C3-F6A3FA9E48FE}" presName="negativeSpace" presStyleCnt="0"/>
      <dgm:spPr/>
    </dgm:pt>
    <dgm:pt modelId="{9E4A5375-4E09-49A5-9CB2-62AFD4FA7DA5}" type="pres">
      <dgm:prSet presAssocID="{67347127-19A8-4B85-A2C3-F6A3FA9E48FE}" presName="childText" presStyleLbl="conFgAcc1" presStyleIdx="2" presStyleCnt="4">
        <dgm:presLayoutVars>
          <dgm:bulletEnabled val="1"/>
        </dgm:presLayoutVars>
      </dgm:prSet>
      <dgm:spPr/>
    </dgm:pt>
    <dgm:pt modelId="{845CECDC-7974-4C0A-8074-F3AD07FC5098}" type="pres">
      <dgm:prSet presAssocID="{46696EA0-0098-4DEC-8A50-C2F6D5477700}" presName="spaceBetweenRectangles" presStyleCnt="0"/>
      <dgm:spPr/>
    </dgm:pt>
    <dgm:pt modelId="{926D9006-11FB-462C-B5FD-CFE4B68035CD}" type="pres">
      <dgm:prSet presAssocID="{2CBFD75C-F7F9-47B3-ADF5-3E2A9E9CE56A}" presName="parentLin" presStyleCnt="0"/>
      <dgm:spPr/>
    </dgm:pt>
    <dgm:pt modelId="{E9FBB701-681B-470D-AE63-DC57BCA39E51}" type="pres">
      <dgm:prSet presAssocID="{2CBFD75C-F7F9-47B3-ADF5-3E2A9E9CE56A}" presName="parentLeftMargin" presStyleLbl="node1" presStyleIdx="2" presStyleCnt="4"/>
      <dgm:spPr/>
    </dgm:pt>
    <dgm:pt modelId="{A0794230-F739-4F78-B476-E7EB42339182}" type="pres">
      <dgm:prSet presAssocID="{2CBFD75C-F7F9-47B3-ADF5-3E2A9E9CE56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5485090-71F7-40D6-9E12-7F731B8B1169}" type="pres">
      <dgm:prSet presAssocID="{2CBFD75C-F7F9-47B3-ADF5-3E2A9E9CE56A}" presName="negativeSpace" presStyleCnt="0"/>
      <dgm:spPr/>
    </dgm:pt>
    <dgm:pt modelId="{EB66E132-88BB-4154-8712-25500D507C6E}" type="pres">
      <dgm:prSet presAssocID="{2CBFD75C-F7F9-47B3-ADF5-3E2A9E9CE56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33F1708-3BD3-4B17-B209-B10B956131B1}" type="presOf" srcId="{E87FA572-90A9-4FC4-A7F8-9B7CFF7856C9}" destId="{EB66E132-88BB-4154-8712-25500D507C6E}" srcOrd="0" destOrd="0" presId="urn:microsoft.com/office/officeart/2005/8/layout/list1"/>
    <dgm:cxn modelId="{DA2F1110-CB6A-41E3-A8C4-261404929C3E}" srcId="{67347127-19A8-4B85-A2C3-F6A3FA9E48FE}" destId="{D3BE7B6B-129D-46C7-B549-341D94B10F74}" srcOrd="1" destOrd="0" parTransId="{E8D8D717-9E3F-4214-BF3E-29838D191DC3}" sibTransId="{B4BD28B4-D578-4135-A8A9-E9B79B55D622}"/>
    <dgm:cxn modelId="{CEED2A2D-16E1-4775-9966-BEBF9C34118E}" srcId="{67347127-19A8-4B85-A2C3-F6A3FA9E48FE}" destId="{20006441-C688-4A45-B0A7-F6081A844CEF}" srcOrd="0" destOrd="0" parTransId="{3DE2A403-2426-48AC-B824-4D47614C42CA}" sibTransId="{AAB350FB-77C0-4B1F-960A-29F36281D338}"/>
    <dgm:cxn modelId="{FE8F2A35-F4AE-480F-9B83-0658A2B95942}" srcId="{1B65AE10-3B8B-49C9-8D82-2A7340373EB3}" destId="{0C36989B-9C6F-487C-A6ED-D48482895169}" srcOrd="0" destOrd="0" parTransId="{F3535E28-1AA0-46A6-83BC-B9AB4FF7C8B6}" sibTransId="{052574C5-3D8B-4588-BD6E-6E5957A51D02}"/>
    <dgm:cxn modelId="{4A44885E-0903-448B-87F1-801004ABF576}" type="presOf" srcId="{D9830DAF-79E3-460D-A355-98F53CA75F9B}" destId="{7991F93D-CB9A-4EDE-BC1A-BC5C69C6DDF2}" srcOrd="0" destOrd="0" presId="urn:microsoft.com/office/officeart/2005/8/layout/list1"/>
    <dgm:cxn modelId="{A3975B66-373A-4139-801F-CAF71303E54A}" srcId="{1B65AE10-3B8B-49C9-8D82-2A7340373EB3}" destId="{D6027B7F-6689-4560-BBF5-DF74FAA5E4F9}" srcOrd="1" destOrd="0" parTransId="{DE60C3C5-2855-422F-A580-649947850B82}" sibTransId="{D58439DC-E0C0-4920-948D-C5EB6741342D}"/>
    <dgm:cxn modelId="{B16C4146-BF17-454D-9D7D-A243C38ACA64}" type="presOf" srcId="{AA96D575-EF5E-49C6-9A00-CE66E2ADDF8D}" destId="{F6C059C2-B25D-407B-9B19-5CE061E0482D}" srcOrd="0" destOrd="2" presId="urn:microsoft.com/office/officeart/2005/8/layout/list1"/>
    <dgm:cxn modelId="{2FC3F347-7810-4B44-8AAF-29403ED3305E}" type="presOf" srcId="{2CBFD75C-F7F9-47B3-ADF5-3E2A9E9CE56A}" destId="{E9FBB701-681B-470D-AE63-DC57BCA39E51}" srcOrd="0" destOrd="0" presId="urn:microsoft.com/office/officeart/2005/8/layout/list1"/>
    <dgm:cxn modelId="{CAE1104A-A178-459E-8CE3-F1A9919D30E0}" type="presOf" srcId="{D6027B7F-6689-4560-BBF5-DF74FAA5E4F9}" destId="{87DE3D6A-384A-41F1-9768-759F1D7A2557}" srcOrd="1" destOrd="0" presId="urn:microsoft.com/office/officeart/2005/8/layout/list1"/>
    <dgm:cxn modelId="{1EE7256D-ADEC-4942-975B-E7D1579E0145}" srcId="{0C36989B-9C6F-487C-A6ED-D48482895169}" destId="{15073DB4-968C-4D7B-97C9-B93C4E98BA08}" srcOrd="3" destOrd="0" parTransId="{6BB42163-5595-4D46-B7CB-A731348B6176}" sibTransId="{557356CC-7F32-48B2-85FF-EF87A5FEF18D}"/>
    <dgm:cxn modelId="{EE6F9F4F-FE27-42E1-8633-023A0168EB33}" type="presOf" srcId="{67347127-19A8-4B85-A2C3-F6A3FA9E48FE}" destId="{875F2BDE-9580-4F84-9472-F658680E12F6}" srcOrd="1" destOrd="0" presId="urn:microsoft.com/office/officeart/2005/8/layout/list1"/>
    <dgm:cxn modelId="{21852179-95F2-460D-A567-E709AF928E62}" type="presOf" srcId="{D3BE7B6B-129D-46C7-B549-341D94B10F74}" destId="{9E4A5375-4E09-49A5-9CB2-62AFD4FA7DA5}" srcOrd="0" destOrd="1" presId="urn:microsoft.com/office/officeart/2005/8/layout/list1"/>
    <dgm:cxn modelId="{C36F977D-5B14-41D3-9537-27A91032BC6D}" type="presOf" srcId="{0C36989B-9C6F-487C-A6ED-D48482895169}" destId="{67655229-FA65-41FB-AA92-AF7950706F7C}" srcOrd="1" destOrd="0" presId="urn:microsoft.com/office/officeart/2005/8/layout/list1"/>
    <dgm:cxn modelId="{CC2CA27D-1033-4781-AF74-304D781002C1}" srcId="{0C36989B-9C6F-487C-A6ED-D48482895169}" destId="{A22D0A5D-D469-4D40-92B1-6CCCE0A98F19}" srcOrd="1" destOrd="0" parTransId="{05DC73EC-2B1F-4B6D-B6C8-E8321A96A6FF}" sibTransId="{3EB73ACC-D479-4EEC-9F87-D77D96F87B1D}"/>
    <dgm:cxn modelId="{B61A7E7F-104E-4FDB-A905-1DCBE68A5BC6}" srcId="{D6027B7F-6689-4560-BBF5-DF74FAA5E4F9}" destId="{D9830DAF-79E3-460D-A355-98F53CA75F9B}" srcOrd="0" destOrd="0" parTransId="{80436BF3-6B8B-45D2-A4A9-B2AC5A7A1DD2}" sibTransId="{B3D239F5-A916-4427-BED0-12F666AB2A28}"/>
    <dgm:cxn modelId="{CFFF3983-485D-41B2-9F94-73521856947E}" type="presOf" srcId="{67347127-19A8-4B85-A2C3-F6A3FA9E48FE}" destId="{B433978D-F29F-40CC-A714-3310D53696CA}" srcOrd="0" destOrd="0" presId="urn:microsoft.com/office/officeart/2005/8/layout/list1"/>
    <dgm:cxn modelId="{6696F489-832C-4A9A-AA91-3CD4F320B14A}" srcId="{0C36989B-9C6F-487C-A6ED-D48482895169}" destId="{F926F541-FDB1-454A-B5D3-B7DAEFC11CBC}" srcOrd="0" destOrd="0" parTransId="{E036CDA2-1509-460D-8C74-7983B33A2672}" sibTransId="{73193E8F-1FA7-47D7-A976-4D531BCA37DE}"/>
    <dgm:cxn modelId="{154C0490-8313-4B54-83F5-0B3347A81AC7}" srcId="{1B65AE10-3B8B-49C9-8D82-2A7340373EB3}" destId="{67347127-19A8-4B85-A2C3-F6A3FA9E48FE}" srcOrd="2" destOrd="0" parTransId="{2037C85A-F182-4625-BF6B-934C150F9DF7}" sibTransId="{46696EA0-0098-4DEC-8A50-C2F6D5477700}"/>
    <dgm:cxn modelId="{137C7C98-80CE-40EE-AED4-4038E8439A43}" type="presOf" srcId="{0C36989B-9C6F-487C-A6ED-D48482895169}" destId="{EA674D03-BAB2-4D5D-AEF6-13C8431D850B}" srcOrd="0" destOrd="0" presId="urn:microsoft.com/office/officeart/2005/8/layout/list1"/>
    <dgm:cxn modelId="{5463A5A2-0585-402F-9AA8-52473A67A8EB}" type="presOf" srcId="{F926F541-FDB1-454A-B5D3-B7DAEFC11CBC}" destId="{F6C059C2-B25D-407B-9B19-5CE061E0482D}" srcOrd="0" destOrd="0" presId="urn:microsoft.com/office/officeart/2005/8/layout/list1"/>
    <dgm:cxn modelId="{403B50AC-D0DA-4693-B817-31734B2BFB74}" type="presOf" srcId="{2CBFD75C-F7F9-47B3-ADF5-3E2A9E9CE56A}" destId="{A0794230-F739-4F78-B476-E7EB42339182}" srcOrd="1" destOrd="0" presId="urn:microsoft.com/office/officeart/2005/8/layout/list1"/>
    <dgm:cxn modelId="{5B3F44CC-38A1-462C-B2F5-413F45D3A76B}" type="presOf" srcId="{61B311A1-DDE0-4D7B-BCA0-F5E13D6589E9}" destId="{9E4A5375-4E09-49A5-9CB2-62AFD4FA7DA5}" srcOrd="0" destOrd="2" presId="urn:microsoft.com/office/officeart/2005/8/layout/list1"/>
    <dgm:cxn modelId="{3AE73DCF-4952-48FB-A556-B9B7D1FD8A7C}" type="presOf" srcId="{D6027B7F-6689-4560-BBF5-DF74FAA5E4F9}" destId="{58858CFF-7EA1-4BB0-8D71-032D9D78F3B8}" srcOrd="0" destOrd="0" presId="urn:microsoft.com/office/officeart/2005/8/layout/list1"/>
    <dgm:cxn modelId="{FC03DFCF-7722-4600-821E-EB98D76BD71E}" type="presOf" srcId="{15073DB4-968C-4D7B-97C9-B93C4E98BA08}" destId="{F6C059C2-B25D-407B-9B19-5CE061E0482D}" srcOrd="0" destOrd="3" presId="urn:microsoft.com/office/officeart/2005/8/layout/list1"/>
    <dgm:cxn modelId="{800F24E3-F26B-45AD-B346-51F17BEECC48}" type="presOf" srcId="{20006441-C688-4A45-B0A7-F6081A844CEF}" destId="{9E4A5375-4E09-49A5-9CB2-62AFD4FA7DA5}" srcOrd="0" destOrd="0" presId="urn:microsoft.com/office/officeart/2005/8/layout/list1"/>
    <dgm:cxn modelId="{44D772E4-D09C-46DF-9FAB-28844D8C7FC2}" srcId="{67347127-19A8-4B85-A2C3-F6A3FA9E48FE}" destId="{61B311A1-DDE0-4D7B-BCA0-F5E13D6589E9}" srcOrd="2" destOrd="0" parTransId="{3F441C3B-005C-481A-86D5-F43AC744DA8A}" sibTransId="{91CD5013-C647-4958-98B8-D82FC405CFA8}"/>
    <dgm:cxn modelId="{AE889CE6-A48C-48AC-8133-3E5237AF144B}" srcId="{1B65AE10-3B8B-49C9-8D82-2A7340373EB3}" destId="{2CBFD75C-F7F9-47B3-ADF5-3E2A9E9CE56A}" srcOrd="3" destOrd="0" parTransId="{277E7F38-2E44-4D49-AB2D-B5162A7AEC48}" sibTransId="{9D248137-194B-4717-9A4C-3AEF395CE56A}"/>
    <dgm:cxn modelId="{ACDF91EA-F137-4E7F-BE81-66E4CF064544}" type="presOf" srcId="{A22D0A5D-D469-4D40-92B1-6CCCE0A98F19}" destId="{F6C059C2-B25D-407B-9B19-5CE061E0482D}" srcOrd="0" destOrd="1" presId="urn:microsoft.com/office/officeart/2005/8/layout/list1"/>
    <dgm:cxn modelId="{560E86F3-7A99-4E99-8208-A8648FDB7DFB}" type="presOf" srcId="{1B65AE10-3B8B-49C9-8D82-2A7340373EB3}" destId="{8EA73A46-0E64-4762-A03A-80C2877ABA83}" srcOrd="0" destOrd="0" presId="urn:microsoft.com/office/officeart/2005/8/layout/list1"/>
    <dgm:cxn modelId="{9CA609F8-B52D-4234-A061-B9ADB320103F}" srcId="{0C36989B-9C6F-487C-A6ED-D48482895169}" destId="{AA96D575-EF5E-49C6-9A00-CE66E2ADDF8D}" srcOrd="2" destOrd="0" parTransId="{05C436B9-C663-48F7-8A07-08C4D8D912D1}" sibTransId="{3282A324-7D2D-425F-8B45-3F826A7E1E7C}"/>
    <dgm:cxn modelId="{88BFFCFA-1A0A-4F44-AB03-A1A1E25E107B}" srcId="{2CBFD75C-F7F9-47B3-ADF5-3E2A9E9CE56A}" destId="{E87FA572-90A9-4FC4-A7F8-9B7CFF7856C9}" srcOrd="0" destOrd="0" parTransId="{0A5B4134-DDDC-4007-B374-42CD5D98388E}" sibTransId="{C38DDAC3-DAAC-49C9-A999-9AC5B2573CB4}"/>
    <dgm:cxn modelId="{F0F74071-D1F8-4F08-B26D-07785353C5B8}" type="presParOf" srcId="{8EA73A46-0E64-4762-A03A-80C2877ABA83}" destId="{1B7958E6-5C0A-422B-9CAF-0D1C399AAEA4}" srcOrd="0" destOrd="0" presId="urn:microsoft.com/office/officeart/2005/8/layout/list1"/>
    <dgm:cxn modelId="{6AC0C515-EDBA-4183-AE22-9684770E8BBE}" type="presParOf" srcId="{1B7958E6-5C0A-422B-9CAF-0D1C399AAEA4}" destId="{EA674D03-BAB2-4D5D-AEF6-13C8431D850B}" srcOrd="0" destOrd="0" presId="urn:microsoft.com/office/officeart/2005/8/layout/list1"/>
    <dgm:cxn modelId="{7461AB2C-34CE-4F14-8243-D9451055A88D}" type="presParOf" srcId="{1B7958E6-5C0A-422B-9CAF-0D1C399AAEA4}" destId="{67655229-FA65-41FB-AA92-AF7950706F7C}" srcOrd="1" destOrd="0" presId="urn:microsoft.com/office/officeart/2005/8/layout/list1"/>
    <dgm:cxn modelId="{3204C3EC-DC0B-473B-B876-918F0DB3C9A0}" type="presParOf" srcId="{8EA73A46-0E64-4762-A03A-80C2877ABA83}" destId="{5FA9D77D-5D50-41DD-B686-5D00404231F1}" srcOrd="1" destOrd="0" presId="urn:microsoft.com/office/officeart/2005/8/layout/list1"/>
    <dgm:cxn modelId="{C1EFB037-72E4-46BD-861D-77D096B33164}" type="presParOf" srcId="{8EA73A46-0E64-4762-A03A-80C2877ABA83}" destId="{F6C059C2-B25D-407B-9B19-5CE061E0482D}" srcOrd="2" destOrd="0" presId="urn:microsoft.com/office/officeart/2005/8/layout/list1"/>
    <dgm:cxn modelId="{31492BC4-A3C9-4201-8368-C6E6F05BCA45}" type="presParOf" srcId="{8EA73A46-0E64-4762-A03A-80C2877ABA83}" destId="{9858F883-20E8-45E6-B2DD-D5CAD6E640CC}" srcOrd="3" destOrd="0" presId="urn:microsoft.com/office/officeart/2005/8/layout/list1"/>
    <dgm:cxn modelId="{C53CE871-75B9-4435-89C5-3A7AE2F7A0E0}" type="presParOf" srcId="{8EA73A46-0E64-4762-A03A-80C2877ABA83}" destId="{FF8CCEEE-7085-4820-A5AA-BDA3D3239E2F}" srcOrd="4" destOrd="0" presId="urn:microsoft.com/office/officeart/2005/8/layout/list1"/>
    <dgm:cxn modelId="{8528DC5B-200C-4FBE-994A-AFE0DB8D1685}" type="presParOf" srcId="{FF8CCEEE-7085-4820-A5AA-BDA3D3239E2F}" destId="{58858CFF-7EA1-4BB0-8D71-032D9D78F3B8}" srcOrd="0" destOrd="0" presId="urn:microsoft.com/office/officeart/2005/8/layout/list1"/>
    <dgm:cxn modelId="{F6639984-69F2-4A82-A7CD-AEBC484912F2}" type="presParOf" srcId="{FF8CCEEE-7085-4820-A5AA-BDA3D3239E2F}" destId="{87DE3D6A-384A-41F1-9768-759F1D7A2557}" srcOrd="1" destOrd="0" presId="urn:microsoft.com/office/officeart/2005/8/layout/list1"/>
    <dgm:cxn modelId="{AA40828A-3E5B-4580-AE84-37B10FDCD652}" type="presParOf" srcId="{8EA73A46-0E64-4762-A03A-80C2877ABA83}" destId="{3890CCC0-7F51-4DF2-A555-0CD580009DEB}" srcOrd="5" destOrd="0" presId="urn:microsoft.com/office/officeart/2005/8/layout/list1"/>
    <dgm:cxn modelId="{088AD510-0694-409E-8F57-BE227C7A764F}" type="presParOf" srcId="{8EA73A46-0E64-4762-A03A-80C2877ABA83}" destId="{7991F93D-CB9A-4EDE-BC1A-BC5C69C6DDF2}" srcOrd="6" destOrd="0" presId="urn:microsoft.com/office/officeart/2005/8/layout/list1"/>
    <dgm:cxn modelId="{97BA42A8-3D4C-40E8-B0F5-1609639E8102}" type="presParOf" srcId="{8EA73A46-0E64-4762-A03A-80C2877ABA83}" destId="{BDE111EA-C581-4634-9304-D044E18E8690}" srcOrd="7" destOrd="0" presId="urn:microsoft.com/office/officeart/2005/8/layout/list1"/>
    <dgm:cxn modelId="{0561F1F2-B2E4-44DB-9355-93B36E8E8458}" type="presParOf" srcId="{8EA73A46-0E64-4762-A03A-80C2877ABA83}" destId="{D5BCF6E1-29D3-4A81-94D3-CE5A49175394}" srcOrd="8" destOrd="0" presId="urn:microsoft.com/office/officeart/2005/8/layout/list1"/>
    <dgm:cxn modelId="{6D7D589F-B263-4EF3-847D-03C222F91722}" type="presParOf" srcId="{D5BCF6E1-29D3-4A81-94D3-CE5A49175394}" destId="{B433978D-F29F-40CC-A714-3310D53696CA}" srcOrd="0" destOrd="0" presId="urn:microsoft.com/office/officeart/2005/8/layout/list1"/>
    <dgm:cxn modelId="{9089C4B8-E197-4EC0-BF73-1BBBB146ECA5}" type="presParOf" srcId="{D5BCF6E1-29D3-4A81-94D3-CE5A49175394}" destId="{875F2BDE-9580-4F84-9472-F658680E12F6}" srcOrd="1" destOrd="0" presId="urn:microsoft.com/office/officeart/2005/8/layout/list1"/>
    <dgm:cxn modelId="{5678A8BF-7855-4DCC-BBE0-C3A4B11DC302}" type="presParOf" srcId="{8EA73A46-0E64-4762-A03A-80C2877ABA83}" destId="{A5D3F34D-CD5A-488D-8AE6-7754E4E912CA}" srcOrd="9" destOrd="0" presId="urn:microsoft.com/office/officeart/2005/8/layout/list1"/>
    <dgm:cxn modelId="{3C77E92C-8E0A-4F3C-91F8-116772E7558F}" type="presParOf" srcId="{8EA73A46-0E64-4762-A03A-80C2877ABA83}" destId="{9E4A5375-4E09-49A5-9CB2-62AFD4FA7DA5}" srcOrd="10" destOrd="0" presId="urn:microsoft.com/office/officeart/2005/8/layout/list1"/>
    <dgm:cxn modelId="{C78E9EF8-9D3C-465C-8EC2-FFE33B985BCF}" type="presParOf" srcId="{8EA73A46-0E64-4762-A03A-80C2877ABA83}" destId="{845CECDC-7974-4C0A-8074-F3AD07FC5098}" srcOrd="11" destOrd="0" presId="urn:microsoft.com/office/officeart/2005/8/layout/list1"/>
    <dgm:cxn modelId="{8D876BE5-EBA0-4FF5-A894-17DEE2623116}" type="presParOf" srcId="{8EA73A46-0E64-4762-A03A-80C2877ABA83}" destId="{926D9006-11FB-462C-B5FD-CFE4B68035CD}" srcOrd="12" destOrd="0" presId="urn:microsoft.com/office/officeart/2005/8/layout/list1"/>
    <dgm:cxn modelId="{9D017A8E-9FB4-426B-A94A-8B84B1038D50}" type="presParOf" srcId="{926D9006-11FB-462C-B5FD-CFE4B68035CD}" destId="{E9FBB701-681B-470D-AE63-DC57BCA39E51}" srcOrd="0" destOrd="0" presId="urn:microsoft.com/office/officeart/2005/8/layout/list1"/>
    <dgm:cxn modelId="{2AAF17CB-A0B1-4053-B175-D29A4AAB443E}" type="presParOf" srcId="{926D9006-11FB-462C-B5FD-CFE4B68035CD}" destId="{A0794230-F739-4F78-B476-E7EB42339182}" srcOrd="1" destOrd="0" presId="urn:microsoft.com/office/officeart/2005/8/layout/list1"/>
    <dgm:cxn modelId="{13DCA587-F7B8-4027-8FC6-630807B50627}" type="presParOf" srcId="{8EA73A46-0E64-4762-A03A-80C2877ABA83}" destId="{65485090-71F7-40D6-9E12-7F731B8B1169}" srcOrd="13" destOrd="0" presId="urn:microsoft.com/office/officeart/2005/8/layout/list1"/>
    <dgm:cxn modelId="{F997A2E8-8BD0-470A-9373-45B403D0FC2B}" type="presParOf" srcId="{8EA73A46-0E64-4762-A03A-80C2877ABA83}" destId="{EB66E132-88BB-4154-8712-25500D507C6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35C3A-16E2-4183-A438-4598AA5E5066}">
      <dsp:nvSpPr>
        <dsp:cNvPr id="0" name=""/>
        <dsp:cNvSpPr/>
      </dsp:nvSpPr>
      <dsp:spPr>
        <a:xfrm>
          <a:off x="0" y="356471"/>
          <a:ext cx="5906181" cy="6378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312420" rIns="458385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Suite d’éléments </a:t>
          </a:r>
          <a:r>
            <a:rPr lang="en-CA" sz="1500" kern="1200" dirty="0"/>
            <a:t>traitée</a:t>
          </a:r>
          <a:r>
            <a:rPr lang="fr-FR" sz="1500" kern="1200" dirty="0"/>
            <a:t> de façon fonctionnelle </a:t>
          </a:r>
          <a:endParaRPr lang="en-CA" sz="1500" kern="1200" dirty="0"/>
        </a:p>
      </dsp:txBody>
      <dsp:txXfrm>
        <a:off x="0" y="356471"/>
        <a:ext cx="5906181" cy="637875"/>
      </dsp:txXfrm>
    </dsp:sp>
    <dsp:sp modelId="{77CC2D17-C5C0-4270-B07C-5720BB332AAC}">
      <dsp:nvSpPr>
        <dsp:cNvPr id="0" name=""/>
        <dsp:cNvSpPr/>
      </dsp:nvSpPr>
      <dsp:spPr>
        <a:xfrm>
          <a:off x="295309" y="135071"/>
          <a:ext cx="4134326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C’est Quoi?</a:t>
          </a:r>
          <a:endParaRPr lang="en-CA" sz="1500" kern="1200" dirty="0"/>
        </a:p>
      </dsp:txBody>
      <dsp:txXfrm>
        <a:off x="316925" y="156687"/>
        <a:ext cx="4091094" cy="399568"/>
      </dsp:txXfrm>
    </dsp:sp>
    <dsp:sp modelId="{AE83CE51-2572-4915-A8EF-75320B0ED2E7}">
      <dsp:nvSpPr>
        <dsp:cNvPr id="0" name=""/>
        <dsp:cNvSpPr/>
      </dsp:nvSpPr>
      <dsp:spPr>
        <a:xfrm>
          <a:off x="0" y="1296746"/>
          <a:ext cx="5906181" cy="18427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312420" rIns="458385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500" kern="1200" dirty="0"/>
            <a:t>Filtrer</a:t>
          </a:r>
          <a:endParaRPr lang="en-C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500" kern="1200" dirty="0"/>
            <a:t>Transformer </a:t>
          </a:r>
          <a:endParaRPr lang="en-C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500" kern="1200" dirty="0"/>
            <a:t>Trier </a:t>
          </a:r>
          <a:endParaRPr lang="en-C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500" kern="1200" dirty="0"/>
            <a:t>Éliminer Doublons</a:t>
          </a:r>
          <a:endParaRPr lang="en-C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500" kern="1200" dirty="0"/>
            <a:t>Traitement de chaque élément</a:t>
          </a:r>
          <a:endParaRPr lang="en-C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500" kern="1200" dirty="0"/>
            <a:t>Etc.</a:t>
          </a:r>
          <a:endParaRPr lang="en-CA" sz="1500" kern="1200" dirty="0"/>
        </a:p>
      </dsp:txBody>
      <dsp:txXfrm>
        <a:off x="0" y="1296746"/>
        <a:ext cx="5906181" cy="1842750"/>
      </dsp:txXfrm>
    </dsp:sp>
    <dsp:sp modelId="{7014A8CB-9B91-4A1B-9A86-F2BE272495E6}">
      <dsp:nvSpPr>
        <dsp:cNvPr id="0" name=""/>
        <dsp:cNvSpPr/>
      </dsp:nvSpPr>
      <dsp:spPr>
        <a:xfrm>
          <a:off x="295309" y="1075346"/>
          <a:ext cx="4134326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/>
            <a:t>Fonctionnalités</a:t>
          </a:r>
        </a:p>
      </dsp:txBody>
      <dsp:txXfrm>
        <a:off x="316925" y="1096962"/>
        <a:ext cx="4091094" cy="399568"/>
      </dsp:txXfrm>
    </dsp:sp>
    <dsp:sp modelId="{DAABD717-6D53-4DD5-8EE9-39C0AF1428F6}">
      <dsp:nvSpPr>
        <dsp:cNvPr id="0" name=""/>
        <dsp:cNvSpPr/>
      </dsp:nvSpPr>
      <dsp:spPr>
        <a:xfrm>
          <a:off x="0" y="3441896"/>
          <a:ext cx="5906181" cy="16537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312420" rIns="45838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À partir d’une collection:  </a:t>
          </a:r>
          <a:r>
            <a:rPr lang="fr-FR" sz="1400" kern="1200" dirty="0" err="1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list.stream</a:t>
          </a:r>
          <a:r>
            <a:rPr lang="fr-FR" sz="14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</a:t>
          </a:r>
          <a:endParaRPr lang="en-CA" sz="1400" kern="1200" dirty="0"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Avec </a:t>
          </a:r>
          <a:r>
            <a:rPr lang="fr-CA" sz="14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Stream.of</a:t>
          </a:r>
          <a:r>
            <a:rPr lang="fr-CA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</a:t>
          </a:r>
          <a:endParaRPr lang="en-CA" sz="1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Avec un </a:t>
          </a:r>
          <a:r>
            <a:rPr lang="fr-CA" sz="1600" kern="1200" dirty="0" err="1"/>
            <a:t>builder</a:t>
          </a:r>
          <a:r>
            <a:rPr lang="fr-CA" sz="1600" kern="1200" dirty="0"/>
            <a:t>: </a:t>
          </a:r>
          <a:r>
            <a:rPr lang="fr-CA" sz="14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Stream.builder</a:t>
          </a:r>
          <a:endParaRPr lang="en-CA" sz="1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 err="1"/>
            <a:t>Concatenation</a:t>
          </a:r>
          <a:r>
            <a:rPr lang="fr-CA" sz="1600" kern="1200" dirty="0"/>
            <a:t> de </a:t>
          </a:r>
          <a:r>
            <a:rPr lang="fr-CA" sz="1600" kern="1200" dirty="0" err="1"/>
            <a:t>streams</a:t>
          </a:r>
          <a:r>
            <a:rPr lang="fr-CA" sz="1600" kern="1200" dirty="0"/>
            <a:t>: </a:t>
          </a:r>
          <a:r>
            <a:rPr lang="fr-CA" sz="14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Stream.concat</a:t>
          </a:r>
          <a:r>
            <a:rPr lang="fr-CA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(str1, str2)</a:t>
          </a:r>
          <a:endParaRPr lang="en-CA" sz="1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</dsp:txBody>
      <dsp:txXfrm>
        <a:off x="0" y="3441896"/>
        <a:ext cx="5906181" cy="1653750"/>
      </dsp:txXfrm>
    </dsp:sp>
    <dsp:sp modelId="{D46934B0-A88C-4EDF-88C4-0E64D68D0FE0}">
      <dsp:nvSpPr>
        <dsp:cNvPr id="0" name=""/>
        <dsp:cNvSpPr/>
      </dsp:nvSpPr>
      <dsp:spPr>
        <a:xfrm>
          <a:off x="295309" y="3220496"/>
          <a:ext cx="4134326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>
              <a:hlinkClick xmlns:r="http://schemas.openxmlformats.org/officeDocument/2006/relationships" r:id="rId1"/>
            </a:rPr>
            <a:t>Comment obtenir un Stream?</a:t>
          </a:r>
          <a:endParaRPr lang="en-CA" sz="1500" kern="1200" dirty="0"/>
        </a:p>
      </dsp:txBody>
      <dsp:txXfrm>
        <a:off x="316925" y="3242112"/>
        <a:ext cx="4091094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3815F-A59A-429E-ABBD-0ADC0C2A50C3}">
      <dsp:nvSpPr>
        <dsp:cNvPr id="0" name=""/>
        <dsp:cNvSpPr/>
      </dsp:nvSpPr>
      <dsp:spPr>
        <a:xfrm>
          <a:off x="0" y="213312"/>
          <a:ext cx="10058399" cy="340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66624" rIns="78064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800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exécuter une action sur chaque élément</a:t>
          </a:r>
          <a:endParaRPr lang="en-CA" sz="800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0" y="213312"/>
        <a:ext cx="10058399" cy="340200"/>
      </dsp:txXfrm>
    </dsp:sp>
    <dsp:sp modelId="{B2BDC5AD-50D6-4232-8463-3E203FEC51BE}">
      <dsp:nvSpPr>
        <dsp:cNvPr id="0" name=""/>
        <dsp:cNvSpPr/>
      </dsp:nvSpPr>
      <dsp:spPr>
        <a:xfrm>
          <a:off x="502920" y="95232"/>
          <a:ext cx="7040880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void </a:t>
          </a:r>
          <a:r>
            <a:rPr lang="en-GB" sz="8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1"/>
            </a:rPr>
            <a:t>forEach</a:t>
          </a:r>
          <a:r>
            <a:rPr lang="en-GB" sz="8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(Consumer&lt;? super T&gt; action)</a:t>
          </a:r>
          <a:endParaRPr lang="en-CA" sz="8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514448" y="106760"/>
        <a:ext cx="7017824" cy="213104"/>
      </dsp:txXfrm>
    </dsp:sp>
    <dsp:sp modelId="{7CBD9260-D1FF-48EE-9431-A49E51F7E00C}">
      <dsp:nvSpPr>
        <dsp:cNvPr id="0" name=""/>
        <dsp:cNvSpPr/>
      </dsp:nvSpPr>
      <dsp:spPr>
        <a:xfrm>
          <a:off x="0" y="714792"/>
          <a:ext cx="10058399" cy="340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66624" rIns="78064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800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tous les éléments correspondent ?</a:t>
          </a:r>
        </a:p>
      </dsp:txBody>
      <dsp:txXfrm>
        <a:off x="0" y="714792"/>
        <a:ext cx="10058399" cy="340200"/>
      </dsp:txXfrm>
    </dsp:sp>
    <dsp:sp modelId="{C337157A-8C23-407D-9D84-CED960074153}">
      <dsp:nvSpPr>
        <dsp:cNvPr id="0" name=""/>
        <dsp:cNvSpPr/>
      </dsp:nvSpPr>
      <dsp:spPr>
        <a:xfrm>
          <a:off x="502920" y="596712"/>
          <a:ext cx="7040880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boolean </a:t>
          </a: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2"/>
            </a:rPr>
            <a:t>allMatch</a:t>
          </a: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(Predicate&lt;? super T&gt; predicate) </a:t>
          </a:r>
          <a:endParaRPr lang="en-CA" sz="800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514448" y="608240"/>
        <a:ext cx="7017824" cy="213104"/>
      </dsp:txXfrm>
    </dsp:sp>
    <dsp:sp modelId="{C907446A-BE82-4F62-816F-B9DC8B0C8267}">
      <dsp:nvSpPr>
        <dsp:cNvPr id="0" name=""/>
        <dsp:cNvSpPr/>
      </dsp:nvSpPr>
      <dsp:spPr>
        <a:xfrm>
          <a:off x="0" y="1216272"/>
          <a:ext cx="10058399" cy="340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66624" rIns="78064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800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au moins un élément correspond ?</a:t>
          </a:r>
          <a:endParaRPr lang="en-CA" sz="800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0" y="1216272"/>
        <a:ext cx="10058399" cy="340200"/>
      </dsp:txXfrm>
    </dsp:sp>
    <dsp:sp modelId="{FCE7B14C-0320-439A-BE72-CDCFBE25101D}">
      <dsp:nvSpPr>
        <dsp:cNvPr id="0" name=""/>
        <dsp:cNvSpPr/>
      </dsp:nvSpPr>
      <dsp:spPr>
        <a:xfrm>
          <a:off x="502920" y="1098192"/>
          <a:ext cx="7040880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boolean </a:t>
          </a: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2"/>
            </a:rPr>
            <a:t>anyMatch</a:t>
          </a: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(Predicate&lt;? super T&gt; predicate)</a:t>
          </a:r>
          <a:endParaRPr lang="en-CA" sz="800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514448" y="1109720"/>
        <a:ext cx="7017824" cy="213104"/>
      </dsp:txXfrm>
    </dsp:sp>
    <dsp:sp modelId="{ECD0A7DE-CC8C-40F6-9427-E03EAD61ACA4}">
      <dsp:nvSpPr>
        <dsp:cNvPr id="0" name=""/>
        <dsp:cNvSpPr/>
      </dsp:nvSpPr>
      <dsp:spPr>
        <a:xfrm>
          <a:off x="0" y="1717752"/>
          <a:ext cx="10058399" cy="340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66624" rIns="78064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8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aucun</a:t>
          </a:r>
          <a:r>
            <a:rPr lang="en-CA" sz="8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</a:t>
          </a:r>
          <a:r>
            <a:rPr lang="en-CA" sz="8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élément</a:t>
          </a:r>
          <a:r>
            <a:rPr lang="en-CA" sz="8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ne correspond ?</a:t>
          </a:r>
        </a:p>
      </dsp:txBody>
      <dsp:txXfrm>
        <a:off x="0" y="1717752"/>
        <a:ext cx="10058399" cy="340200"/>
      </dsp:txXfrm>
    </dsp:sp>
    <dsp:sp modelId="{C723A851-788D-4BA5-8D11-96CB60CAB94D}">
      <dsp:nvSpPr>
        <dsp:cNvPr id="0" name=""/>
        <dsp:cNvSpPr/>
      </dsp:nvSpPr>
      <dsp:spPr>
        <a:xfrm>
          <a:off x="502920" y="1599672"/>
          <a:ext cx="7040880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boolean </a:t>
          </a: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3"/>
            </a:rPr>
            <a:t>noneMatch</a:t>
          </a: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(Predicate&lt;? super T&gt; predicate)</a:t>
          </a:r>
          <a:endParaRPr lang="en-CA" sz="800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514448" y="1611200"/>
        <a:ext cx="7017824" cy="213104"/>
      </dsp:txXfrm>
    </dsp:sp>
    <dsp:sp modelId="{5DC208F6-F458-4410-86B1-2450B2BB94CF}">
      <dsp:nvSpPr>
        <dsp:cNvPr id="0" name=""/>
        <dsp:cNvSpPr/>
      </dsp:nvSpPr>
      <dsp:spPr>
        <a:xfrm>
          <a:off x="0" y="2219233"/>
          <a:ext cx="10058399" cy="340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66624" rIns="78064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800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Compter le nombre d’éléments</a:t>
          </a:r>
        </a:p>
      </dsp:txBody>
      <dsp:txXfrm>
        <a:off x="0" y="2219233"/>
        <a:ext cx="10058399" cy="340200"/>
      </dsp:txXfrm>
    </dsp:sp>
    <dsp:sp modelId="{5D063477-0F16-4012-9BE6-4095B6084E84}">
      <dsp:nvSpPr>
        <dsp:cNvPr id="0" name=""/>
        <dsp:cNvSpPr/>
      </dsp:nvSpPr>
      <dsp:spPr>
        <a:xfrm>
          <a:off x="502920" y="2101153"/>
          <a:ext cx="7040880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long </a:t>
          </a:r>
          <a:r>
            <a:rPr lang="en-CA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4"/>
            </a:rPr>
            <a:t>count</a:t>
          </a:r>
          <a:r>
            <a:rPr lang="en-CA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</a:t>
          </a:r>
        </a:p>
      </dsp:txBody>
      <dsp:txXfrm>
        <a:off x="514448" y="2112681"/>
        <a:ext cx="7017824" cy="213104"/>
      </dsp:txXfrm>
    </dsp:sp>
    <dsp:sp modelId="{0030E665-7BBF-457E-B596-7CAD270C355A}">
      <dsp:nvSpPr>
        <dsp:cNvPr id="0" name=""/>
        <dsp:cNvSpPr/>
      </dsp:nvSpPr>
      <dsp:spPr>
        <a:xfrm>
          <a:off x="0" y="2720713"/>
          <a:ext cx="10058399" cy="340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66624" rIns="78064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800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Convertir en tableau</a:t>
          </a:r>
          <a:endParaRPr lang="en-CA" sz="800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0" y="2720713"/>
        <a:ext cx="10058399" cy="340200"/>
      </dsp:txXfrm>
    </dsp:sp>
    <dsp:sp modelId="{DB7DD065-302A-4C1B-BDCE-461EF4582A59}">
      <dsp:nvSpPr>
        <dsp:cNvPr id="0" name=""/>
        <dsp:cNvSpPr/>
      </dsp:nvSpPr>
      <dsp:spPr>
        <a:xfrm>
          <a:off x="502920" y="2602632"/>
          <a:ext cx="7040880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Object[] </a:t>
          </a:r>
          <a:r>
            <a:rPr lang="en-CA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5"/>
            </a:rPr>
            <a:t>toArray</a:t>
          </a:r>
          <a:r>
            <a:rPr lang="en-CA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</a:t>
          </a:r>
        </a:p>
      </dsp:txBody>
      <dsp:txXfrm>
        <a:off x="514448" y="2614160"/>
        <a:ext cx="7017824" cy="213104"/>
      </dsp:txXfrm>
    </dsp:sp>
    <dsp:sp modelId="{932D0865-78C9-4563-9F75-9125D9096F60}">
      <dsp:nvSpPr>
        <dsp:cNvPr id="0" name=""/>
        <dsp:cNvSpPr/>
      </dsp:nvSpPr>
      <dsp:spPr>
        <a:xfrm>
          <a:off x="0" y="3222193"/>
          <a:ext cx="10058399" cy="340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66624" rIns="78064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800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Convertir en tableau typé</a:t>
          </a:r>
          <a:endParaRPr lang="en-CA" sz="800" kern="120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0" y="3222193"/>
        <a:ext cx="10058399" cy="340200"/>
      </dsp:txXfrm>
    </dsp:sp>
    <dsp:sp modelId="{6538B59B-9A87-4D0D-A585-D12E19C057F5}">
      <dsp:nvSpPr>
        <dsp:cNvPr id="0" name=""/>
        <dsp:cNvSpPr/>
      </dsp:nvSpPr>
      <dsp:spPr>
        <a:xfrm>
          <a:off x="502920" y="3104113"/>
          <a:ext cx="7040880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&lt;A&gt; A[] </a:t>
          </a: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6"/>
            </a:rPr>
            <a:t>toArray</a:t>
          </a:r>
          <a:r>
            <a:rPr lang="en-GB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(IntFunction&lt;A[]&gt; generator)</a:t>
          </a:r>
          <a:endParaRPr lang="en-CA" sz="800" kern="1200"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</dsp:txBody>
      <dsp:txXfrm>
        <a:off x="514448" y="3115641"/>
        <a:ext cx="7017824" cy="213104"/>
      </dsp:txXfrm>
    </dsp:sp>
    <dsp:sp modelId="{55277B74-87C6-4323-9CD5-E1303C2FADE9}">
      <dsp:nvSpPr>
        <dsp:cNvPr id="0" name=""/>
        <dsp:cNvSpPr/>
      </dsp:nvSpPr>
      <dsp:spPr>
        <a:xfrm>
          <a:off x="0" y="3723673"/>
          <a:ext cx="10058399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66624" rIns="78064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8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Covertir</a:t>
          </a:r>
          <a:r>
            <a:rPr lang="fr-CA" sz="8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en liste immutable</a:t>
          </a:r>
          <a:endParaRPr lang="en-CA" sz="8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8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Avant </a:t>
          </a:r>
          <a:r>
            <a:rPr lang="fr-CA" sz="8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JDk</a:t>
          </a:r>
          <a:r>
            <a:rPr lang="fr-CA" sz="8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16: </a:t>
          </a:r>
          <a:r>
            <a:rPr lang="en-CA" sz="800" kern="1200" dirty="0" err="1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Arrays.asList</a:t>
          </a:r>
          <a:r>
            <a:rPr lang="en-CA" sz="8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 </a:t>
          </a:r>
          <a:r>
            <a:rPr lang="en-CA" sz="8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ou</a:t>
          </a:r>
          <a:r>
            <a:rPr lang="en-CA" sz="8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</a:t>
          </a:r>
          <a:r>
            <a:rPr lang="en-CA" sz="8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collect(</a:t>
          </a:r>
          <a:r>
            <a:rPr lang="en-CA" sz="800" kern="1200" dirty="0" err="1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Collectors.toList</a:t>
          </a:r>
          <a:r>
            <a:rPr lang="en-CA" sz="8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())</a:t>
          </a:r>
        </a:p>
      </dsp:txBody>
      <dsp:txXfrm>
        <a:off x="0" y="3723673"/>
        <a:ext cx="10058399" cy="478800"/>
      </dsp:txXfrm>
    </dsp:sp>
    <dsp:sp modelId="{E7F0D8C8-DE61-456E-8DAA-285C39B2A9DB}">
      <dsp:nvSpPr>
        <dsp:cNvPr id="0" name=""/>
        <dsp:cNvSpPr/>
      </dsp:nvSpPr>
      <dsp:spPr>
        <a:xfrm>
          <a:off x="502920" y="3605593"/>
          <a:ext cx="7040880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800" b="1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JDK 16+ </a:t>
          </a:r>
          <a:r>
            <a:rPr lang="en-CA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- List&lt;T&gt; </a:t>
          </a:r>
          <a:r>
            <a:rPr lang="en-CA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7"/>
            </a:rPr>
            <a:t>toList</a:t>
          </a:r>
          <a:r>
            <a:rPr lang="en-CA" sz="800" kern="12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</a:t>
          </a:r>
        </a:p>
      </dsp:txBody>
      <dsp:txXfrm>
        <a:off x="514448" y="3617121"/>
        <a:ext cx="7017824" cy="2131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059C2-B25D-407B-9B19-5CE061E0482D}">
      <dsp:nvSpPr>
        <dsp:cNvPr id="0" name=""/>
        <dsp:cNvSpPr/>
      </dsp:nvSpPr>
      <dsp:spPr>
        <a:xfrm>
          <a:off x="0" y="353083"/>
          <a:ext cx="10058399" cy="11151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249936" rIns="7806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&lt;R&gt; Stream&lt;R&gt; </a:t>
          </a:r>
          <a:r>
            <a:rPr lang="en-GB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1"/>
            </a:rPr>
            <a:t>map</a:t>
          </a:r>
          <a:r>
            <a:rPr lang="en-GB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(Function&lt;? super T, ? extends R&gt; mapper) </a:t>
          </a:r>
          <a:r>
            <a:rPr lang="en-GB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Transformer </a:t>
          </a:r>
          <a:r>
            <a:rPr lang="en-GB" sz="12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éléments</a:t>
          </a:r>
          <a:r>
            <a:rPr lang="en-GB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</a:t>
          </a:r>
          <a:endParaRPr lang="en-CA" sz="12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IntStream 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2"/>
            </a:rPr>
            <a:t>mapToInt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(ToIntFunction&lt;? super T&gt; mapper) 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Transformer </a:t>
          </a:r>
          <a:r>
            <a:rPr lang="en-CA" sz="12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en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int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LongStream 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3"/>
            </a:rPr>
            <a:t>mapToLong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(ToLongFunction&lt;? super T&gt; mapper) 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Transformer </a:t>
          </a:r>
          <a:r>
            <a:rPr lang="en-CA" sz="12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en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long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DoubleStream 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4"/>
            </a:rPr>
            <a:t>mapToDouble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(ToDoubleFunction&lt;? super T&gt; mapper) 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Transformer </a:t>
          </a:r>
          <a:r>
            <a:rPr lang="en-CA" sz="12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en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double</a:t>
          </a:r>
        </a:p>
      </dsp:txBody>
      <dsp:txXfrm>
        <a:off x="0" y="353083"/>
        <a:ext cx="10058399" cy="1115100"/>
      </dsp:txXfrm>
    </dsp:sp>
    <dsp:sp modelId="{67655229-FA65-41FB-AA92-AF7950706F7C}">
      <dsp:nvSpPr>
        <dsp:cNvPr id="0" name=""/>
        <dsp:cNvSpPr/>
      </dsp:nvSpPr>
      <dsp:spPr>
        <a:xfrm>
          <a:off x="502920" y="175963"/>
          <a:ext cx="704088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 dirty="0"/>
            <a:t>Transformation</a:t>
          </a:r>
          <a:endParaRPr lang="en-CA" sz="1200" kern="1200" dirty="0"/>
        </a:p>
      </dsp:txBody>
      <dsp:txXfrm>
        <a:off x="520213" y="193256"/>
        <a:ext cx="7006294" cy="319654"/>
      </dsp:txXfrm>
    </dsp:sp>
    <dsp:sp modelId="{7991F93D-CB9A-4EDE-BC1A-BC5C69C6DDF2}">
      <dsp:nvSpPr>
        <dsp:cNvPr id="0" name=""/>
        <dsp:cNvSpPr/>
      </dsp:nvSpPr>
      <dsp:spPr>
        <a:xfrm>
          <a:off x="0" y="1710103"/>
          <a:ext cx="10058399" cy="5103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249936" rIns="7806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Stream&lt;T&gt; 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5"/>
            </a:rPr>
            <a:t>filter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(Predicate&lt;? super T&gt; predicate) 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Garder </a:t>
          </a:r>
          <a:r>
            <a:rPr lang="en-CA" sz="12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selon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</a:t>
          </a:r>
          <a:r>
            <a:rPr lang="en-CA" sz="12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une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condition</a:t>
          </a:r>
        </a:p>
      </dsp:txBody>
      <dsp:txXfrm>
        <a:off x="0" y="1710103"/>
        <a:ext cx="10058399" cy="510300"/>
      </dsp:txXfrm>
    </dsp:sp>
    <dsp:sp modelId="{87DE3D6A-384A-41F1-9768-759F1D7A2557}">
      <dsp:nvSpPr>
        <dsp:cNvPr id="0" name=""/>
        <dsp:cNvSpPr/>
      </dsp:nvSpPr>
      <dsp:spPr>
        <a:xfrm>
          <a:off x="502920" y="1532983"/>
          <a:ext cx="704088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 dirty="0"/>
            <a:t>Filtrage</a:t>
          </a:r>
          <a:endParaRPr lang="en-CA" sz="1200" kern="1200" dirty="0"/>
        </a:p>
      </dsp:txBody>
      <dsp:txXfrm>
        <a:off x="520213" y="1550276"/>
        <a:ext cx="7006294" cy="319654"/>
      </dsp:txXfrm>
    </dsp:sp>
    <dsp:sp modelId="{9E4A5375-4E09-49A5-9CB2-62AFD4FA7DA5}">
      <dsp:nvSpPr>
        <dsp:cNvPr id="0" name=""/>
        <dsp:cNvSpPr/>
      </dsp:nvSpPr>
      <dsp:spPr>
        <a:xfrm>
          <a:off x="0" y="2462322"/>
          <a:ext cx="10058399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249936" rIns="7806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Stream&lt;T&gt; 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6"/>
            </a:rPr>
            <a:t>distinct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 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</a:t>
          </a:r>
          <a:r>
            <a:rPr lang="en-CA" sz="12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Supprimer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les </a:t>
          </a:r>
          <a:r>
            <a:rPr lang="en-CA" sz="12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doublons</a:t>
          </a:r>
          <a:endParaRPr lang="en-CA" sz="12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Stream&lt;T&gt; 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7"/>
            </a:rPr>
            <a:t>sorted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() 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Trier </a:t>
          </a:r>
          <a:r>
            <a:rPr lang="en-CA" sz="12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selon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</a:t>
          </a:r>
          <a:r>
            <a:rPr lang="en-CA" sz="12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ordre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 naturel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Stream&lt;T&gt; </a:t>
          </a:r>
          <a:r>
            <a:rPr lang="en-GB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8"/>
            </a:rPr>
            <a:t>sorted</a:t>
          </a:r>
          <a:r>
            <a:rPr lang="en-GB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(Comparator&lt;? super T&gt; comparator) 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Trier avec </a:t>
          </a:r>
          <a:r>
            <a:rPr lang="en-CA" sz="12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comparateur</a:t>
          </a:r>
          <a:endParaRPr lang="en-CA" sz="1200" kern="1200" dirty="0">
            <a:latin typeface="FiraCode Nerd Font" panose="02000009000000000000" pitchFamily="50" charset="0"/>
            <a:ea typeface="FiraCode Nerd Font" panose="02000009000000000000" pitchFamily="50" charset="0"/>
            <a:cs typeface="FiraCode Nerd Font" panose="02000009000000000000" pitchFamily="50" charset="0"/>
          </a:endParaRPr>
        </a:p>
      </dsp:txBody>
      <dsp:txXfrm>
        <a:off x="0" y="2462322"/>
        <a:ext cx="10058399" cy="907200"/>
      </dsp:txXfrm>
    </dsp:sp>
    <dsp:sp modelId="{875F2BDE-9580-4F84-9472-F658680E12F6}">
      <dsp:nvSpPr>
        <dsp:cNvPr id="0" name=""/>
        <dsp:cNvSpPr/>
      </dsp:nvSpPr>
      <dsp:spPr>
        <a:xfrm>
          <a:off x="502920" y="2285202"/>
          <a:ext cx="704088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 dirty="0"/>
            <a:t>Tri et Unicité</a:t>
          </a:r>
          <a:endParaRPr lang="en-CA" sz="1200" kern="1200" dirty="0"/>
        </a:p>
      </dsp:txBody>
      <dsp:txXfrm>
        <a:off x="520213" y="2302495"/>
        <a:ext cx="7006294" cy="319654"/>
      </dsp:txXfrm>
    </dsp:sp>
    <dsp:sp modelId="{EB66E132-88BB-4154-8712-25500D507C6E}">
      <dsp:nvSpPr>
        <dsp:cNvPr id="0" name=""/>
        <dsp:cNvSpPr/>
      </dsp:nvSpPr>
      <dsp:spPr>
        <a:xfrm>
          <a:off x="0" y="3611443"/>
          <a:ext cx="10058399" cy="5103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249936" rIns="7806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Stream&lt;T&gt; 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hlinkClick xmlns:r="http://schemas.openxmlformats.org/officeDocument/2006/relationships" r:id="rId9"/>
            </a:rPr>
            <a:t>peek</a:t>
          </a:r>
          <a:r>
            <a:rPr lang="en-CA" sz="1200" kern="1200" dirty="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rPr>
            <a:t>(Consumer&lt;? super T&gt; action) </a:t>
          </a:r>
          <a:r>
            <a:rPr lang="en-CA" sz="12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Inspecter sans modifier</a:t>
          </a:r>
        </a:p>
      </dsp:txBody>
      <dsp:txXfrm>
        <a:off x="0" y="3611443"/>
        <a:ext cx="10058399" cy="510300"/>
      </dsp:txXfrm>
    </dsp:sp>
    <dsp:sp modelId="{A0794230-F739-4F78-B476-E7EB42339182}">
      <dsp:nvSpPr>
        <dsp:cNvPr id="0" name=""/>
        <dsp:cNvSpPr/>
      </dsp:nvSpPr>
      <dsp:spPr>
        <a:xfrm>
          <a:off x="502920" y="3434322"/>
          <a:ext cx="7040880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 dirty="0"/>
            <a:t>Inspection</a:t>
          </a:r>
          <a:endParaRPr lang="en-CA" sz="1200" kern="1200" dirty="0"/>
        </a:p>
      </dsp:txBody>
      <dsp:txXfrm>
        <a:off x="520213" y="3451615"/>
        <a:ext cx="7006294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C7D2B5-B022-EACA-9F14-7FA4DCD95D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32E66-B861-3841-9D30-09B9A6FCD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CC3E9-B06A-41A9-B77A-085A4AEBFB52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19FF1-8F9B-323C-FD83-9AB8F39D29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6B007-AA61-B584-ADF4-EE21E6CCC6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80B24-83DF-4AB2-860C-EBEBDE998F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5386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B22AA-C6DF-4D5B-8B8D-B7524FD024BA}" type="datetimeFigureOut">
              <a:rPr lang="en-CA" smtClean="0"/>
              <a:t>2025-07-03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7C7A1-3F00-4D30-AAA8-FAC2B01BBB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36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docs.oracle.com/javase/8/docs/api/java/util/stream/Stream.html" TargetMode="Externa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na01.uqam.ca/pluginfile.php/9039944/mod_label/intro/EnonceLaboStreams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INF2120 Lab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9295F-E638-4F61-AFE2-CF3E4055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hlinkClick r:id="rId3"/>
              </a:rPr>
              <a:t>Streams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BDBB8ED-8150-FEE8-B185-A008198E8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1065482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4954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54B8D-BA92-4640-0C36-6B690FE45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F8CDF-E5E7-E476-D17F-624F89A9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</a:t>
            </a:r>
            <a:r>
              <a:rPr lang="fr-CA" dirty="0"/>
              <a:t>éthodes Terminales</a:t>
            </a: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DD648EE-0FDC-6CCD-D84E-69782D9FFA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9686221"/>
              </p:ext>
            </p:extLst>
          </p:nvPr>
        </p:nvGraphicFramePr>
        <p:xfrm>
          <a:off x="1066800" y="2014194"/>
          <a:ext cx="10058400" cy="4297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0247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66AF2-C1C1-831B-22D5-0A277A30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2D530E0F-839B-0C29-BD7F-36CC6E700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86BCFD1-906F-2346-D2E7-A8AB1228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D694F0-D2C0-4B00-476A-A1BA1AE05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1BE80-03EF-F15C-59A7-6678AF88B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</a:t>
            </a:r>
            <a:r>
              <a:rPr lang="fr-CA" dirty="0"/>
              <a:t>éthodes Intermédiaires</a:t>
            </a: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5F9E313-3CD8-C70B-5D62-A0EAFBF5C9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4960002"/>
              </p:ext>
            </p:extLst>
          </p:nvPr>
        </p:nvGraphicFramePr>
        <p:xfrm>
          <a:off x="1066800" y="2014194"/>
          <a:ext cx="10058400" cy="4297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399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645BD8A-B13F-463A-9101-4FB883F0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003B42-F17E-473C-9366-9369C0471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9DDF01-2EFB-49D0-864E-0CE29F33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C8E47-2DE7-BF22-634D-0475C4F3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040" y="1754659"/>
            <a:ext cx="9860547" cy="30054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800" cap="all" spc="-100" dirty="0" err="1">
                <a:solidFill>
                  <a:schemeClr val="bg1"/>
                </a:solidFill>
                <a:hlinkClick r:id="rId2"/>
              </a:rPr>
              <a:t>Exercices</a:t>
            </a:r>
            <a:endParaRPr lang="en-US" sz="6800" cap="all" spc="-1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EA5BB7-5B71-4B52-AD7F-3BA82A617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A1BDD5A-B952-463D-8BF6-F89EC6F21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455369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2C2EF86-4721-4AC5-AC3A-5343FE12B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455369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42A6C7C-49DA-4D7E-9647-1696C74DF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100664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508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3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4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75FBC4-9D33-46BE-911D-419763BA9AF9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71af3243-3dd4-4a8d-8c0d-dd76da1f02a5"/>
    <ds:schemaRef ds:uri="http://purl.org/dc/dcmitype/"/>
    <ds:schemaRef ds:uri="16c05727-aa75-4e4a-9b5f-8a80a1165891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{9E3E6F33-2AB6-44EB-BDFA-0C66C1D52E1D}TF993b3720-55e5-4d3e-ae7c-1ec77a73f5a45edb12b8_win32-bce7b620edb8</Template>
  <TotalTime>266</TotalTime>
  <Words>338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Avenir Next LT Pro</vt:lpstr>
      <vt:lpstr>Avenir Next LT Pro Light</vt:lpstr>
      <vt:lpstr>FiraCode Nerd Font</vt:lpstr>
      <vt:lpstr>FiraCode Nerd Font Mono SemBd</vt:lpstr>
      <vt:lpstr>Garamond</vt:lpstr>
      <vt:lpstr>SavonVTI</vt:lpstr>
      <vt:lpstr>INF2120 Lab 11</vt:lpstr>
      <vt:lpstr>Streams</vt:lpstr>
      <vt:lpstr>Méthodes Terminales</vt:lpstr>
      <vt:lpstr>Méthodes Intermédiaires</vt:lpstr>
      <vt:lpstr>Exercices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</dc:creator>
  <cp:lastModifiedBy>George</cp:lastModifiedBy>
  <cp:revision>7</cp:revision>
  <dcterms:created xsi:type="dcterms:W3CDTF">2025-06-29T23:07:02Z</dcterms:created>
  <dcterms:modified xsi:type="dcterms:W3CDTF">2025-07-03T21:12:04Z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