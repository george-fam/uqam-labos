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sldIdLst>
    <p:sldId id="293" r:id="rId5"/>
    <p:sldId id="294" r:id="rId6"/>
    <p:sldId id="295" r:id="rId7"/>
    <p:sldId id="2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81059" autoAdjust="0"/>
  </p:normalViewPr>
  <p:slideViewPr>
    <p:cSldViewPr snapToGrid="0">
      <p:cViewPr varScale="1">
        <p:scale>
          <a:sx n="134" d="100"/>
          <a:sy n="134" d="100"/>
        </p:scale>
        <p:origin x="1188" y="12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A4F471-13ED-4969-822B-128A680F765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AC8DB8C-6278-43CC-ADFC-A69BA14D7932}">
      <dgm:prSet/>
      <dgm:spPr/>
      <dgm:t>
        <a:bodyPr/>
        <a:lstStyle/>
        <a:p>
          <a:r>
            <a:rPr lang="fr-CA" dirty="0">
              <a:latin typeface="Segoe UI Semibold" panose="020B0702040204020203" pitchFamily="34" charset="0"/>
              <a:cs typeface="Segoe UI Semibold" panose="020B0702040204020203" pitchFamily="34" charset="0"/>
            </a:rPr>
            <a:t>E get(int index)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7AFCD4EA-ABB1-41BC-A0E9-EB0D6A8D83B6}" type="parTrans" cxnId="{DEF1141E-DD33-48C8-922A-260731039FD3}">
      <dgm:prSet/>
      <dgm:spPr/>
      <dgm:t>
        <a:bodyPr/>
        <a:lstStyle/>
        <a:p>
          <a:endParaRPr lang="en-US"/>
        </a:p>
      </dgm:t>
    </dgm:pt>
    <dgm:pt modelId="{2248722E-CC01-4789-B827-7BB6A4562412}" type="sibTrans" cxnId="{DEF1141E-DD33-48C8-922A-260731039FD3}">
      <dgm:prSet/>
      <dgm:spPr/>
      <dgm:t>
        <a:bodyPr/>
        <a:lstStyle/>
        <a:p>
          <a:endParaRPr lang="en-US"/>
        </a:p>
      </dgm:t>
    </dgm:pt>
    <dgm:pt modelId="{EAF3B28D-A0ED-49CC-A765-97F0D59A8F06}">
      <dgm:prSet/>
      <dgm:spPr/>
      <dgm:t>
        <a:bodyPr/>
        <a:lstStyle/>
        <a:p>
          <a:r>
            <a:rPr lang="fr-CA" dirty="0">
              <a:latin typeface="Segoe UI Semibold" panose="020B0702040204020203" pitchFamily="34" charset="0"/>
              <a:cs typeface="Segoe UI Semibold" panose="020B0702040204020203" pitchFamily="34" charset="0"/>
            </a:rPr>
            <a:t>void add(E element)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2F12D2CA-AAB5-4BFA-B0C9-AFB8600DF34A}" type="parTrans" cxnId="{A619FB58-6024-4DFC-8AE9-36DD8085DFA3}">
      <dgm:prSet/>
      <dgm:spPr/>
      <dgm:t>
        <a:bodyPr/>
        <a:lstStyle/>
        <a:p>
          <a:endParaRPr lang="en-US"/>
        </a:p>
      </dgm:t>
    </dgm:pt>
    <dgm:pt modelId="{87736069-5F68-40C4-9FA5-9891E0301AE4}" type="sibTrans" cxnId="{A619FB58-6024-4DFC-8AE9-36DD8085DFA3}">
      <dgm:prSet/>
      <dgm:spPr/>
      <dgm:t>
        <a:bodyPr/>
        <a:lstStyle/>
        <a:p>
          <a:endParaRPr lang="en-US"/>
        </a:p>
      </dgm:t>
    </dgm:pt>
    <dgm:pt modelId="{A18BBBD7-3FFB-4043-8DD6-70AB10497A10}">
      <dgm:prSet/>
      <dgm:spPr/>
      <dgm:t>
        <a:bodyPr/>
        <a:lstStyle/>
        <a:p>
          <a:r>
            <a:rPr lang="en-GB" dirty="0">
              <a:latin typeface="Segoe UI Semibold" panose="020B0702040204020203" pitchFamily="34" charset="0"/>
              <a:cs typeface="Segoe UI Semibold" panose="020B0702040204020203" pitchFamily="34" charset="0"/>
            </a:rPr>
            <a:t>void add(int index, E element)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AC139486-18CE-4916-BB2E-C35089F7F3A2}" type="parTrans" cxnId="{615A3453-DE5E-4344-BD4D-08A4F86594BF}">
      <dgm:prSet/>
      <dgm:spPr/>
      <dgm:t>
        <a:bodyPr/>
        <a:lstStyle/>
        <a:p>
          <a:endParaRPr lang="en-US"/>
        </a:p>
      </dgm:t>
    </dgm:pt>
    <dgm:pt modelId="{D89E109B-FB26-4009-8093-DE1F70F41A94}" type="sibTrans" cxnId="{615A3453-DE5E-4344-BD4D-08A4F86594BF}">
      <dgm:prSet/>
      <dgm:spPr/>
      <dgm:t>
        <a:bodyPr/>
        <a:lstStyle/>
        <a:p>
          <a:endParaRPr lang="en-US"/>
        </a:p>
      </dgm:t>
    </dgm:pt>
    <dgm:pt modelId="{0C5959F3-1F52-4F64-8DBB-26CA31185E50}">
      <dgm:prSet/>
      <dgm:spPr/>
      <dgm:t>
        <a:bodyPr/>
        <a:lstStyle/>
        <a:p>
          <a:r>
            <a:rPr lang="en-GB" dirty="0">
              <a:latin typeface="Segoe UI Semibold" panose="020B0702040204020203" pitchFamily="34" charset="0"/>
              <a:cs typeface="Segoe UI Semibold" panose="020B0702040204020203" pitchFamily="34" charset="0"/>
            </a:rPr>
            <a:t>int indexOf(Object o)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569DDA6A-05EB-464A-8827-E9AE0F61B384}" type="parTrans" cxnId="{16D39B38-ED87-4626-B646-D2C444ECBC35}">
      <dgm:prSet/>
      <dgm:spPr/>
      <dgm:t>
        <a:bodyPr/>
        <a:lstStyle/>
        <a:p>
          <a:endParaRPr lang="en-US"/>
        </a:p>
      </dgm:t>
    </dgm:pt>
    <dgm:pt modelId="{772D5AB3-8993-4898-B29F-650105D7B459}" type="sibTrans" cxnId="{16D39B38-ED87-4626-B646-D2C444ECBC35}">
      <dgm:prSet/>
      <dgm:spPr/>
      <dgm:t>
        <a:bodyPr/>
        <a:lstStyle/>
        <a:p>
          <a:endParaRPr lang="en-US"/>
        </a:p>
      </dgm:t>
    </dgm:pt>
    <dgm:pt modelId="{1EFF09E6-5648-488C-AB6E-2D37FBEACB11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int size()</a:t>
          </a:r>
        </a:p>
      </dgm:t>
    </dgm:pt>
    <dgm:pt modelId="{BC1E82E3-2C23-4895-B7E2-C999C58A80A9}" type="parTrans" cxnId="{ED6F369C-3289-4FFF-9D91-CB3ED303F7F9}">
      <dgm:prSet/>
      <dgm:spPr/>
      <dgm:t>
        <a:bodyPr/>
        <a:lstStyle/>
        <a:p>
          <a:endParaRPr lang="en-CA"/>
        </a:p>
      </dgm:t>
    </dgm:pt>
    <dgm:pt modelId="{56F4E4C9-4DE8-4B02-BCDB-73EF22498323}" type="sibTrans" cxnId="{ED6F369C-3289-4FFF-9D91-CB3ED303F7F9}">
      <dgm:prSet/>
      <dgm:spPr/>
      <dgm:t>
        <a:bodyPr/>
        <a:lstStyle/>
        <a:p>
          <a:endParaRPr lang="en-CA"/>
        </a:p>
      </dgm:t>
    </dgm:pt>
    <dgm:pt modelId="{BCBE5638-530A-47E6-9DB4-B8780EB04BA7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String toString()</a:t>
          </a:r>
        </a:p>
      </dgm:t>
    </dgm:pt>
    <dgm:pt modelId="{EADC38BB-1A25-4DA5-B27A-9143D16B961F}" type="parTrans" cxnId="{F70F8830-F600-488D-B57A-32DE58103803}">
      <dgm:prSet/>
      <dgm:spPr/>
      <dgm:t>
        <a:bodyPr/>
        <a:lstStyle/>
        <a:p>
          <a:endParaRPr lang="en-CA"/>
        </a:p>
      </dgm:t>
    </dgm:pt>
    <dgm:pt modelId="{BDB8A95C-B3FF-4F0C-8EC3-71844712DCBE}" type="sibTrans" cxnId="{F70F8830-F600-488D-B57A-32DE58103803}">
      <dgm:prSet/>
      <dgm:spPr/>
      <dgm:t>
        <a:bodyPr/>
        <a:lstStyle/>
        <a:p>
          <a:endParaRPr lang="en-CA"/>
        </a:p>
      </dgm:t>
    </dgm:pt>
    <dgm:pt modelId="{AF3E402D-0A57-4B3A-BBD6-1770B79D61C0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Object clone()</a:t>
          </a:r>
        </a:p>
      </dgm:t>
    </dgm:pt>
    <dgm:pt modelId="{3F5839B0-85F2-44DD-B0ED-56BA20DDF768}" type="parTrans" cxnId="{0906F9DB-30F0-47AC-8D88-18EB8C648127}">
      <dgm:prSet/>
      <dgm:spPr/>
      <dgm:t>
        <a:bodyPr/>
        <a:lstStyle/>
        <a:p>
          <a:endParaRPr lang="en-CA"/>
        </a:p>
      </dgm:t>
    </dgm:pt>
    <dgm:pt modelId="{B7CE24E7-F92C-477D-B9C9-0955C82E62B0}" type="sibTrans" cxnId="{0906F9DB-30F0-47AC-8D88-18EB8C648127}">
      <dgm:prSet/>
      <dgm:spPr/>
      <dgm:t>
        <a:bodyPr/>
        <a:lstStyle/>
        <a:p>
          <a:endParaRPr lang="en-CA"/>
        </a:p>
      </dgm:t>
    </dgm:pt>
    <dgm:pt modelId="{55429523-F3E6-458F-9414-CF58DB3E6A3D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boolean contains()</a:t>
          </a:r>
        </a:p>
      </dgm:t>
    </dgm:pt>
    <dgm:pt modelId="{36743828-68BA-4594-9C76-DBECECEE804C}" type="parTrans" cxnId="{2AF3BDBB-4FAA-4BA5-AF00-AF5631B4EABC}">
      <dgm:prSet/>
      <dgm:spPr/>
      <dgm:t>
        <a:bodyPr/>
        <a:lstStyle/>
        <a:p>
          <a:endParaRPr lang="en-CA"/>
        </a:p>
      </dgm:t>
    </dgm:pt>
    <dgm:pt modelId="{13861F8E-571C-4B8D-B648-7F0F19D12EEE}" type="sibTrans" cxnId="{2AF3BDBB-4FAA-4BA5-AF00-AF5631B4EABC}">
      <dgm:prSet/>
      <dgm:spPr/>
      <dgm:t>
        <a:bodyPr/>
        <a:lstStyle/>
        <a:p>
          <a:endParaRPr lang="en-CA"/>
        </a:p>
      </dgm:t>
    </dgm:pt>
    <dgm:pt modelId="{E2A5D5B3-3AB9-4654-BCFB-902E8B4B98B3}" type="pres">
      <dgm:prSet presAssocID="{D0A4F471-13ED-4969-822B-128A680F765E}" presName="linear" presStyleCnt="0">
        <dgm:presLayoutVars>
          <dgm:animLvl val="lvl"/>
          <dgm:resizeHandles val="exact"/>
        </dgm:presLayoutVars>
      </dgm:prSet>
      <dgm:spPr/>
    </dgm:pt>
    <dgm:pt modelId="{4D0988E5-B606-4882-800A-11628209EC91}" type="pres">
      <dgm:prSet presAssocID="{3AC8DB8C-6278-43CC-ADFC-A69BA14D7932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F6340A00-775D-48D4-AC2E-A6CA20536060}" type="pres">
      <dgm:prSet presAssocID="{2248722E-CC01-4789-B827-7BB6A4562412}" presName="spacer" presStyleCnt="0"/>
      <dgm:spPr/>
    </dgm:pt>
    <dgm:pt modelId="{A3B37016-CBA0-4D32-B408-22D56EC38607}" type="pres">
      <dgm:prSet presAssocID="{EAF3B28D-A0ED-49CC-A765-97F0D59A8F06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9B9792D-625D-40A4-81D1-D60881BA1F67}" type="pres">
      <dgm:prSet presAssocID="{87736069-5F68-40C4-9FA5-9891E0301AE4}" presName="spacer" presStyleCnt="0"/>
      <dgm:spPr/>
    </dgm:pt>
    <dgm:pt modelId="{D4F7300D-D36C-4F10-8B91-25E439346D2C}" type="pres">
      <dgm:prSet presAssocID="{A18BBBD7-3FFB-4043-8DD6-70AB10497A10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0A5CCE84-2605-4383-9C1F-82AD2A095739}" type="pres">
      <dgm:prSet presAssocID="{D89E109B-FB26-4009-8093-DE1F70F41A94}" presName="spacer" presStyleCnt="0"/>
      <dgm:spPr/>
    </dgm:pt>
    <dgm:pt modelId="{072ACD09-265D-4EFE-8ECC-A2B6C902FA95}" type="pres">
      <dgm:prSet presAssocID="{0C5959F3-1F52-4F64-8DBB-26CA31185E50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D40991AF-2B1C-4E48-BEF9-BE34AB20BD0A}" type="pres">
      <dgm:prSet presAssocID="{772D5AB3-8993-4898-B29F-650105D7B459}" presName="spacer" presStyleCnt="0"/>
      <dgm:spPr/>
    </dgm:pt>
    <dgm:pt modelId="{37687E82-7893-44B8-9E09-F941E058C5EB}" type="pres">
      <dgm:prSet presAssocID="{1EFF09E6-5648-488C-AB6E-2D37FBEACB1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0A4A7D4B-ECE4-44D0-9C43-7E548E87DEFD}" type="pres">
      <dgm:prSet presAssocID="{56F4E4C9-4DE8-4B02-BCDB-73EF22498323}" presName="spacer" presStyleCnt="0"/>
      <dgm:spPr/>
    </dgm:pt>
    <dgm:pt modelId="{0F2F314F-E411-4C3E-8F1A-B1B65D386668}" type="pres">
      <dgm:prSet presAssocID="{BCBE5638-530A-47E6-9DB4-B8780EB04BA7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6E048C7F-B835-41D0-9B80-FB1AC54B75F3}" type="pres">
      <dgm:prSet presAssocID="{BDB8A95C-B3FF-4F0C-8EC3-71844712DCBE}" presName="spacer" presStyleCnt="0"/>
      <dgm:spPr/>
    </dgm:pt>
    <dgm:pt modelId="{E93F4F19-52F6-4524-A5D4-69E2919E6A25}" type="pres">
      <dgm:prSet presAssocID="{AF3E402D-0A57-4B3A-BBD6-1770B79D61C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044B8260-164B-4135-AFCF-5351D0B2CF21}" type="pres">
      <dgm:prSet presAssocID="{B7CE24E7-F92C-477D-B9C9-0955C82E62B0}" presName="spacer" presStyleCnt="0"/>
      <dgm:spPr/>
    </dgm:pt>
    <dgm:pt modelId="{7396B439-6278-4573-931B-28BAE37894B8}" type="pres">
      <dgm:prSet presAssocID="{55429523-F3E6-458F-9414-CF58DB3E6A3D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ED0DC19-EC8E-490D-9922-4514DCEAB39E}" type="presOf" srcId="{3AC8DB8C-6278-43CC-ADFC-A69BA14D7932}" destId="{4D0988E5-B606-4882-800A-11628209EC91}" srcOrd="0" destOrd="0" presId="urn:microsoft.com/office/officeart/2005/8/layout/vList2"/>
    <dgm:cxn modelId="{DEF1141E-DD33-48C8-922A-260731039FD3}" srcId="{D0A4F471-13ED-4969-822B-128A680F765E}" destId="{3AC8DB8C-6278-43CC-ADFC-A69BA14D7932}" srcOrd="0" destOrd="0" parTransId="{7AFCD4EA-ABB1-41BC-A0E9-EB0D6A8D83B6}" sibTransId="{2248722E-CC01-4789-B827-7BB6A4562412}"/>
    <dgm:cxn modelId="{9D8AE01E-E4DD-439A-B49F-223061F94230}" type="presOf" srcId="{D0A4F471-13ED-4969-822B-128A680F765E}" destId="{E2A5D5B3-3AB9-4654-BCFB-902E8B4B98B3}" srcOrd="0" destOrd="0" presId="urn:microsoft.com/office/officeart/2005/8/layout/vList2"/>
    <dgm:cxn modelId="{F70F8830-F600-488D-B57A-32DE58103803}" srcId="{D0A4F471-13ED-4969-822B-128A680F765E}" destId="{BCBE5638-530A-47E6-9DB4-B8780EB04BA7}" srcOrd="5" destOrd="0" parTransId="{EADC38BB-1A25-4DA5-B27A-9143D16B961F}" sibTransId="{BDB8A95C-B3FF-4F0C-8EC3-71844712DCBE}"/>
    <dgm:cxn modelId="{14C49E30-E1ED-4CCF-B314-8308390E26BA}" type="presOf" srcId="{AF3E402D-0A57-4B3A-BBD6-1770B79D61C0}" destId="{E93F4F19-52F6-4524-A5D4-69E2919E6A25}" srcOrd="0" destOrd="0" presId="urn:microsoft.com/office/officeart/2005/8/layout/vList2"/>
    <dgm:cxn modelId="{9923B933-A68E-4629-ADD6-4B96B8C69ADC}" type="presOf" srcId="{0C5959F3-1F52-4F64-8DBB-26CA31185E50}" destId="{072ACD09-265D-4EFE-8ECC-A2B6C902FA95}" srcOrd="0" destOrd="0" presId="urn:microsoft.com/office/officeart/2005/8/layout/vList2"/>
    <dgm:cxn modelId="{16D39B38-ED87-4626-B646-D2C444ECBC35}" srcId="{D0A4F471-13ED-4969-822B-128A680F765E}" destId="{0C5959F3-1F52-4F64-8DBB-26CA31185E50}" srcOrd="3" destOrd="0" parTransId="{569DDA6A-05EB-464A-8827-E9AE0F61B384}" sibTransId="{772D5AB3-8993-4898-B29F-650105D7B459}"/>
    <dgm:cxn modelId="{651F715D-0379-4ED7-9DD7-84F5A8226E03}" type="presOf" srcId="{55429523-F3E6-458F-9414-CF58DB3E6A3D}" destId="{7396B439-6278-4573-931B-28BAE37894B8}" srcOrd="0" destOrd="0" presId="urn:microsoft.com/office/officeart/2005/8/layout/vList2"/>
    <dgm:cxn modelId="{842CDC6B-B73A-4EEF-B34B-F4F209A17314}" type="presOf" srcId="{1EFF09E6-5648-488C-AB6E-2D37FBEACB11}" destId="{37687E82-7893-44B8-9E09-F941E058C5EB}" srcOrd="0" destOrd="0" presId="urn:microsoft.com/office/officeart/2005/8/layout/vList2"/>
    <dgm:cxn modelId="{37D94150-F4A4-4351-B4F7-0F189C1C428A}" type="presOf" srcId="{BCBE5638-530A-47E6-9DB4-B8780EB04BA7}" destId="{0F2F314F-E411-4C3E-8F1A-B1B65D386668}" srcOrd="0" destOrd="0" presId="urn:microsoft.com/office/officeart/2005/8/layout/vList2"/>
    <dgm:cxn modelId="{615A3453-DE5E-4344-BD4D-08A4F86594BF}" srcId="{D0A4F471-13ED-4969-822B-128A680F765E}" destId="{A18BBBD7-3FFB-4043-8DD6-70AB10497A10}" srcOrd="2" destOrd="0" parTransId="{AC139486-18CE-4916-BB2E-C35089F7F3A2}" sibTransId="{D89E109B-FB26-4009-8093-DE1F70F41A94}"/>
    <dgm:cxn modelId="{A619FB58-6024-4DFC-8AE9-36DD8085DFA3}" srcId="{D0A4F471-13ED-4969-822B-128A680F765E}" destId="{EAF3B28D-A0ED-49CC-A765-97F0D59A8F06}" srcOrd="1" destOrd="0" parTransId="{2F12D2CA-AAB5-4BFA-B0C9-AFB8600DF34A}" sibTransId="{87736069-5F68-40C4-9FA5-9891E0301AE4}"/>
    <dgm:cxn modelId="{CFE13C79-CBC2-48C1-95BA-0AEEE9676507}" type="presOf" srcId="{EAF3B28D-A0ED-49CC-A765-97F0D59A8F06}" destId="{A3B37016-CBA0-4D32-B408-22D56EC38607}" srcOrd="0" destOrd="0" presId="urn:microsoft.com/office/officeart/2005/8/layout/vList2"/>
    <dgm:cxn modelId="{ED6F369C-3289-4FFF-9D91-CB3ED303F7F9}" srcId="{D0A4F471-13ED-4969-822B-128A680F765E}" destId="{1EFF09E6-5648-488C-AB6E-2D37FBEACB11}" srcOrd="4" destOrd="0" parTransId="{BC1E82E3-2C23-4895-B7E2-C999C58A80A9}" sibTransId="{56F4E4C9-4DE8-4B02-BCDB-73EF22498323}"/>
    <dgm:cxn modelId="{2AF3BDBB-4FAA-4BA5-AF00-AF5631B4EABC}" srcId="{D0A4F471-13ED-4969-822B-128A680F765E}" destId="{55429523-F3E6-458F-9414-CF58DB3E6A3D}" srcOrd="7" destOrd="0" parTransId="{36743828-68BA-4594-9C76-DBECECEE804C}" sibTransId="{13861F8E-571C-4B8D-B648-7F0F19D12EEE}"/>
    <dgm:cxn modelId="{0906F9DB-30F0-47AC-8D88-18EB8C648127}" srcId="{D0A4F471-13ED-4969-822B-128A680F765E}" destId="{AF3E402D-0A57-4B3A-BBD6-1770B79D61C0}" srcOrd="6" destOrd="0" parTransId="{3F5839B0-85F2-44DD-B0ED-56BA20DDF768}" sibTransId="{B7CE24E7-F92C-477D-B9C9-0955C82E62B0}"/>
    <dgm:cxn modelId="{48F56CDD-4974-487F-8527-98E71611DE12}" type="presOf" srcId="{A18BBBD7-3FFB-4043-8DD6-70AB10497A10}" destId="{D4F7300D-D36C-4F10-8B91-25E439346D2C}" srcOrd="0" destOrd="0" presId="urn:microsoft.com/office/officeart/2005/8/layout/vList2"/>
    <dgm:cxn modelId="{057AF7E2-5F6C-4402-908B-8F1ECB7D92BF}" type="presParOf" srcId="{E2A5D5B3-3AB9-4654-BCFB-902E8B4B98B3}" destId="{4D0988E5-B606-4882-800A-11628209EC91}" srcOrd="0" destOrd="0" presId="urn:microsoft.com/office/officeart/2005/8/layout/vList2"/>
    <dgm:cxn modelId="{1DE1354A-C8F0-495B-955A-1D4BCC66E513}" type="presParOf" srcId="{E2A5D5B3-3AB9-4654-BCFB-902E8B4B98B3}" destId="{F6340A00-775D-48D4-AC2E-A6CA20536060}" srcOrd="1" destOrd="0" presId="urn:microsoft.com/office/officeart/2005/8/layout/vList2"/>
    <dgm:cxn modelId="{B8D8FD19-B5F6-4909-A398-60E40360CDF6}" type="presParOf" srcId="{E2A5D5B3-3AB9-4654-BCFB-902E8B4B98B3}" destId="{A3B37016-CBA0-4D32-B408-22D56EC38607}" srcOrd="2" destOrd="0" presId="urn:microsoft.com/office/officeart/2005/8/layout/vList2"/>
    <dgm:cxn modelId="{93256F9A-B2F4-4E7C-BC32-FAEC09106E1E}" type="presParOf" srcId="{E2A5D5B3-3AB9-4654-BCFB-902E8B4B98B3}" destId="{79B9792D-625D-40A4-81D1-D60881BA1F67}" srcOrd="3" destOrd="0" presId="urn:microsoft.com/office/officeart/2005/8/layout/vList2"/>
    <dgm:cxn modelId="{583EC0C9-AEA4-40B3-8FC8-88192AC644E4}" type="presParOf" srcId="{E2A5D5B3-3AB9-4654-BCFB-902E8B4B98B3}" destId="{D4F7300D-D36C-4F10-8B91-25E439346D2C}" srcOrd="4" destOrd="0" presId="urn:microsoft.com/office/officeart/2005/8/layout/vList2"/>
    <dgm:cxn modelId="{AA86AF57-CC75-4424-B662-FE27EA200B8D}" type="presParOf" srcId="{E2A5D5B3-3AB9-4654-BCFB-902E8B4B98B3}" destId="{0A5CCE84-2605-4383-9C1F-82AD2A095739}" srcOrd="5" destOrd="0" presId="urn:microsoft.com/office/officeart/2005/8/layout/vList2"/>
    <dgm:cxn modelId="{5220F5E8-016A-4A78-A98C-D99F58031DB6}" type="presParOf" srcId="{E2A5D5B3-3AB9-4654-BCFB-902E8B4B98B3}" destId="{072ACD09-265D-4EFE-8ECC-A2B6C902FA95}" srcOrd="6" destOrd="0" presId="urn:microsoft.com/office/officeart/2005/8/layout/vList2"/>
    <dgm:cxn modelId="{219E2201-1229-485D-A1EA-7FA5C978B8EA}" type="presParOf" srcId="{E2A5D5B3-3AB9-4654-BCFB-902E8B4B98B3}" destId="{D40991AF-2B1C-4E48-BEF9-BE34AB20BD0A}" srcOrd="7" destOrd="0" presId="urn:microsoft.com/office/officeart/2005/8/layout/vList2"/>
    <dgm:cxn modelId="{DEB6BDF7-BB33-4AD4-95F9-F91CB8363B8D}" type="presParOf" srcId="{E2A5D5B3-3AB9-4654-BCFB-902E8B4B98B3}" destId="{37687E82-7893-44B8-9E09-F941E058C5EB}" srcOrd="8" destOrd="0" presId="urn:microsoft.com/office/officeart/2005/8/layout/vList2"/>
    <dgm:cxn modelId="{79DDC3CC-C80D-47FD-92AD-8A49CBE18283}" type="presParOf" srcId="{E2A5D5B3-3AB9-4654-BCFB-902E8B4B98B3}" destId="{0A4A7D4B-ECE4-44D0-9C43-7E548E87DEFD}" srcOrd="9" destOrd="0" presId="urn:microsoft.com/office/officeart/2005/8/layout/vList2"/>
    <dgm:cxn modelId="{FA935C06-CC75-4286-9F8B-DABB4325153F}" type="presParOf" srcId="{E2A5D5B3-3AB9-4654-BCFB-902E8B4B98B3}" destId="{0F2F314F-E411-4C3E-8F1A-B1B65D386668}" srcOrd="10" destOrd="0" presId="urn:microsoft.com/office/officeart/2005/8/layout/vList2"/>
    <dgm:cxn modelId="{8607C65C-EE89-4F38-9152-BDF1970AE208}" type="presParOf" srcId="{E2A5D5B3-3AB9-4654-BCFB-902E8B4B98B3}" destId="{6E048C7F-B835-41D0-9B80-FB1AC54B75F3}" srcOrd="11" destOrd="0" presId="urn:microsoft.com/office/officeart/2005/8/layout/vList2"/>
    <dgm:cxn modelId="{812829E5-DE98-433D-9E3B-779364E7ED7E}" type="presParOf" srcId="{E2A5D5B3-3AB9-4654-BCFB-902E8B4B98B3}" destId="{E93F4F19-52F6-4524-A5D4-69E2919E6A25}" srcOrd="12" destOrd="0" presId="urn:microsoft.com/office/officeart/2005/8/layout/vList2"/>
    <dgm:cxn modelId="{F1AA67E3-88C9-4340-A695-6A7F46369D8D}" type="presParOf" srcId="{E2A5D5B3-3AB9-4654-BCFB-902E8B4B98B3}" destId="{044B8260-164B-4135-AFCF-5351D0B2CF21}" srcOrd="13" destOrd="0" presId="urn:microsoft.com/office/officeart/2005/8/layout/vList2"/>
    <dgm:cxn modelId="{F99C3D4F-1E99-45DB-AF1B-35CF8D0355F2}" type="presParOf" srcId="{E2A5D5B3-3AB9-4654-BCFB-902E8B4B98B3}" destId="{7396B439-6278-4573-931B-28BAE37894B8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CC9871-C81A-473F-9812-985B512524D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E3311F4-4BF9-4C32-B45E-D3E6B388AA7F}">
      <dgm:prSet custT="1"/>
      <dgm:spPr/>
      <dgm:t>
        <a:bodyPr/>
        <a:lstStyle/>
        <a:p>
          <a:r>
            <a:rPr lang="fr-CA" sz="2400" dirty="0">
              <a:latin typeface="Segoe UI Semibold" panose="020B0702040204020203" pitchFamily="34" charset="0"/>
              <a:cs typeface="Segoe UI Semibold" panose="020B0702040204020203" pitchFamily="34" charset="0"/>
            </a:rPr>
            <a:t>boolean addAll(Collection&lt;? extends E&gt; c)</a:t>
          </a:r>
          <a:endParaRPr lang="en-US" sz="24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1DB5A55B-7F98-4982-9880-C3A8E5FD5355}" type="parTrans" cxnId="{8AA754A2-788A-47C3-A6AD-14CBE5BBE57D}">
      <dgm:prSet/>
      <dgm:spPr/>
      <dgm:t>
        <a:bodyPr/>
        <a:lstStyle/>
        <a:p>
          <a:endParaRPr lang="en-US"/>
        </a:p>
      </dgm:t>
    </dgm:pt>
    <dgm:pt modelId="{B8004185-E43D-4EC0-AAA7-FEF3F4286966}" type="sibTrans" cxnId="{8AA754A2-788A-47C3-A6AD-14CBE5BBE57D}">
      <dgm:prSet/>
      <dgm:spPr/>
      <dgm:t>
        <a:bodyPr/>
        <a:lstStyle/>
        <a:p>
          <a:endParaRPr lang="en-US"/>
        </a:p>
      </dgm:t>
    </dgm:pt>
    <dgm:pt modelId="{9D0D28F0-E691-43B8-BF73-84A59AF662F3}">
      <dgm:prSet custT="1"/>
      <dgm:spPr/>
      <dgm:t>
        <a:bodyPr/>
        <a:lstStyle/>
        <a:p>
          <a:r>
            <a:rPr lang="fr-CA" sz="2300" dirty="0">
              <a:latin typeface="Segoe UI Semibold" panose="020B0702040204020203" pitchFamily="34" charset="0"/>
              <a:cs typeface="Segoe UI Semibold" panose="020B0702040204020203" pitchFamily="34" charset="0"/>
            </a:rPr>
            <a:t>Contructeur: ArrayList(Collection&lt;? extends E&gt;)</a:t>
          </a:r>
          <a:endParaRPr lang="en-US" sz="23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8E9E37D4-7413-4A92-9AB7-B3245F350BA6}" type="parTrans" cxnId="{DC2A7BD6-CAB0-4ED2-AFEA-D3AE2779344A}">
      <dgm:prSet/>
      <dgm:spPr/>
      <dgm:t>
        <a:bodyPr/>
        <a:lstStyle/>
        <a:p>
          <a:endParaRPr lang="en-US"/>
        </a:p>
      </dgm:t>
    </dgm:pt>
    <dgm:pt modelId="{772950BB-0474-4FB1-BFAA-926996A16AD8}" type="sibTrans" cxnId="{DC2A7BD6-CAB0-4ED2-AFEA-D3AE2779344A}">
      <dgm:prSet/>
      <dgm:spPr/>
      <dgm:t>
        <a:bodyPr/>
        <a:lstStyle/>
        <a:p>
          <a:endParaRPr lang="en-US"/>
        </a:p>
      </dgm:t>
    </dgm:pt>
    <dgm:pt modelId="{84DFC8E4-BE05-4C86-A92A-EED9F0AD8322}">
      <dgm:prSet custT="1"/>
      <dgm:spPr/>
      <dgm:t>
        <a:bodyPr/>
        <a:lstStyle/>
        <a:p>
          <a:r>
            <a:rPr lang="fr-CA" sz="2300" dirty="0">
              <a:latin typeface="Segoe UI Semibold" panose="020B0702040204020203" pitchFamily="34" charset="0"/>
              <a:cs typeface="Segoe UI Semibold" panose="020B0702040204020203" pitchFamily="34" charset="0"/>
            </a:rPr>
            <a:t>void sort(Comparator</a:t>
          </a:r>
          <a:r>
            <a:rPr lang="en-GB" sz="2300" dirty="0">
              <a:latin typeface="Segoe UI Semibold" panose="020B0702040204020203" pitchFamily="34" charset="0"/>
              <a:cs typeface="Segoe UI Semibold" panose="020B0702040204020203" pitchFamily="34" charset="0"/>
            </a:rPr>
            <a:t>&lt;? super E&gt; c</a:t>
          </a:r>
          <a:r>
            <a:rPr lang="fr-CA" sz="2300" dirty="0">
              <a:latin typeface="Segoe UI Semibold" panose="020B0702040204020203" pitchFamily="34" charset="0"/>
              <a:cs typeface="Segoe UI Semibold" panose="020B0702040204020203" pitchFamily="34" charset="0"/>
            </a:rPr>
            <a:t>)</a:t>
          </a:r>
          <a:endParaRPr lang="en-US" sz="23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AA928FFA-181F-4367-B106-745EBA9C849C}" type="parTrans" cxnId="{58D4D6FF-AE50-4A21-86FC-3DEB6ACBC09F}">
      <dgm:prSet/>
      <dgm:spPr/>
      <dgm:t>
        <a:bodyPr/>
        <a:lstStyle/>
        <a:p>
          <a:endParaRPr lang="en-CA"/>
        </a:p>
      </dgm:t>
    </dgm:pt>
    <dgm:pt modelId="{C8F62656-9BD9-42D3-BA36-3C48D40DE099}" type="sibTrans" cxnId="{58D4D6FF-AE50-4A21-86FC-3DEB6ACBC09F}">
      <dgm:prSet/>
      <dgm:spPr/>
      <dgm:t>
        <a:bodyPr/>
        <a:lstStyle/>
        <a:p>
          <a:endParaRPr lang="en-CA"/>
        </a:p>
      </dgm:t>
    </dgm:pt>
    <dgm:pt modelId="{ECD27D54-6126-453D-B0EC-EC54CD3F81EE}" type="pres">
      <dgm:prSet presAssocID="{18CC9871-C81A-473F-9812-985B512524D0}" presName="linear" presStyleCnt="0">
        <dgm:presLayoutVars>
          <dgm:animLvl val="lvl"/>
          <dgm:resizeHandles val="exact"/>
        </dgm:presLayoutVars>
      </dgm:prSet>
      <dgm:spPr/>
    </dgm:pt>
    <dgm:pt modelId="{CF7F6F49-1073-4894-816A-17B73421FF07}" type="pres">
      <dgm:prSet presAssocID="{AE3311F4-4BF9-4C32-B45E-D3E6B388AA7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0AC4D86-557C-4231-B878-647394D46689}" type="pres">
      <dgm:prSet presAssocID="{B8004185-E43D-4EC0-AAA7-FEF3F4286966}" presName="spacer" presStyleCnt="0"/>
      <dgm:spPr/>
    </dgm:pt>
    <dgm:pt modelId="{455C9785-4C0C-4D1F-9696-90AF62A4B3A1}" type="pres">
      <dgm:prSet presAssocID="{9D0D28F0-E691-43B8-BF73-84A59AF662F3}" presName="parentText" presStyleLbl="node1" presStyleIdx="1" presStyleCnt="3" custLinFactNeighborY="18723">
        <dgm:presLayoutVars>
          <dgm:chMax val="0"/>
          <dgm:bulletEnabled val="1"/>
        </dgm:presLayoutVars>
      </dgm:prSet>
      <dgm:spPr/>
    </dgm:pt>
    <dgm:pt modelId="{E8D764D5-1D1E-4AB8-BDCE-230607AB3790}" type="pres">
      <dgm:prSet presAssocID="{772950BB-0474-4FB1-BFAA-926996A16AD8}" presName="spacer" presStyleCnt="0"/>
      <dgm:spPr/>
    </dgm:pt>
    <dgm:pt modelId="{8DC7FB18-434A-4BB3-9DE3-CCD1407B5AD4}" type="pres">
      <dgm:prSet presAssocID="{84DFC8E4-BE05-4C86-A92A-EED9F0AD832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555893A-E92A-467E-87A9-277FC366B9F4}" type="presOf" srcId="{AE3311F4-4BF9-4C32-B45E-D3E6B388AA7F}" destId="{CF7F6F49-1073-4894-816A-17B73421FF07}" srcOrd="0" destOrd="0" presId="urn:microsoft.com/office/officeart/2005/8/layout/vList2"/>
    <dgm:cxn modelId="{877D0D61-1A93-4F74-A618-B9471B06D904}" type="presOf" srcId="{9D0D28F0-E691-43B8-BF73-84A59AF662F3}" destId="{455C9785-4C0C-4D1F-9696-90AF62A4B3A1}" srcOrd="0" destOrd="0" presId="urn:microsoft.com/office/officeart/2005/8/layout/vList2"/>
    <dgm:cxn modelId="{2DD32B6D-C96A-4E3C-90B9-437D38D07F12}" type="presOf" srcId="{18CC9871-C81A-473F-9812-985B512524D0}" destId="{ECD27D54-6126-453D-B0EC-EC54CD3F81EE}" srcOrd="0" destOrd="0" presId="urn:microsoft.com/office/officeart/2005/8/layout/vList2"/>
    <dgm:cxn modelId="{8AA754A2-788A-47C3-A6AD-14CBE5BBE57D}" srcId="{18CC9871-C81A-473F-9812-985B512524D0}" destId="{AE3311F4-4BF9-4C32-B45E-D3E6B388AA7F}" srcOrd="0" destOrd="0" parTransId="{1DB5A55B-7F98-4982-9880-C3A8E5FD5355}" sibTransId="{B8004185-E43D-4EC0-AAA7-FEF3F4286966}"/>
    <dgm:cxn modelId="{DC2A7BD6-CAB0-4ED2-AFEA-D3AE2779344A}" srcId="{18CC9871-C81A-473F-9812-985B512524D0}" destId="{9D0D28F0-E691-43B8-BF73-84A59AF662F3}" srcOrd="1" destOrd="0" parTransId="{8E9E37D4-7413-4A92-9AB7-B3245F350BA6}" sibTransId="{772950BB-0474-4FB1-BFAA-926996A16AD8}"/>
    <dgm:cxn modelId="{7A48C0FF-0254-4078-9923-56CD73E97C95}" type="presOf" srcId="{84DFC8E4-BE05-4C86-A92A-EED9F0AD8322}" destId="{8DC7FB18-434A-4BB3-9DE3-CCD1407B5AD4}" srcOrd="0" destOrd="0" presId="urn:microsoft.com/office/officeart/2005/8/layout/vList2"/>
    <dgm:cxn modelId="{58D4D6FF-AE50-4A21-86FC-3DEB6ACBC09F}" srcId="{18CC9871-C81A-473F-9812-985B512524D0}" destId="{84DFC8E4-BE05-4C86-A92A-EED9F0AD8322}" srcOrd="2" destOrd="0" parTransId="{AA928FFA-181F-4367-B106-745EBA9C849C}" sibTransId="{C8F62656-9BD9-42D3-BA36-3C48D40DE099}"/>
    <dgm:cxn modelId="{EDB8BD0D-A232-4786-9A61-08E0AEEAB802}" type="presParOf" srcId="{ECD27D54-6126-453D-B0EC-EC54CD3F81EE}" destId="{CF7F6F49-1073-4894-816A-17B73421FF07}" srcOrd="0" destOrd="0" presId="urn:microsoft.com/office/officeart/2005/8/layout/vList2"/>
    <dgm:cxn modelId="{F51202CF-4D6B-435D-91C6-A67CE10B322F}" type="presParOf" srcId="{ECD27D54-6126-453D-B0EC-EC54CD3F81EE}" destId="{10AC4D86-557C-4231-B878-647394D46689}" srcOrd="1" destOrd="0" presId="urn:microsoft.com/office/officeart/2005/8/layout/vList2"/>
    <dgm:cxn modelId="{3497D31D-1974-400A-8AE3-49A14B0624AA}" type="presParOf" srcId="{ECD27D54-6126-453D-B0EC-EC54CD3F81EE}" destId="{455C9785-4C0C-4D1F-9696-90AF62A4B3A1}" srcOrd="2" destOrd="0" presId="urn:microsoft.com/office/officeart/2005/8/layout/vList2"/>
    <dgm:cxn modelId="{A2AFD9BF-8D88-4FF6-8A37-229A7D729C38}" type="presParOf" srcId="{ECD27D54-6126-453D-B0EC-EC54CD3F81EE}" destId="{E8D764D5-1D1E-4AB8-BDCE-230607AB3790}" srcOrd="3" destOrd="0" presId="urn:microsoft.com/office/officeart/2005/8/layout/vList2"/>
    <dgm:cxn modelId="{1A643D27-289D-4705-961D-27B4260DE6BD}" type="presParOf" srcId="{ECD27D54-6126-453D-B0EC-EC54CD3F81EE}" destId="{8DC7FB18-434A-4BB3-9DE3-CCD1407B5AD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AAC344-4E60-48EC-8B78-5584340CAFF6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CA"/>
        </a:p>
      </dgm:t>
    </dgm:pt>
    <dgm:pt modelId="{17016600-9DF9-4404-B0CF-E336C4289D12}">
      <dgm:prSet/>
      <dgm:spPr/>
      <dgm:t>
        <a:bodyPr/>
        <a:lstStyle/>
        <a:p>
          <a:r>
            <a:rPr lang="en-GB"/>
            <a:t>Boucle for am</a:t>
          </a:r>
          <a:r>
            <a:rPr lang="fr-CA"/>
            <a:t>éliorée (utilise Itérateur)</a:t>
          </a:r>
          <a:endParaRPr lang="en-CA"/>
        </a:p>
      </dgm:t>
    </dgm:pt>
    <dgm:pt modelId="{70424104-B435-4002-804E-EBC60003AF9C}" type="parTrans" cxnId="{FFAD240F-58A2-4E12-84CD-2C36426E8E66}">
      <dgm:prSet/>
      <dgm:spPr/>
      <dgm:t>
        <a:bodyPr/>
        <a:lstStyle/>
        <a:p>
          <a:endParaRPr lang="en-CA"/>
        </a:p>
      </dgm:t>
    </dgm:pt>
    <dgm:pt modelId="{4E5362D4-2E2C-4E73-8F4A-50CC1391189A}" type="sibTrans" cxnId="{FFAD240F-58A2-4E12-84CD-2C36426E8E66}">
      <dgm:prSet/>
      <dgm:spPr/>
      <dgm:t>
        <a:bodyPr/>
        <a:lstStyle/>
        <a:p>
          <a:endParaRPr lang="en-CA"/>
        </a:p>
      </dgm:t>
    </dgm:pt>
    <dgm:pt modelId="{90E8EB5E-2EB5-40C6-A389-D2D814680558}">
      <dgm:prSet/>
      <dgm:spPr/>
      <dgm:t>
        <a:bodyPr/>
        <a:lstStyle/>
        <a:p>
          <a:r>
            <a:rPr lang="fr-CA" dirty="0">
              <a:latin typeface="Segoe UI Semibold" panose="020B0702040204020203" pitchFamily="34" charset="0"/>
              <a:cs typeface="Segoe UI Semibold" panose="020B0702040204020203" pitchFamily="34" charset="0"/>
            </a:rPr>
            <a:t>for (E element: liste) </a:t>
          </a:r>
          <a:r>
            <a:rPr lang="en-GB" dirty="0">
              <a:latin typeface="Segoe UI Semibold" panose="020B0702040204020203" pitchFamily="34" charset="0"/>
              <a:cs typeface="Segoe UI Semibold" panose="020B0702040204020203" pitchFamily="34" charset="0"/>
            </a:rPr>
            <a:t>{ }</a:t>
          </a:r>
          <a:endParaRPr lang="en-CA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57E4D53A-FA1E-4CBC-9EBE-6F06771AA562}" type="parTrans" cxnId="{3EFB7C32-9FFC-4393-A247-B9C991652B89}">
      <dgm:prSet/>
      <dgm:spPr/>
      <dgm:t>
        <a:bodyPr/>
        <a:lstStyle/>
        <a:p>
          <a:endParaRPr lang="en-CA"/>
        </a:p>
      </dgm:t>
    </dgm:pt>
    <dgm:pt modelId="{FBA47D2B-E4D6-4871-B86C-F31BCB064CE3}" type="sibTrans" cxnId="{3EFB7C32-9FFC-4393-A247-B9C991652B89}">
      <dgm:prSet/>
      <dgm:spPr/>
      <dgm:t>
        <a:bodyPr/>
        <a:lstStyle/>
        <a:p>
          <a:endParaRPr lang="en-CA"/>
        </a:p>
      </dgm:t>
    </dgm:pt>
    <dgm:pt modelId="{4874B8C1-A00F-4026-AD56-A7EB6D3C1A90}">
      <dgm:prSet/>
      <dgm:spPr/>
      <dgm:t>
        <a:bodyPr/>
        <a:lstStyle/>
        <a:p>
          <a:r>
            <a:rPr lang="en-GB"/>
            <a:t>Insertion ordonnée</a:t>
          </a:r>
          <a:endParaRPr lang="en-CA"/>
        </a:p>
      </dgm:t>
    </dgm:pt>
    <dgm:pt modelId="{7E0B92BB-A7EB-4499-955C-6835A84054F8}" type="parTrans" cxnId="{1ECA66C9-031E-4CCC-8919-FDF36950BD8F}">
      <dgm:prSet/>
      <dgm:spPr/>
      <dgm:t>
        <a:bodyPr/>
        <a:lstStyle/>
        <a:p>
          <a:endParaRPr lang="en-CA"/>
        </a:p>
      </dgm:t>
    </dgm:pt>
    <dgm:pt modelId="{DC49E0B8-8B14-4E8D-90D0-C878F8225DD6}" type="sibTrans" cxnId="{1ECA66C9-031E-4CCC-8919-FDF36950BD8F}">
      <dgm:prSet/>
      <dgm:spPr/>
      <dgm:t>
        <a:bodyPr/>
        <a:lstStyle/>
        <a:p>
          <a:endParaRPr lang="en-CA"/>
        </a:p>
      </dgm:t>
    </dgm:pt>
    <dgm:pt modelId="{5A8F2D82-37C7-4590-A2A3-7464C4A539CB}">
      <dgm:prSet/>
      <dgm:spPr/>
      <dgm:t>
        <a:bodyPr/>
        <a:lstStyle/>
        <a:p>
          <a:r>
            <a:rPr lang="en-GB" sz="1500" kern="1200" dirty="0"/>
            <a:t>Insertion par </a:t>
          </a:r>
          <a:r>
            <a:rPr lang="en-GB" sz="1500" b="1" kern="1200" dirty="0"/>
            <a:t>Recherche Linéaire </a:t>
          </a:r>
          <a:r>
            <a:rPr lang="en-GB" sz="1500" kern="1200" dirty="0"/>
            <a:t>(Questions 5 - 7)</a:t>
          </a:r>
          <a:endParaRPr lang="en-CA" sz="1500" kern="1200" dirty="0"/>
        </a:p>
      </dgm:t>
    </dgm:pt>
    <dgm:pt modelId="{A1081CA9-8EDC-4D44-9BE9-79EECCEE9FC5}" type="parTrans" cxnId="{DD2DBCFA-722A-4AE2-88FE-83695BEA04AA}">
      <dgm:prSet/>
      <dgm:spPr/>
      <dgm:t>
        <a:bodyPr/>
        <a:lstStyle/>
        <a:p>
          <a:endParaRPr lang="en-CA"/>
        </a:p>
      </dgm:t>
    </dgm:pt>
    <dgm:pt modelId="{2E131224-A971-4153-85C9-038B78525F38}" type="sibTrans" cxnId="{DD2DBCFA-722A-4AE2-88FE-83695BEA04AA}">
      <dgm:prSet/>
      <dgm:spPr/>
      <dgm:t>
        <a:bodyPr/>
        <a:lstStyle/>
        <a:p>
          <a:endParaRPr lang="en-CA"/>
        </a:p>
      </dgm:t>
    </dgm:pt>
    <dgm:pt modelId="{36C1E213-1584-4D96-89FE-D5BC29FCC159}">
      <dgm:prSet/>
      <dgm:spPr/>
      <dgm:t>
        <a:bodyPr/>
        <a:lstStyle/>
        <a:p>
          <a:r>
            <a:rPr lang="en-GB" sz="1500" kern="1200" dirty="0"/>
            <a:t>Alternative: </a:t>
          </a:r>
          <a:r>
            <a:rPr lang="en-GB" sz="1500" b="1" kern="1200" dirty="0"/>
            <a:t>Recherche Binaire</a:t>
          </a:r>
          <a:r>
            <a:rPr lang="en-GB" sz="1500" kern="1200" dirty="0"/>
            <a:t> (pas encore vu </a:t>
          </a:r>
          <a:r>
            <a:rPr lang="en-GB" sz="1500" kern="1200" dirty="0" err="1"/>
            <a:t>en</a:t>
          </a:r>
          <a:r>
            <a:rPr lang="en-GB" sz="1500" kern="1200" dirty="0"/>
            <a:t> </a:t>
          </a:r>
          <a:r>
            <a:rPr lang="en-GB" sz="1500" kern="1200" dirty="0" err="1"/>
            <a:t>cours</a:t>
          </a:r>
          <a:r>
            <a:rPr lang="en-GB" sz="1500" kern="1200" dirty="0"/>
            <a:t>)</a:t>
          </a:r>
          <a:endParaRPr lang="en-CA" sz="1500" kern="1200" dirty="0"/>
        </a:p>
      </dgm:t>
    </dgm:pt>
    <dgm:pt modelId="{94814D8A-5D99-42BB-8E5D-1E963BBC2592}" type="parTrans" cxnId="{DF633A65-9709-4CE4-A5D7-2351C54FF6E4}">
      <dgm:prSet/>
      <dgm:spPr/>
      <dgm:t>
        <a:bodyPr/>
        <a:lstStyle/>
        <a:p>
          <a:endParaRPr lang="en-CA"/>
        </a:p>
      </dgm:t>
    </dgm:pt>
    <dgm:pt modelId="{CE818C69-36FF-4D82-B9D9-C4148766A2A5}" type="sibTrans" cxnId="{DF633A65-9709-4CE4-A5D7-2351C54FF6E4}">
      <dgm:prSet/>
      <dgm:spPr/>
      <dgm:t>
        <a:bodyPr/>
        <a:lstStyle/>
        <a:p>
          <a:endParaRPr lang="en-CA"/>
        </a:p>
      </dgm:t>
    </dgm:pt>
    <dgm:pt modelId="{E29E8A0E-72B8-4E0B-AAA4-5FC095C8880F}">
      <dgm:prSet custT="1"/>
      <dgm:spPr/>
      <dgm:t>
        <a:bodyPr/>
        <a:lstStyle/>
        <a:p>
          <a:r>
            <a:rPr lang="en-GB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Collections.binarySearch(</a:t>
          </a:r>
          <a:r>
            <a:rPr lang="en-GB" sz="15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liste</a:t>
          </a:r>
          <a:r>
            <a:rPr lang="en-GB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, n);</a:t>
          </a:r>
          <a:endParaRPr lang="en-CA" sz="15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gm:t>
    </dgm:pt>
    <dgm:pt modelId="{09E80DFB-6A0F-4A96-80B3-6471A482FED0}" type="parTrans" cxnId="{B29811FE-2723-4263-BECC-D00CA4620AE5}">
      <dgm:prSet/>
      <dgm:spPr/>
      <dgm:t>
        <a:bodyPr/>
        <a:lstStyle/>
        <a:p>
          <a:endParaRPr lang="en-CA"/>
        </a:p>
      </dgm:t>
    </dgm:pt>
    <dgm:pt modelId="{31EB6289-EE67-41DD-A1BF-602EBD56F32B}" type="sibTrans" cxnId="{B29811FE-2723-4263-BECC-D00CA4620AE5}">
      <dgm:prSet/>
      <dgm:spPr/>
      <dgm:t>
        <a:bodyPr/>
        <a:lstStyle/>
        <a:p>
          <a:endParaRPr lang="en-CA"/>
        </a:p>
      </dgm:t>
    </dgm:pt>
    <dgm:pt modelId="{61F231F0-F419-4EC0-A22E-C7F508CF6401}">
      <dgm:prSet/>
      <dgm:spPr/>
      <dgm:t>
        <a:bodyPr/>
        <a:lstStyle/>
        <a:p>
          <a:r>
            <a:rPr lang="fr-FR" sz="1500" kern="1200" dirty="0"/>
            <a:t>Retour:</a:t>
          </a:r>
          <a:endParaRPr lang="en-CA" sz="1500" kern="1200" dirty="0"/>
        </a:p>
      </dgm:t>
    </dgm:pt>
    <dgm:pt modelId="{76FCC489-0B99-4874-8EDF-11F3FF2B5838}" type="parTrans" cxnId="{2968ACB8-00FC-447A-9092-F7E60E65DBFD}">
      <dgm:prSet/>
      <dgm:spPr/>
      <dgm:t>
        <a:bodyPr/>
        <a:lstStyle/>
        <a:p>
          <a:endParaRPr lang="en-CA"/>
        </a:p>
      </dgm:t>
    </dgm:pt>
    <dgm:pt modelId="{4068974E-45BB-4C89-8E7A-601F03DB7C51}" type="sibTrans" cxnId="{2968ACB8-00FC-447A-9092-F7E60E65DBFD}">
      <dgm:prSet/>
      <dgm:spPr/>
      <dgm:t>
        <a:bodyPr/>
        <a:lstStyle/>
        <a:p>
          <a:endParaRPr lang="en-CA"/>
        </a:p>
      </dgm:t>
    </dgm:pt>
    <dgm:pt modelId="{C532288D-D97F-439E-B671-1BC60FCF61A5}">
      <dgm:prSet/>
      <dgm:spPr/>
      <dgm:t>
        <a:bodyPr/>
        <a:lstStyle/>
        <a:p>
          <a:r>
            <a:rPr lang="en-GB" sz="15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if (position &lt; 0) position = - position - 1;</a:t>
          </a:r>
          <a:endParaRPr lang="en-CA" sz="15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6E36B630-195D-4D1A-AE26-0BC97340CB3B}" type="parTrans" cxnId="{8E8953D3-5158-4088-AB8D-2753FC24E852}">
      <dgm:prSet/>
      <dgm:spPr/>
      <dgm:t>
        <a:bodyPr/>
        <a:lstStyle/>
        <a:p>
          <a:endParaRPr lang="en-CA"/>
        </a:p>
      </dgm:t>
    </dgm:pt>
    <dgm:pt modelId="{83CC1B12-9353-4196-B5A6-8C5B1328E1FB}" type="sibTrans" cxnId="{8E8953D3-5158-4088-AB8D-2753FC24E852}">
      <dgm:prSet/>
      <dgm:spPr/>
      <dgm:t>
        <a:bodyPr/>
        <a:lstStyle/>
        <a:p>
          <a:endParaRPr lang="en-CA"/>
        </a:p>
      </dgm:t>
    </dgm:pt>
    <dgm:pt modelId="{412BE5BD-5D2A-40B4-8108-88CC7AB4F3B6}">
      <dgm:prSet/>
      <dgm:spPr/>
      <dgm:t>
        <a:bodyPr/>
        <a:lstStyle/>
        <a:p>
          <a:r>
            <a:rPr lang="en-GB" dirty="0"/>
            <a:t>Notes</a:t>
          </a:r>
          <a:endParaRPr lang="en-CA" dirty="0"/>
        </a:p>
      </dgm:t>
    </dgm:pt>
    <dgm:pt modelId="{DF716BB7-A2B3-4891-8D98-03E9995872C2}" type="parTrans" cxnId="{F0753CFF-E9EB-422F-8425-7F5DC584EEE2}">
      <dgm:prSet/>
      <dgm:spPr/>
      <dgm:t>
        <a:bodyPr/>
        <a:lstStyle/>
        <a:p>
          <a:endParaRPr lang="en-CA"/>
        </a:p>
      </dgm:t>
    </dgm:pt>
    <dgm:pt modelId="{CF669D31-5FE0-47FF-ABB6-0A2545EEF965}" type="sibTrans" cxnId="{F0753CFF-E9EB-422F-8425-7F5DC584EEE2}">
      <dgm:prSet/>
      <dgm:spPr/>
      <dgm:t>
        <a:bodyPr/>
        <a:lstStyle/>
        <a:p>
          <a:endParaRPr lang="en-CA"/>
        </a:p>
      </dgm:t>
    </dgm:pt>
    <dgm:pt modelId="{70BCC325-0BE9-4531-AA35-72D240A158C8}">
      <dgm:prSet/>
      <dgm:spPr/>
      <dgm:t>
        <a:bodyPr/>
        <a:lstStyle/>
        <a:p>
          <a:r>
            <a:rPr lang="fr-FR" dirty="0"/>
            <a:t>Petite erreur dans méthode saisir() de l'énoncé, Essayez de la trouvez!</a:t>
          </a:r>
          <a:endParaRPr lang="en-CA" dirty="0"/>
        </a:p>
      </dgm:t>
    </dgm:pt>
    <dgm:pt modelId="{4BD08D1C-61A1-4D2C-AB4A-4C4CA72B1F5D}" type="parTrans" cxnId="{914E6DF7-B581-47E6-ACE4-420CDCB01262}">
      <dgm:prSet/>
      <dgm:spPr/>
      <dgm:t>
        <a:bodyPr/>
        <a:lstStyle/>
        <a:p>
          <a:endParaRPr lang="en-CA"/>
        </a:p>
      </dgm:t>
    </dgm:pt>
    <dgm:pt modelId="{A7AC9779-A4C8-4654-A503-07462BA05591}" type="sibTrans" cxnId="{914E6DF7-B581-47E6-ACE4-420CDCB01262}">
      <dgm:prSet/>
      <dgm:spPr/>
      <dgm:t>
        <a:bodyPr/>
        <a:lstStyle/>
        <a:p>
          <a:endParaRPr lang="en-CA"/>
        </a:p>
      </dgm:t>
    </dgm:pt>
    <dgm:pt modelId="{CC5FBB8D-A657-4CC2-928B-F520ACC34B29}">
      <dgm:prSet/>
      <dgm:spPr/>
      <dgm:t>
        <a:bodyPr/>
        <a:lstStyle/>
        <a:p>
          <a:r>
            <a:rPr lang="fr-CA" sz="1500" kern="1200" dirty="0"/>
            <a:t>Implémentation manuelle ou:</a:t>
          </a:r>
          <a:endParaRPr lang="en-CA" sz="1500" kern="1200" dirty="0"/>
        </a:p>
      </dgm:t>
    </dgm:pt>
    <dgm:pt modelId="{74C9E3C4-5558-45F6-A076-7D32038EE711}" type="parTrans" cxnId="{7A455281-9634-48C3-8793-B988221C94B8}">
      <dgm:prSet/>
      <dgm:spPr/>
      <dgm:t>
        <a:bodyPr/>
        <a:lstStyle/>
        <a:p>
          <a:endParaRPr lang="en-CA"/>
        </a:p>
      </dgm:t>
    </dgm:pt>
    <dgm:pt modelId="{D887FB1C-543E-477B-BAB4-69097AF187BA}" type="sibTrans" cxnId="{7A455281-9634-48C3-8793-B988221C94B8}">
      <dgm:prSet/>
      <dgm:spPr/>
      <dgm:t>
        <a:bodyPr/>
        <a:lstStyle/>
        <a:p>
          <a:endParaRPr lang="en-CA"/>
        </a:p>
      </dgm:t>
    </dgm:pt>
    <dgm:pt modelId="{91136227-49DD-40E9-8056-F21D2860223E}">
      <dgm:prSet/>
      <dgm:spPr/>
      <dgm:t>
        <a:bodyPr/>
        <a:lstStyle/>
        <a:p>
          <a:r>
            <a:rPr lang="fr-FR" dirty="0"/>
            <a:t>Pour les examens et les </a:t>
          </a:r>
          <a:r>
            <a:rPr lang="fr-FR" dirty="0" err="1"/>
            <a:t>TPs</a:t>
          </a:r>
          <a:r>
            <a:rPr lang="fr-FR" dirty="0"/>
            <a:t>, vous devez savoir implémenter la recherche binaire et les algorithmes de tri vous-même, sans utiliser </a:t>
          </a:r>
          <a:r>
            <a:rPr lang="fr-FR" dirty="0">
              <a:latin typeface="Segoe UI Semibold" panose="020B0702040204020203" pitchFamily="34" charset="0"/>
              <a:cs typeface="Segoe UI Semibold" panose="020B0702040204020203" pitchFamily="34" charset="0"/>
            </a:rPr>
            <a:t>Collections.binarySearch() </a:t>
          </a:r>
          <a:r>
            <a:rPr lang="fr-FR" dirty="0"/>
            <a:t>ni </a:t>
          </a:r>
          <a:r>
            <a:rPr lang="fr-FR" dirty="0">
              <a:latin typeface="Segoe UI Semibold" panose="020B0702040204020203" pitchFamily="34" charset="0"/>
              <a:cs typeface="Segoe UI Semibold" panose="020B0702040204020203" pitchFamily="34" charset="0"/>
            </a:rPr>
            <a:t>sort()</a:t>
          </a:r>
          <a:r>
            <a:rPr lang="fr-FR" dirty="0"/>
            <a:t>.</a:t>
          </a:r>
          <a:endParaRPr lang="en-CA" dirty="0"/>
        </a:p>
      </dgm:t>
    </dgm:pt>
    <dgm:pt modelId="{F6169933-17F6-4CEF-9F72-BC6430C92E65}" type="parTrans" cxnId="{5A78165D-39DD-48B7-B25B-CC404BCEFBD2}">
      <dgm:prSet/>
      <dgm:spPr/>
      <dgm:t>
        <a:bodyPr/>
        <a:lstStyle/>
        <a:p>
          <a:endParaRPr lang="en-CA"/>
        </a:p>
      </dgm:t>
    </dgm:pt>
    <dgm:pt modelId="{96293448-0D97-472A-B840-A0449CFEC94D}" type="sibTrans" cxnId="{5A78165D-39DD-48B7-B25B-CC404BCEFBD2}">
      <dgm:prSet/>
      <dgm:spPr/>
      <dgm:t>
        <a:bodyPr/>
        <a:lstStyle/>
        <a:p>
          <a:endParaRPr lang="en-CA"/>
        </a:p>
      </dgm:t>
    </dgm:pt>
    <dgm:pt modelId="{6909472D-BB3C-4A70-9978-C8D0FB730FFF}">
      <dgm:prSet/>
      <dgm:spPr/>
      <dgm:t>
        <a:bodyPr/>
        <a:lstStyle/>
        <a:p>
          <a:r>
            <a:rPr lang="fr-FR" sz="1500" kern="1200" dirty="0"/>
            <a:t>Si trouvé: Indice d'élément,</a:t>
          </a:r>
          <a:endParaRPr lang="en-CA" sz="1500" kern="1200" dirty="0"/>
        </a:p>
      </dgm:t>
    </dgm:pt>
    <dgm:pt modelId="{41641F3D-7C3A-47C1-8803-130DEE98424B}" type="parTrans" cxnId="{DE16B64E-EBF4-4A96-8511-CB6468A4ADF3}">
      <dgm:prSet/>
      <dgm:spPr/>
      <dgm:t>
        <a:bodyPr/>
        <a:lstStyle/>
        <a:p>
          <a:endParaRPr lang="en-CA"/>
        </a:p>
      </dgm:t>
    </dgm:pt>
    <dgm:pt modelId="{ECFB63C7-B96D-4847-91D7-C78268AD8B6C}" type="sibTrans" cxnId="{DE16B64E-EBF4-4A96-8511-CB6468A4ADF3}">
      <dgm:prSet/>
      <dgm:spPr/>
      <dgm:t>
        <a:bodyPr/>
        <a:lstStyle/>
        <a:p>
          <a:endParaRPr lang="en-CA"/>
        </a:p>
      </dgm:t>
    </dgm:pt>
    <dgm:pt modelId="{7DEB44C6-D8FA-440D-9EED-EC28F9D1C379}">
      <dgm:prSet/>
      <dgm:spPr/>
      <dgm:t>
        <a:bodyPr/>
        <a:lstStyle/>
        <a:p>
          <a:r>
            <a:rPr lang="fr-FR" sz="1500" kern="1200" dirty="0"/>
            <a:t>Sinon:  </a:t>
          </a:r>
          <a:r>
            <a:rPr lang="fr-FR" sz="15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- (point d’insertion) – 1</a:t>
          </a:r>
          <a:endParaRPr lang="en-CA" sz="15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2A2BA28A-CB21-4390-B637-725C91764E1E}" type="parTrans" cxnId="{33D2052D-ECBC-410C-8BCB-1A6DACE0A805}">
      <dgm:prSet/>
      <dgm:spPr/>
      <dgm:t>
        <a:bodyPr/>
        <a:lstStyle/>
        <a:p>
          <a:endParaRPr lang="en-CA"/>
        </a:p>
      </dgm:t>
    </dgm:pt>
    <dgm:pt modelId="{8B9C1FB6-F8AB-4284-BDD8-00232B693106}" type="sibTrans" cxnId="{33D2052D-ECBC-410C-8BCB-1A6DACE0A805}">
      <dgm:prSet/>
      <dgm:spPr/>
      <dgm:t>
        <a:bodyPr/>
        <a:lstStyle/>
        <a:p>
          <a:endParaRPr lang="en-CA"/>
        </a:p>
      </dgm:t>
    </dgm:pt>
    <dgm:pt modelId="{923E8AE9-6B7F-40B8-B734-64EFD42687CE}" type="pres">
      <dgm:prSet presAssocID="{8CAAC344-4E60-48EC-8B78-5584340CAFF6}" presName="linear" presStyleCnt="0">
        <dgm:presLayoutVars>
          <dgm:dir/>
          <dgm:animLvl val="lvl"/>
          <dgm:resizeHandles val="exact"/>
        </dgm:presLayoutVars>
      </dgm:prSet>
      <dgm:spPr/>
    </dgm:pt>
    <dgm:pt modelId="{AAAAB67D-BC88-4F36-854F-C2E245E0A6E2}" type="pres">
      <dgm:prSet presAssocID="{17016600-9DF9-4404-B0CF-E336C4289D12}" presName="parentLin" presStyleCnt="0"/>
      <dgm:spPr/>
    </dgm:pt>
    <dgm:pt modelId="{19013A3F-444A-47A3-BC25-CF4FFFE98337}" type="pres">
      <dgm:prSet presAssocID="{17016600-9DF9-4404-B0CF-E336C4289D12}" presName="parentLeftMargin" presStyleLbl="node1" presStyleIdx="0" presStyleCnt="3"/>
      <dgm:spPr/>
    </dgm:pt>
    <dgm:pt modelId="{6DE660C6-2831-4F7B-8153-EF191025F69C}" type="pres">
      <dgm:prSet presAssocID="{17016600-9DF9-4404-B0CF-E336C4289D1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A9E8CDF-10C9-4147-BC57-7065F75BFEA3}" type="pres">
      <dgm:prSet presAssocID="{17016600-9DF9-4404-B0CF-E336C4289D12}" presName="negativeSpace" presStyleCnt="0"/>
      <dgm:spPr/>
    </dgm:pt>
    <dgm:pt modelId="{6326F0DB-9443-43FF-B5AF-67C30DEC9FBC}" type="pres">
      <dgm:prSet presAssocID="{17016600-9DF9-4404-B0CF-E336C4289D12}" presName="childText" presStyleLbl="conFgAcc1" presStyleIdx="0" presStyleCnt="3">
        <dgm:presLayoutVars>
          <dgm:bulletEnabled val="1"/>
        </dgm:presLayoutVars>
      </dgm:prSet>
      <dgm:spPr/>
    </dgm:pt>
    <dgm:pt modelId="{B48A7E3A-83BF-45FC-BA66-9F65462BB81D}" type="pres">
      <dgm:prSet presAssocID="{4E5362D4-2E2C-4E73-8F4A-50CC1391189A}" presName="spaceBetweenRectangles" presStyleCnt="0"/>
      <dgm:spPr/>
    </dgm:pt>
    <dgm:pt modelId="{D2755384-E32F-48F0-AE5E-0AA99DBAC834}" type="pres">
      <dgm:prSet presAssocID="{4874B8C1-A00F-4026-AD56-A7EB6D3C1A90}" presName="parentLin" presStyleCnt="0"/>
      <dgm:spPr/>
    </dgm:pt>
    <dgm:pt modelId="{288B0AB4-C587-4605-8804-25DD2BE08534}" type="pres">
      <dgm:prSet presAssocID="{4874B8C1-A00F-4026-AD56-A7EB6D3C1A90}" presName="parentLeftMargin" presStyleLbl="node1" presStyleIdx="0" presStyleCnt="3"/>
      <dgm:spPr/>
    </dgm:pt>
    <dgm:pt modelId="{75F89269-92FC-49B5-B4F6-6E76249DA168}" type="pres">
      <dgm:prSet presAssocID="{4874B8C1-A00F-4026-AD56-A7EB6D3C1A9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9C113C-02AE-490E-AF25-D1776C6EA157}" type="pres">
      <dgm:prSet presAssocID="{4874B8C1-A00F-4026-AD56-A7EB6D3C1A90}" presName="negativeSpace" presStyleCnt="0"/>
      <dgm:spPr/>
    </dgm:pt>
    <dgm:pt modelId="{5C210DC9-DA04-490E-825B-2AAC441E661B}" type="pres">
      <dgm:prSet presAssocID="{4874B8C1-A00F-4026-AD56-A7EB6D3C1A90}" presName="childText" presStyleLbl="conFgAcc1" presStyleIdx="1" presStyleCnt="3">
        <dgm:presLayoutVars>
          <dgm:bulletEnabled val="1"/>
        </dgm:presLayoutVars>
      </dgm:prSet>
      <dgm:spPr/>
    </dgm:pt>
    <dgm:pt modelId="{BDAE472C-8648-457E-B4A2-A602D4684976}" type="pres">
      <dgm:prSet presAssocID="{DC49E0B8-8B14-4E8D-90D0-C878F8225DD6}" presName="spaceBetweenRectangles" presStyleCnt="0"/>
      <dgm:spPr/>
    </dgm:pt>
    <dgm:pt modelId="{E3903437-26C6-4BFB-A215-DC360DFF6CC5}" type="pres">
      <dgm:prSet presAssocID="{412BE5BD-5D2A-40B4-8108-88CC7AB4F3B6}" presName="parentLin" presStyleCnt="0"/>
      <dgm:spPr/>
    </dgm:pt>
    <dgm:pt modelId="{8CE3C1E6-A810-44FA-858C-E1943B604156}" type="pres">
      <dgm:prSet presAssocID="{412BE5BD-5D2A-40B4-8108-88CC7AB4F3B6}" presName="parentLeftMargin" presStyleLbl="node1" presStyleIdx="1" presStyleCnt="3"/>
      <dgm:spPr/>
    </dgm:pt>
    <dgm:pt modelId="{4C281FCC-455F-4C00-8199-8CD803328D0A}" type="pres">
      <dgm:prSet presAssocID="{412BE5BD-5D2A-40B4-8108-88CC7AB4F3B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6A234C3-ECCE-4FC1-9A97-3B9C71C29DCD}" type="pres">
      <dgm:prSet presAssocID="{412BE5BD-5D2A-40B4-8108-88CC7AB4F3B6}" presName="negativeSpace" presStyleCnt="0"/>
      <dgm:spPr/>
    </dgm:pt>
    <dgm:pt modelId="{ED8F24C8-E4D8-4C44-B0E6-005B04AE5144}" type="pres">
      <dgm:prSet presAssocID="{412BE5BD-5D2A-40B4-8108-88CC7AB4F3B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2CB4E04-3B71-4B53-A344-2EDD180C4295}" type="presOf" srcId="{412BE5BD-5D2A-40B4-8108-88CC7AB4F3B6}" destId="{8CE3C1E6-A810-44FA-858C-E1943B604156}" srcOrd="0" destOrd="0" presId="urn:microsoft.com/office/officeart/2005/8/layout/list1"/>
    <dgm:cxn modelId="{FFAD240F-58A2-4E12-84CD-2C36426E8E66}" srcId="{8CAAC344-4E60-48EC-8B78-5584340CAFF6}" destId="{17016600-9DF9-4404-B0CF-E336C4289D12}" srcOrd="0" destOrd="0" parTransId="{70424104-B435-4002-804E-EBC60003AF9C}" sibTransId="{4E5362D4-2E2C-4E73-8F4A-50CC1391189A}"/>
    <dgm:cxn modelId="{BB11122A-D843-40DC-9821-D00AF84718E2}" type="presOf" srcId="{412BE5BD-5D2A-40B4-8108-88CC7AB4F3B6}" destId="{4C281FCC-455F-4C00-8199-8CD803328D0A}" srcOrd="1" destOrd="0" presId="urn:microsoft.com/office/officeart/2005/8/layout/list1"/>
    <dgm:cxn modelId="{33D2052D-ECBC-410C-8BCB-1A6DACE0A805}" srcId="{61F231F0-F419-4EC0-A22E-C7F508CF6401}" destId="{7DEB44C6-D8FA-440D-9EED-EC28F9D1C379}" srcOrd="1" destOrd="0" parTransId="{2A2BA28A-CB21-4390-B637-725C91764E1E}" sibTransId="{8B9C1FB6-F8AB-4284-BDD8-00232B693106}"/>
    <dgm:cxn modelId="{DF3D462E-E804-4674-B513-ABA6C919D66B}" type="presOf" srcId="{4874B8C1-A00F-4026-AD56-A7EB6D3C1A90}" destId="{288B0AB4-C587-4605-8804-25DD2BE08534}" srcOrd="0" destOrd="0" presId="urn:microsoft.com/office/officeart/2005/8/layout/list1"/>
    <dgm:cxn modelId="{3EFB7C32-9FFC-4393-A247-B9C991652B89}" srcId="{17016600-9DF9-4404-B0CF-E336C4289D12}" destId="{90E8EB5E-2EB5-40C6-A389-D2D814680558}" srcOrd="0" destOrd="0" parTransId="{57E4D53A-FA1E-4CBC-9EBE-6F06771AA562}" sibTransId="{FBA47D2B-E4D6-4871-B86C-F31BCB064CE3}"/>
    <dgm:cxn modelId="{5A78165D-39DD-48B7-B25B-CC404BCEFBD2}" srcId="{412BE5BD-5D2A-40B4-8108-88CC7AB4F3B6}" destId="{91136227-49DD-40E9-8056-F21D2860223E}" srcOrd="0" destOrd="0" parTransId="{F6169933-17F6-4CEF-9F72-BC6430C92E65}" sibTransId="{96293448-0D97-472A-B840-A0449CFEC94D}"/>
    <dgm:cxn modelId="{DF633A65-9709-4CE4-A5D7-2351C54FF6E4}" srcId="{4874B8C1-A00F-4026-AD56-A7EB6D3C1A90}" destId="{36C1E213-1584-4D96-89FE-D5BC29FCC159}" srcOrd="1" destOrd="0" parTransId="{94814D8A-5D99-42BB-8E5D-1E963BBC2592}" sibTransId="{CE818C69-36FF-4D82-B9D9-C4148766A2A5}"/>
    <dgm:cxn modelId="{072F084A-E95B-44CA-A8AD-AA8AC484EB8B}" type="presOf" srcId="{E29E8A0E-72B8-4E0B-AAA4-5FC095C8880F}" destId="{5C210DC9-DA04-490E-825B-2AAC441E661B}" srcOrd="0" destOrd="3" presId="urn:microsoft.com/office/officeart/2005/8/layout/list1"/>
    <dgm:cxn modelId="{04FB976A-08B5-4309-99E5-2ED1F7C440B2}" type="presOf" srcId="{4874B8C1-A00F-4026-AD56-A7EB6D3C1A90}" destId="{75F89269-92FC-49B5-B4F6-6E76249DA168}" srcOrd="1" destOrd="0" presId="urn:microsoft.com/office/officeart/2005/8/layout/list1"/>
    <dgm:cxn modelId="{3194D96D-8C7A-488C-A8AE-E9F9AAC62E59}" type="presOf" srcId="{C532288D-D97F-439E-B671-1BC60FCF61A5}" destId="{5C210DC9-DA04-490E-825B-2AAC441E661B}" srcOrd="0" destOrd="7" presId="urn:microsoft.com/office/officeart/2005/8/layout/list1"/>
    <dgm:cxn modelId="{DE16B64E-EBF4-4A96-8511-CB6468A4ADF3}" srcId="{61F231F0-F419-4EC0-A22E-C7F508CF6401}" destId="{6909472D-BB3C-4A70-9978-C8D0FB730FFF}" srcOrd="0" destOrd="0" parTransId="{41641F3D-7C3A-47C1-8803-130DEE98424B}" sibTransId="{ECFB63C7-B96D-4847-91D7-C78268AD8B6C}"/>
    <dgm:cxn modelId="{1CB49750-0EF5-4B6D-AE6C-AB137CD702A3}" type="presOf" srcId="{7DEB44C6-D8FA-440D-9EED-EC28F9D1C379}" destId="{5C210DC9-DA04-490E-825B-2AAC441E661B}" srcOrd="0" destOrd="6" presId="urn:microsoft.com/office/officeart/2005/8/layout/list1"/>
    <dgm:cxn modelId="{A0750955-29B9-4368-8874-201B04CC9A09}" type="presOf" srcId="{17016600-9DF9-4404-B0CF-E336C4289D12}" destId="{19013A3F-444A-47A3-BC25-CF4FFFE98337}" srcOrd="0" destOrd="0" presId="urn:microsoft.com/office/officeart/2005/8/layout/list1"/>
    <dgm:cxn modelId="{7A455281-9634-48C3-8793-B988221C94B8}" srcId="{36C1E213-1584-4D96-89FE-D5BC29FCC159}" destId="{CC5FBB8D-A657-4CC2-928B-F520ACC34B29}" srcOrd="0" destOrd="0" parTransId="{74C9E3C4-5558-45F6-A076-7D32038EE711}" sibTransId="{D887FB1C-543E-477B-BAB4-69097AF187BA}"/>
    <dgm:cxn modelId="{A2BD9E8C-DAD6-42DA-B773-F857D3D5CD1E}" type="presOf" srcId="{6909472D-BB3C-4A70-9978-C8D0FB730FFF}" destId="{5C210DC9-DA04-490E-825B-2AAC441E661B}" srcOrd="0" destOrd="5" presId="urn:microsoft.com/office/officeart/2005/8/layout/list1"/>
    <dgm:cxn modelId="{4125388E-1129-4E82-93CE-BF2CDB25D77E}" type="presOf" srcId="{36C1E213-1584-4D96-89FE-D5BC29FCC159}" destId="{5C210DC9-DA04-490E-825B-2AAC441E661B}" srcOrd="0" destOrd="1" presId="urn:microsoft.com/office/officeart/2005/8/layout/list1"/>
    <dgm:cxn modelId="{49AAE199-22D9-456B-B458-1ACD24283893}" type="presOf" srcId="{90E8EB5E-2EB5-40C6-A389-D2D814680558}" destId="{6326F0DB-9443-43FF-B5AF-67C30DEC9FBC}" srcOrd="0" destOrd="0" presId="urn:microsoft.com/office/officeart/2005/8/layout/list1"/>
    <dgm:cxn modelId="{2968ACB8-00FC-447A-9092-F7E60E65DBFD}" srcId="{E29E8A0E-72B8-4E0B-AAA4-5FC095C8880F}" destId="{61F231F0-F419-4EC0-A22E-C7F508CF6401}" srcOrd="0" destOrd="0" parTransId="{76FCC489-0B99-4874-8EDF-11F3FF2B5838}" sibTransId="{4068974E-45BB-4C89-8E7A-601F03DB7C51}"/>
    <dgm:cxn modelId="{8E5014C9-8CEB-4D86-B760-ADCE5544827B}" type="presOf" srcId="{8CAAC344-4E60-48EC-8B78-5584340CAFF6}" destId="{923E8AE9-6B7F-40B8-B734-64EFD42687CE}" srcOrd="0" destOrd="0" presId="urn:microsoft.com/office/officeart/2005/8/layout/list1"/>
    <dgm:cxn modelId="{1ECA66C9-031E-4CCC-8919-FDF36950BD8F}" srcId="{8CAAC344-4E60-48EC-8B78-5584340CAFF6}" destId="{4874B8C1-A00F-4026-AD56-A7EB6D3C1A90}" srcOrd="1" destOrd="0" parTransId="{7E0B92BB-A7EB-4499-955C-6835A84054F8}" sibTransId="{DC49E0B8-8B14-4E8D-90D0-C878F8225DD6}"/>
    <dgm:cxn modelId="{8E8953D3-5158-4088-AB8D-2753FC24E852}" srcId="{E29E8A0E-72B8-4E0B-AAA4-5FC095C8880F}" destId="{C532288D-D97F-439E-B671-1BC60FCF61A5}" srcOrd="1" destOrd="0" parTransId="{6E36B630-195D-4D1A-AE26-0BC97340CB3B}" sibTransId="{83CC1B12-9353-4196-B5A6-8C5B1328E1FB}"/>
    <dgm:cxn modelId="{DC1AA9D6-575F-4471-82F7-810CFE14BEE0}" type="presOf" srcId="{70BCC325-0BE9-4531-AA35-72D240A158C8}" destId="{ED8F24C8-E4D8-4C44-B0E6-005B04AE5144}" srcOrd="0" destOrd="1" presId="urn:microsoft.com/office/officeart/2005/8/layout/list1"/>
    <dgm:cxn modelId="{7A00E3DB-47EC-42DD-8FB8-9FF5658F921F}" type="presOf" srcId="{91136227-49DD-40E9-8056-F21D2860223E}" destId="{ED8F24C8-E4D8-4C44-B0E6-005B04AE5144}" srcOrd="0" destOrd="0" presId="urn:microsoft.com/office/officeart/2005/8/layout/list1"/>
    <dgm:cxn modelId="{22804ADF-088D-42DF-94FF-51559B157371}" type="presOf" srcId="{5A8F2D82-37C7-4590-A2A3-7464C4A539CB}" destId="{5C210DC9-DA04-490E-825B-2AAC441E661B}" srcOrd="0" destOrd="0" presId="urn:microsoft.com/office/officeart/2005/8/layout/list1"/>
    <dgm:cxn modelId="{914E6DF7-B581-47E6-ACE4-420CDCB01262}" srcId="{412BE5BD-5D2A-40B4-8108-88CC7AB4F3B6}" destId="{70BCC325-0BE9-4531-AA35-72D240A158C8}" srcOrd="1" destOrd="0" parTransId="{4BD08D1C-61A1-4D2C-AB4A-4C4CA72B1F5D}" sibTransId="{A7AC9779-A4C8-4654-A503-07462BA05591}"/>
    <dgm:cxn modelId="{DD2DBCFA-722A-4AE2-88FE-83695BEA04AA}" srcId="{4874B8C1-A00F-4026-AD56-A7EB6D3C1A90}" destId="{5A8F2D82-37C7-4590-A2A3-7464C4A539CB}" srcOrd="0" destOrd="0" parTransId="{A1081CA9-8EDC-4D44-9BE9-79EECCEE9FC5}" sibTransId="{2E131224-A971-4153-85C9-038B78525F38}"/>
    <dgm:cxn modelId="{AB009FFB-9C0D-4BE9-9F5D-325ACFF53E12}" type="presOf" srcId="{CC5FBB8D-A657-4CC2-928B-F520ACC34B29}" destId="{5C210DC9-DA04-490E-825B-2AAC441E661B}" srcOrd="0" destOrd="2" presId="urn:microsoft.com/office/officeart/2005/8/layout/list1"/>
    <dgm:cxn modelId="{E4F8CFFB-C110-400A-9280-A5B7E0099689}" type="presOf" srcId="{61F231F0-F419-4EC0-A22E-C7F508CF6401}" destId="{5C210DC9-DA04-490E-825B-2AAC441E661B}" srcOrd="0" destOrd="4" presId="urn:microsoft.com/office/officeart/2005/8/layout/list1"/>
    <dgm:cxn modelId="{FC43E8FD-107A-42D2-996E-9EC7EE42A9B7}" type="presOf" srcId="{17016600-9DF9-4404-B0CF-E336C4289D12}" destId="{6DE660C6-2831-4F7B-8153-EF191025F69C}" srcOrd="1" destOrd="0" presId="urn:microsoft.com/office/officeart/2005/8/layout/list1"/>
    <dgm:cxn modelId="{B29811FE-2723-4263-BECC-D00CA4620AE5}" srcId="{36C1E213-1584-4D96-89FE-D5BC29FCC159}" destId="{E29E8A0E-72B8-4E0B-AAA4-5FC095C8880F}" srcOrd="1" destOrd="0" parTransId="{09E80DFB-6A0F-4A96-80B3-6471A482FED0}" sibTransId="{31EB6289-EE67-41DD-A1BF-602EBD56F32B}"/>
    <dgm:cxn modelId="{F0753CFF-E9EB-422F-8425-7F5DC584EEE2}" srcId="{8CAAC344-4E60-48EC-8B78-5584340CAFF6}" destId="{412BE5BD-5D2A-40B4-8108-88CC7AB4F3B6}" srcOrd="2" destOrd="0" parTransId="{DF716BB7-A2B3-4891-8D98-03E9995872C2}" sibTransId="{CF669D31-5FE0-47FF-ABB6-0A2545EEF965}"/>
    <dgm:cxn modelId="{CFC5BFA0-4E16-4271-B193-9E5D17F3CC04}" type="presParOf" srcId="{923E8AE9-6B7F-40B8-B734-64EFD42687CE}" destId="{AAAAB67D-BC88-4F36-854F-C2E245E0A6E2}" srcOrd="0" destOrd="0" presId="urn:microsoft.com/office/officeart/2005/8/layout/list1"/>
    <dgm:cxn modelId="{ABAA8686-B2BD-4489-BCAF-CEEF0A5F3F1B}" type="presParOf" srcId="{AAAAB67D-BC88-4F36-854F-C2E245E0A6E2}" destId="{19013A3F-444A-47A3-BC25-CF4FFFE98337}" srcOrd="0" destOrd="0" presId="urn:microsoft.com/office/officeart/2005/8/layout/list1"/>
    <dgm:cxn modelId="{EA55A26A-437B-4898-AEAB-5D2F3B5C25F3}" type="presParOf" srcId="{AAAAB67D-BC88-4F36-854F-C2E245E0A6E2}" destId="{6DE660C6-2831-4F7B-8153-EF191025F69C}" srcOrd="1" destOrd="0" presId="urn:microsoft.com/office/officeart/2005/8/layout/list1"/>
    <dgm:cxn modelId="{F34DC3DE-662A-4200-A7B0-BA2DD50D3579}" type="presParOf" srcId="{923E8AE9-6B7F-40B8-B734-64EFD42687CE}" destId="{CA9E8CDF-10C9-4147-BC57-7065F75BFEA3}" srcOrd="1" destOrd="0" presId="urn:microsoft.com/office/officeart/2005/8/layout/list1"/>
    <dgm:cxn modelId="{7E3DB643-71F2-4375-BECD-CFAF1777E2B8}" type="presParOf" srcId="{923E8AE9-6B7F-40B8-B734-64EFD42687CE}" destId="{6326F0DB-9443-43FF-B5AF-67C30DEC9FBC}" srcOrd="2" destOrd="0" presId="urn:microsoft.com/office/officeart/2005/8/layout/list1"/>
    <dgm:cxn modelId="{816BBAB3-0818-4708-939C-CFEB5D8F2437}" type="presParOf" srcId="{923E8AE9-6B7F-40B8-B734-64EFD42687CE}" destId="{B48A7E3A-83BF-45FC-BA66-9F65462BB81D}" srcOrd="3" destOrd="0" presId="urn:microsoft.com/office/officeart/2005/8/layout/list1"/>
    <dgm:cxn modelId="{55BDD5C3-EF7E-48DD-9A40-24E08B877DAC}" type="presParOf" srcId="{923E8AE9-6B7F-40B8-B734-64EFD42687CE}" destId="{D2755384-E32F-48F0-AE5E-0AA99DBAC834}" srcOrd="4" destOrd="0" presId="urn:microsoft.com/office/officeart/2005/8/layout/list1"/>
    <dgm:cxn modelId="{6FDE02CB-1EB4-408C-837F-5FF5F5C5416F}" type="presParOf" srcId="{D2755384-E32F-48F0-AE5E-0AA99DBAC834}" destId="{288B0AB4-C587-4605-8804-25DD2BE08534}" srcOrd="0" destOrd="0" presId="urn:microsoft.com/office/officeart/2005/8/layout/list1"/>
    <dgm:cxn modelId="{5976C78E-A981-4EDD-9950-F0930574A761}" type="presParOf" srcId="{D2755384-E32F-48F0-AE5E-0AA99DBAC834}" destId="{75F89269-92FC-49B5-B4F6-6E76249DA168}" srcOrd="1" destOrd="0" presId="urn:microsoft.com/office/officeart/2005/8/layout/list1"/>
    <dgm:cxn modelId="{9A3D3ACD-70BA-4756-BCBE-1C319081B90B}" type="presParOf" srcId="{923E8AE9-6B7F-40B8-B734-64EFD42687CE}" destId="{599C113C-02AE-490E-AF25-D1776C6EA157}" srcOrd="5" destOrd="0" presId="urn:microsoft.com/office/officeart/2005/8/layout/list1"/>
    <dgm:cxn modelId="{ECC977C4-9706-4A31-A5B5-8438EA1B34E6}" type="presParOf" srcId="{923E8AE9-6B7F-40B8-B734-64EFD42687CE}" destId="{5C210DC9-DA04-490E-825B-2AAC441E661B}" srcOrd="6" destOrd="0" presId="urn:microsoft.com/office/officeart/2005/8/layout/list1"/>
    <dgm:cxn modelId="{ED13293E-C9D3-4B30-B18F-1396B3CBB13C}" type="presParOf" srcId="{923E8AE9-6B7F-40B8-B734-64EFD42687CE}" destId="{BDAE472C-8648-457E-B4A2-A602D4684976}" srcOrd="7" destOrd="0" presId="urn:microsoft.com/office/officeart/2005/8/layout/list1"/>
    <dgm:cxn modelId="{208BB586-6CAB-42B3-A6E4-2795307E8A81}" type="presParOf" srcId="{923E8AE9-6B7F-40B8-B734-64EFD42687CE}" destId="{E3903437-26C6-4BFB-A215-DC360DFF6CC5}" srcOrd="8" destOrd="0" presId="urn:microsoft.com/office/officeart/2005/8/layout/list1"/>
    <dgm:cxn modelId="{0F9AAEAB-D1C8-442F-868C-98CEAEC551F8}" type="presParOf" srcId="{E3903437-26C6-4BFB-A215-DC360DFF6CC5}" destId="{8CE3C1E6-A810-44FA-858C-E1943B604156}" srcOrd="0" destOrd="0" presId="urn:microsoft.com/office/officeart/2005/8/layout/list1"/>
    <dgm:cxn modelId="{40080920-4B60-4EDB-B9C4-40ACAEDA5B21}" type="presParOf" srcId="{E3903437-26C6-4BFB-A215-DC360DFF6CC5}" destId="{4C281FCC-455F-4C00-8199-8CD803328D0A}" srcOrd="1" destOrd="0" presId="urn:microsoft.com/office/officeart/2005/8/layout/list1"/>
    <dgm:cxn modelId="{BE6F587B-2F31-443A-B0FE-30169900CEDE}" type="presParOf" srcId="{923E8AE9-6B7F-40B8-B734-64EFD42687CE}" destId="{46A234C3-ECCE-4FC1-9A97-3B9C71C29DCD}" srcOrd="9" destOrd="0" presId="urn:microsoft.com/office/officeart/2005/8/layout/list1"/>
    <dgm:cxn modelId="{7618523F-F05C-4D8E-840C-C62800E0302A}" type="presParOf" srcId="{923E8AE9-6B7F-40B8-B734-64EFD42687CE}" destId="{ED8F24C8-E4D8-4C44-B0E6-005B04AE514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988E5-B606-4882-800A-11628209EC91}">
      <dsp:nvSpPr>
        <dsp:cNvPr id="0" name=""/>
        <dsp:cNvSpPr/>
      </dsp:nvSpPr>
      <dsp:spPr>
        <a:xfrm>
          <a:off x="0" y="22768"/>
          <a:ext cx="6467946" cy="669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E get(int index)</a:t>
          </a:r>
          <a:endParaRPr lang="en-US" sz="26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32670" y="55438"/>
        <a:ext cx="6402606" cy="603900"/>
      </dsp:txXfrm>
    </dsp:sp>
    <dsp:sp modelId="{A3B37016-CBA0-4D32-B408-22D56EC38607}">
      <dsp:nvSpPr>
        <dsp:cNvPr id="0" name=""/>
        <dsp:cNvSpPr/>
      </dsp:nvSpPr>
      <dsp:spPr>
        <a:xfrm>
          <a:off x="0" y="766888"/>
          <a:ext cx="6467946" cy="669240"/>
        </a:xfrm>
        <a:prstGeom prst="roundRect">
          <a:avLst/>
        </a:prstGeom>
        <a:solidFill>
          <a:schemeClr val="accent5">
            <a:hueOff val="-965506"/>
            <a:satOff val="-2488"/>
            <a:lumOff val="-16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void add(E element)</a:t>
          </a:r>
          <a:endParaRPr lang="en-US" sz="26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32670" y="799558"/>
        <a:ext cx="6402606" cy="603900"/>
      </dsp:txXfrm>
    </dsp:sp>
    <dsp:sp modelId="{D4F7300D-D36C-4F10-8B91-25E439346D2C}">
      <dsp:nvSpPr>
        <dsp:cNvPr id="0" name=""/>
        <dsp:cNvSpPr/>
      </dsp:nvSpPr>
      <dsp:spPr>
        <a:xfrm>
          <a:off x="0" y="1511008"/>
          <a:ext cx="6467946" cy="669240"/>
        </a:xfrm>
        <a:prstGeom prst="roundRect">
          <a:avLst/>
        </a:prstGeom>
        <a:solidFill>
          <a:schemeClr val="accent5">
            <a:hueOff val="-1931012"/>
            <a:satOff val="-4977"/>
            <a:lumOff val="-33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void add(int index, E element)</a:t>
          </a:r>
          <a:endParaRPr lang="en-US" sz="26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32670" y="1543678"/>
        <a:ext cx="6402606" cy="603900"/>
      </dsp:txXfrm>
    </dsp:sp>
    <dsp:sp modelId="{072ACD09-265D-4EFE-8ECC-A2B6C902FA95}">
      <dsp:nvSpPr>
        <dsp:cNvPr id="0" name=""/>
        <dsp:cNvSpPr/>
      </dsp:nvSpPr>
      <dsp:spPr>
        <a:xfrm>
          <a:off x="0" y="2255128"/>
          <a:ext cx="6467946" cy="669240"/>
        </a:xfrm>
        <a:prstGeom prst="roundRect">
          <a:avLst/>
        </a:prstGeom>
        <a:solidFill>
          <a:schemeClr val="accent5">
            <a:hueOff val="-2896518"/>
            <a:satOff val="-7465"/>
            <a:lumOff val="-50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int indexOf(Object o)</a:t>
          </a:r>
          <a:endParaRPr lang="en-US" sz="26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32670" y="2287798"/>
        <a:ext cx="6402606" cy="603900"/>
      </dsp:txXfrm>
    </dsp:sp>
    <dsp:sp modelId="{37687E82-7893-44B8-9E09-F941E058C5EB}">
      <dsp:nvSpPr>
        <dsp:cNvPr id="0" name=""/>
        <dsp:cNvSpPr/>
      </dsp:nvSpPr>
      <dsp:spPr>
        <a:xfrm>
          <a:off x="0" y="2999248"/>
          <a:ext cx="6467946" cy="669240"/>
        </a:xfrm>
        <a:prstGeom prst="roundRect">
          <a:avLst/>
        </a:prstGeom>
        <a:solidFill>
          <a:schemeClr val="accent5">
            <a:hueOff val="-3862025"/>
            <a:satOff val="-9954"/>
            <a:lumOff val="-6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int size()</a:t>
          </a:r>
        </a:p>
      </dsp:txBody>
      <dsp:txXfrm>
        <a:off x="32670" y="3031918"/>
        <a:ext cx="6402606" cy="603900"/>
      </dsp:txXfrm>
    </dsp:sp>
    <dsp:sp modelId="{0F2F314F-E411-4C3E-8F1A-B1B65D386668}">
      <dsp:nvSpPr>
        <dsp:cNvPr id="0" name=""/>
        <dsp:cNvSpPr/>
      </dsp:nvSpPr>
      <dsp:spPr>
        <a:xfrm>
          <a:off x="0" y="3743369"/>
          <a:ext cx="6467946" cy="669240"/>
        </a:xfrm>
        <a:prstGeom prst="roundRect">
          <a:avLst/>
        </a:prstGeom>
        <a:solidFill>
          <a:schemeClr val="accent5">
            <a:hueOff val="-4827531"/>
            <a:satOff val="-12442"/>
            <a:lumOff val="-84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String toString()</a:t>
          </a:r>
        </a:p>
      </dsp:txBody>
      <dsp:txXfrm>
        <a:off x="32670" y="3776039"/>
        <a:ext cx="6402606" cy="603900"/>
      </dsp:txXfrm>
    </dsp:sp>
    <dsp:sp modelId="{E93F4F19-52F6-4524-A5D4-69E2919E6A25}">
      <dsp:nvSpPr>
        <dsp:cNvPr id="0" name=""/>
        <dsp:cNvSpPr/>
      </dsp:nvSpPr>
      <dsp:spPr>
        <a:xfrm>
          <a:off x="0" y="4487489"/>
          <a:ext cx="6467946" cy="669240"/>
        </a:xfrm>
        <a:prstGeom prst="roundRect">
          <a:avLst/>
        </a:prstGeom>
        <a:solidFill>
          <a:schemeClr val="accent5">
            <a:hueOff val="-5793037"/>
            <a:satOff val="-14931"/>
            <a:lumOff val="-100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Object clone()</a:t>
          </a:r>
        </a:p>
      </dsp:txBody>
      <dsp:txXfrm>
        <a:off x="32670" y="4520159"/>
        <a:ext cx="6402606" cy="603900"/>
      </dsp:txXfrm>
    </dsp:sp>
    <dsp:sp modelId="{7396B439-6278-4573-931B-28BAE37894B8}">
      <dsp:nvSpPr>
        <dsp:cNvPr id="0" name=""/>
        <dsp:cNvSpPr/>
      </dsp:nvSpPr>
      <dsp:spPr>
        <a:xfrm>
          <a:off x="0" y="5231609"/>
          <a:ext cx="6467946" cy="66924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boolean contains()</a:t>
          </a:r>
        </a:p>
      </dsp:txBody>
      <dsp:txXfrm>
        <a:off x="32670" y="5264279"/>
        <a:ext cx="6402606" cy="6039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F6F49-1073-4894-816A-17B73421FF07}">
      <dsp:nvSpPr>
        <dsp:cNvPr id="0" name=""/>
        <dsp:cNvSpPr/>
      </dsp:nvSpPr>
      <dsp:spPr>
        <a:xfrm>
          <a:off x="0" y="298953"/>
          <a:ext cx="6657975" cy="1216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boolean addAll(Collection&lt;? extends E&gt; c)</a:t>
          </a:r>
          <a:endParaRPr lang="en-US" sz="24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59399" y="358352"/>
        <a:ext cx="6539177" cy="1098002"/>
      </dsp:txXfrm>
    </dsp:sp>
    <dsp:sp modelId="{455C9785-4C0C-4D1F-9696-90AF62A4B3A1}">
      <dsp:nvSpPr>
        <dsp:cNvPr id="0" name=""/>
        <dsp:cNvSpPr/>
      </dsp:nvSpPr>
      <dsp:spPr>
        <a:xfrm>
          <a:off x="0" y="1738002"/>
          <a:ext cx="6657975" cy="121680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Contructeur: ArrayList(Collection&lt;? extends E&gt;)</a:t>
          </a:r>
          <a:endParaRPr lang="en-US" sz="23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59399" y="1797401"/>
        <a:ext cx="6539177" cy="1098002"/>
      </dsp:txXfrm>
    </dsp:sp>
    <dsp:sp modelId="{8DC7FB18-434A-4BB3-9DE3-CCD1407B5AD4}">
      <dsp:nvSpPr>
        <dsp:cNvPr id="0" name=""/>
        <dsp:cNvSpPr/>
      </dsp:nvSpPr>
      <dsp:spPr>
        <a:xfrm>
          <a:off x="0" y="3106953"/>
          <a:ext cx="6657975" cy="121680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void sort(Comparator</a:t>
          </a:r>
          <a:r>
            <a:rPr lang="en-GB" sz="23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&lt;? super E&gt; c</a:t>
          </a:r>
          <a:r>
            <a:rPr lang="fr-CA" sz="23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)</a:t>
          </a:r>
          <a:endParaRPr lang="en-US" sz="23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59399" y="3166352"/>
        <a:ext cx="6539177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26F0DB-9443-43FF-B5AF-67C30DEC9FBC}">
      <dsp:nvSpPr>
        <dsp:cNvPr id="0" name=""/>
        <dsp:cNvSpPr/>
      </dsp:nvSpPr>
      <dsp:spPr>
        <a:xfrm>
          <a:off x="0" y="353921"/>
          <a:ext cx="6315074" cy="6496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120" tIns="312420" rIns="4901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5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for (E element: liste) </a:t>
          </a:r>
          <a:r>
            <a:rPr lang="en-GB" sz="15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{ }</a:t>
          </a:r>
          <a:endParaRPr lang="en-CA" sz="15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0" y="353921"/>
        <a:ext cx="6315074" cy="649687"/>
      </dsp:txXfrm>
    </dsp:sp>
    <dsp:sp modelId="{6DE660C6-2831-4F7B-8153-EF191025F69C}">
      <dsp:nvSpPr>
        <dsp:cNvPr id="0" name=""/>
        <dsp:cNvSpPr/>
      </dsp:nvSpPr>
      <dsp:spPr>
        <a:xfrm>
          <a:off x="315753" y="132521"/>
          <a:ext cx="4420552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086" tIns="0" rIns="16708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Boucle for am</a:t>
          </a:r>
          <a:r>
            <a:rPr lang="fr-CA" sz="1500" kern="1200"/>
            <a:t>éliorée (utilise Itérateur)</a:t>
          </a:r>
          <a:endParaRPr lang="en-CA" sz="1500" kern="1200"/>
        </a:p>
      </dsp:txBody>
      <dsp:txXfrm>
        <a:off x="337369" y="154137"/>
        <a:ext cx="4377320" cy="399568"/>
      </dsp:txXfrm>
    </dsp:sp>
    <dsp:sp modelId="{5C210DC9-DA04-490E-825B-2AAC441E661B}">
      <dsp:nvSpPr>
        <dsp:cNvPr id="0" name=""/>
        <dsp:cNvSpPr/>
      </dsp:nvSpPr>
      <dsp:spPr>
        <a:xfrm>
          <a:off x="0" y="1306009"/>
          <a:ext cx="6315074" cy="2409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120" tIns="312420" rIns="4901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Insertion par </a:t>
          </a:r>
          <a:r>
            <a:rPr lang="en-GB" sz="1500" b="1" kern="1200" dirty="0"/>
            <a:t>Recherche Linéaire </a:t>
          </a:r>
          <a:r>
            <a:rPr lang="en-GB" sz="1500" kern="1200" dirty="0"/>
            <a:t>(Questions 5 - 7)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Alternative: </a:t>
          </a:r>
          <a:r>
            <a:rPr lang="en-GB" sz="1500" b="1" kern="1200" dirty="0"/>
            <a:t>Recherche Binaire</a:t>
          </a:r>
          <a:r>
            <a:rPr lang="en-GB" sz="1500" kern="1200" dirty="0"/>
            <a:t> (pas encore vu </a:t>
          </a:r>
          <a:r>
            <a:rPr lang="en-GB" sz="1500" kern="1200" dirty="0" err="1"/>
            <a:t>en</a:t>
          </a:r>
          <a:r>
            <a:rPr lang="en-GB" sz="1500" kern="1200" dirty="0"/>
            <a:t> </a:t>
          </a:r>
          <a:r>
            <a:rPr lang="en-GB" sz="1500" kern="1200" dirty="0" err="1"/>
            <a:t>cours</a:t>
          </a:r>
          <a:r>
            <a:rPr lang="en-GB" sz="1500" kern="1200" dirty="0"/>
            <a:t>)</a:t>
          </a:r>
          <a:endParaRPr lang="en-CA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500" kern="1200" dirty="0"/>
            <a:t>Implémentation manuelle ou:</a:t>
          </a:r>
          <a:endParaRPr lang="en-CA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Collections.binarySearch(</a:t>
          </a:r>
          <a:r>
            <a:rPr lang="en-GB" sz="15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liste</a:t>
          </a:r>
          <a:r>
            <a:rPr lang="en-GB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, n);</a:t>
          </a:r>
          <a:endParaRPr lang="en-CA" sz="15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  <a:p>
          <a:pPr marL="342900" lvl="3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Retour:</a:t>
          </a:r>
          <a:endParaRPr lang="en-CA" sz="1500" kern="1200" dirty="0"/>
        </a:p>
        <a:p>
          <a:pPr marL="457200" lvl="4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Si trouvé: Indice d'élément,</a:t>
          </a:r>
          <a:endParaRPr lang="en-CA" sz="1500" kern="1200" dirty="0"/>
        </a:p>
        <a:p>
          <a:pPr marL="457200" lvl="4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Sinon:  </a:t>
          </a:r>
          <a:r>
            <a:rPr lang="fr-FR" sz="15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- (point d’insertion) – 1</a:t>
          </a:r>
          <a:endParaRPr lang="en-CA" sz="15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  <a:p>
          <a:pPr marL="342900" lvl="3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if (position &lt; 0) position = - position - 1;</a:t>
          </a:r>
          <a:endParaRPr lang="en-CA" sz="15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0" y="1306009"/>
        <a:ext cx="6315074" cy="2409750"/>
      </dsp:txXfrm>
    </dsp:sp>
    <dsp:sp modelId="{75F89269-92FC-49B5-B4F6-6E76249DA168}">
      <dsp:nvSpPr>
        <dsp:cNvPr id="0" name=""/>
        <dsp:cNvSpPr/>
      </dsp:nvSpPr>
      <dsp:spPr>
        <a:xfrm>
          <a:off x="315753" y="1084609"/>
          <a:ext cx="4420552" cy="44280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086" tIns="0" rIns="16708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Insertion ordonnée</a:t>
          </a:r>
          <a:endParaRPr lang="en-CA" sz="1500" kern="1200"/>
        </a:p>
      </dsp:txBody>
      <dsp:txXfrm>
        <a:off x="337369" y="1106225"/>
        <a:ext cx="4377320" cy="399568"/>
      </dsp:txXfrm>
    </dsp:sp>
    <dsp:sp modelId="{ED8F24C8-E4D8-4C44-B0E6-005B04AE5144}">
      <dsp:nvSpPr>
        <dsp:cNvPr id="0" name=""/>
        <dsp:cNvSpPr/>
      </dsp:nvSpPr>
      <dsp:spPr>
        <a:xfrm>
          <a:off x="0" y="4018159"/>
          <a:ext cx="6315074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120" tIns="312420" rIns="4901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Pour les examens et les </a:t>
          </a:r>
          <a:r>
            <a:rPr lang="fr-FR" sz="1500" kern="1200" dirty="0" err="1"/>
            <a:t>TPs</a:t>
          </a:r>
          <a:r>
            <a:rPr lang="fr-FR" sz="1500" kern="1200" dirty="0"/>
            <a:t>, vous devez savoir implémenter la recherche binaire et les algorithmes de tri vous-même, sans utiliser </a:t>
          </a:r>
          <a:r>
            <a:rPr lang="fr-FR" sz="15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Collections.binarySearch() </a:t>
          </a:r>
          <a:r>
            <a:rPr lang="fr-FR" sz="1500" kern="1200" dirty="0"/>
            <a:t>ni </a:t>
          </a:r>
          <a:r>
            <a:rPr lang="fr-FR" sz="15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sort()</a:t>
          </a:r>
          <a:r>
            <a:rPr lang="fr-FR" sz="1500" kern="1200" dirty="0"/>
            <a:t>.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Petite erreur dans méthode saisir() de l'énoncé, Essayez de la trouvez!</a:t>
          </a:r>
          <a:endParaRPr lang="en-CA" sz="1500" kern="1200" dirty="0"/>
        </a:p>
      </dsp:txBody>
      <dsp:txXfrm>
        <a:off x="0" y="4018159"/>
        <a:ext cx="6315074" cy="1559250"/>
      </dsp:txXfrm>
    </dsp:sp>
    <dsp:sp modelId="{4C281FCC-455F-4C00-8199-8CD803328D0A}">
      <dsp:nvSpPr>
        <dsp:cNvPr id="0" name=""/>
        <dsp:cNvSpPr/>
      </dsp:nvSpPr>
      <dsp:spPr>
        <a:xfrm>
          <a:off x="315753" y="3796759"/>
          <a:ext cx="4420552" cy="44280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086" tIns="0" rIns="16708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Notes</a:t>
          </a:r>
          <a:endParaRPr lang="en-CA" sz="1500" kern="1200" dirty="0"/>
        </a:p>
      </dsp:txBody>
      <dsp:txXfrm>
        <a:off x="337369" y="3818375"/>
        <a:ext cx="4377320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5A533-9D7B-4A31-B572-40B92C409D15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60D83-0CAC-4FD5-9D48-91FFA8599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573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a01.uqam.ca/pluginfile.php/9039942/mod_label/intro/NotesCours_ArrayList_v1.2.pdf" TargetMode="External"/><Relationship Id="rId3" Type="http://schemas.openxmlformats.org/officeDocument/2006/relationships/diagramLayout" Target="../diagrams/layout2.xml"/><Relationship Id="rId7" Type="http://schemas.openxmlformats.org/officeDocument/2006/relationships/hyperlink" Target="https://docs.oracle.com/javase/8/docs/api/java/util/ArrayList.html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INF2120 Lab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26B267-088E-DBE0-AC6F-1E7599D3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M</a:t>
            </a:r>
            <a:r>
              <a:rPr lang="fr-CA" dirty="0"/>
              <a:t>éthodes Importantes d’ArrayList</a:t>
            </a:r>
            <a:endParaRPr lang="en-CA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E71236-B501-B8F6-30F0-E518166DDA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6647651"/>
              </p:ext>
            </p:extLst>
          </p:nvPr>
        </p:nvGraphicFramePr>
        <p:xfrm>
          <a:off x="5150645" y="559477"/>
          <a:ext cx="6467946" cy="5923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969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3CF56-4970-37FE-0C27-63C9BAF35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fr-CA" dirty="0"/>
              <a:t>Autres Méthodes d’</a:t>
            </a:r>
            <a:r>
              <a:rPr lang="fr-CA" dirty="0" err="1"/>
              <a:t>ArrayList</a:t>
            </a:r>
            <a:endParaRPr lang="en-CA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5BA440-74C6-9006-37A2-217609BB0B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017782"/>
              </p:ext>
            </p:extLst>
          </p:nvPr>
        </p:nvGraphicFramePr>
        <p:xfrm>
          <a:off x="5014912" y="559476"/>
          <a:ext cx="6657975" cy="4622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9FBA885-074E-4051-E40A-00BCB240C888}"/>
              </a:ext>
            </a:extLst>
          </p:cNvPr>
          <p:cNvSpPr txBox="1"/>
          <p:nvPr/>
        </p:nvSpPr>
        <p:spPr>
          <a:xfrm>
            <a:off x="4888991" y="5419927"/>
            <a:ext cx="6783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CA" b="1" dirty="0"/>
              <a:t>Références:</a:t>
            </a:r>
            <a:endParaRPr lang="fr-CA" b="1" dirty="0">
              <a:hlinkClick r:id="rId7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800" dirty="0" err="1">
                <a:hlinkClick r:id="rId7"/>
              </a:rPr>
              <a:t>JavaDoc</a:t>
            </a: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800" dirty="0">
                <a:hlinkClick r:id="rId8"/>
              </a:rPr>
              <a:t>Notes de cours</a:t>
            </a:r>
            <a:endParaRPr lang="en-US" sz="18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17352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8BB127-FE11-CD5B-81B5-4837128A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GB"/>
              <a:t>Extra</a:t>
            </a:r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DC0CB34-53A2-3DDE-D518-8B96BB8D1F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785805"/>
              </p:ext>
            </p:extLst>
          </p:nvPr>
        </p:nvGraphicFramePr>
        <p:xfrm>
          <a:off x="5200650" y="559476"/>
          <a:ext cx="6315075" cy="5709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32223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{9A904AC9-2937-4E51-BBE0-1A68C8F58A65}tf56219246_win32</Template>
  <TotalTime>627</TotalTime>
  <Words>214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Avenir Next LT Pro</vt:lpstr>
      <vt:lpstr>Avenir Next LT Pro Light</vt:lpstr>
      <vt:lpstr>Garamond</vt:lpstr>
      <vt:lpstr>Segoe UI Semibold</vt:lpstr>
      <vt:lpstr>SavonVTI</vt:lpstr>
      <vt:lpstr>INF2120 Lab 5</vt:lpstr>
      <vt:lpstr>Méthodes Importantes d’ArrayList</vt:lpstr>
      <vt:lpstr>Autres Méthodes d’ArrayList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</cp:lastModifiedBy>
  <cp:revision>8</cp:revision>
  <dcterms:created xsi:type="dcterms:W3CDTF">2025-05-15T06:10:43Z</dcterms:created>
  <dcterms:modified xsi:type="dcterms:W3CDTF">2025-05-29T16:15:41Z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