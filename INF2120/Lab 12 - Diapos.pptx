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93" r:id="rId5"/>
    <p:sldId id="296" r:id="rId6"/>
    <p:sldId id="29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01" autoAdjust="0"/>
    <p:restoredTop sz="94619" autoAdjust="0"/>
  </p:normalViewPr>
  <p:slideViewPr>
    <p:cSldViewPr snapToGrid="0">
      <p:cViewPr>
        <p:scale>
          <a:sx n="150" d="100"/>
          <a:sy n="150" d="100"/>
        </p:scale>
        <p:origin x="6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9" d="100"/>
          <a:sy n="159" d="100"/>
        </p:scale>
        <p:origin x="4891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2078BA-FC74-4377-85A2-4EB76607F81E}" type="doc">
      <dgm:prSet loTypeId="urn:microsoft.com/office/officeart/2005/8/layout/hierarchy1" loCatId="hierarchy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645574E-85EE-466C-A3B1-C7101373F0D6}">
      <dgm:prSet/>
      <dgm:spPr/>
      <dgm:t>
        <a:bodyPr/>
        <a:lstStyle/>
        <a:p>
          <a:r>
            <a:rPr lang="fr-CA" dirty="0"/>
            <a:t>Infixe:</a:t>
          </a:r>
          <a:endParaRPr lang="en-US" dirty="0"/>
        </a:p>
      </dgm:t>
    </dgm:pt>
    <dgm:pt modelId="{754D1F10-B6CA-49CB-864D-C70D3A781D44}" type="parTrans" cxnId="{655678E2-C5B8-48A7-A62B-FCC9895DFF0F}">
      <dgm:prSet/>
      <dgm:spPr/>
      <dgm:t>
        <a:bodyPr/>
        <a:lstStyle/>
        <a:p>
          <a:endParaRPr lang="en-US"/>
        </a:p>
      </dgm:t>
    </dgm:pt>
    <dgm:pt modelId="{F0F6E419-7D53-47E7-8890-85608747EE84}" type="sibTrans" cxnId="{655678E2-C5B8-48A7-A62B-FCC9895DFF0F}">
      <dgm:prSet/>
      <dgm:spPr/>
      <dgm:t>
        <a:bodyPr/>
        <a:lstStyle/>
        <a:p>
          <a:endParaRPr lang="en-US"/>
        </a:p>
      </dgm:t>
    </dgm:pt>
    <dgm:pt modelId="{41C4CEEF-CF67-4607-9493-30D9F93DBF26}">
      <dgm:prSet/>
      <dgm:spPr/>
      <dgm:t>
        <a:bodyPr/>
        <a:lstStyle/>
        <a:p>
          <a:r>
            <a:rPr lang="fr-CA" dirty="0"/>
            <a:t>Préfixe:</a:t>
          </a:r>
          <a:endParaRPr lang="en-US" dirty="0"/>
        </a:p>
      </dgm:t>
    </dgm:pt>
    <dgm:pt modelId="{0023C4E6-874D-4AE2-91DB-AB9B6124F49B}" type="parTrans" cxnId="{A1872CF0-0B2C-4966-981A-AB8D1E7AA357}">
      <dgm:prSet/>
      <dgm:spPr/>
      <dgm:t>
        <a:bodyPr/>
        <a:lstStyle/>
        <a:p>
          <a:endParaRPr lang="en-US"/>
        </a:p>
      </dgm:t>
    </dgm:pt>
    <dgm:pt modelId="{87C74288-1C88-4552-B766-231730F6077C}" type="sibTrans" cxnId="{A1872CF0-0B2C-4966-981A-AB8D1E7AA357}">
      <dgm:prSet/>
      <dgm:spPr/>
      <dgm:t>
        <a:bodyPr/>
        <a:lstStyle/>
        <a:p>
          <a:endParaRPr lang="en-US"/>
        </a:p>
      </dgm:t>
    </dgm:pt>
    <dgm:pt modelId="{E3E15A1A-4383-4653-B0FA-2A2CB16C018C}">
      <dgm:prSet/>
      <dgm:spPr/>
      <dgm:t>
        <a:bodyPr/>
        <a:lstStyle/>
        <a:p>
          <a:r>
            <a:rPr lang="fr-CA" dirty="0"/>
            <a:t>Postfixe:</a:t>
          </a:r>
          <a:endParaRPr lang="en-US" dirty="0"/>
        </a:p>
      </dgm:t>
    </dgm:pt>
    <dgm:pt modelId="{0AA3C265-A123-4704-A9CD-371EE83A8C30}" type="parTrans" cxnId="{1D7792F1-32B3-4A1E-A30B-EEEEE453FC4E}">
      <dgm:prSet/>
      <dgm:spPr/>
      <dgm:t>
        <a:bodyPr/>
        <a:lstStyle/>
        <a:p>
          <a:endParaRPr lang="en-US"/>
        </a:p>
      </dgm:t>
    </dgm:pt>
    <dgm:pt modelId="{5D8C389A-5FE8-46E1-8094-20EA1D2AC32B}" type="sibTrans" cxnId="{1D7792F1-32B3-4A1E-A30B-EEEEE453FC4E}">
      <dgm:prSet/>
      <dgm:spPr/>
      <dgm:t>
        <a:bodyPr/>
        <a:lstStyle/>
        <a:p>
          <a:endParaRPr lang="en-US"/>
        </a:p>
      </dgm:t>
    </dgm:pt>
    <dgm:pt modelId="{84B169FB-1061-4D19-9072-170652DBDAD5}">
      <dgm:prSet/>
      <dgm:spPr/>
      <dgm:t>
        <a:bodyPr/>
        <a:lstStyle/>
        <a:p>
          <a:r>
            <a:rPr lang="fr-CA" dirty="0"/>
            <a:t>Gauche - Racine - Droite</a:t>
          </a:r>
          <a:endParaRPr lang="en-US" dirty="0"/>
        </a:p>
      </dgm:t>
    </dgm:pt>
    <dgm:pt modelId="{ED7F4A83-C0AD-4F49-8399-CDA3A704B704}" type="parTrans" cxnId="{C08406BE-B6DB-4B00-B9F9-903AA7B390DE}">
      <dgm:prSet/>
      <dgm:spPr/>
      <dgm:t>
        <a:bodyPr/>
        <a:lstStyle/>
        <a:p>
          <a:endParaRPr lang="en-CA"/>
        </a:p>
      </dgm:t>
    </dgm:pt>
    <dgm:pt modelId="{DE04C182-5951-4F1F-AAC4-EB2B4D62B0DF}" type="sibTrans" cxnId="{C08406BE-B6DB-4B00-B9F9-903AA7B390DE}">
      <dgm:prSet/>
      <dgm:spPr/>
      <dgm:t>
        <a:bodyPr/>
        <a:lstStyle/>
        <a:p>
          <a:endParaRPr lang="en-CA"/>
        </a:p>
      </dgm:t>
    </dgm:pt>
    <dgm:pt modelId="{3F0C33BA-ADB6-48F0-9129-FA41AF8A94FA}">
      <dgm:prSet/>
      <dgm:spPr/>
      <dgm:t>
        <a:bodyPr/>
        <a:lstStyle/>
        <a:p>
          <a:r>
            <a:rPr lang="fr-CA" dirty="0"/>
            <a:t>Racine - Gauche - Droite</a:t>
          </a:r>
          <a:endParaRPr lang="en-US" dirty="0"/>
        </a:p>
      </dgm:t>
    </dgm:pt>
    <dgm:pt modelId="{D6E25026-656B-4376-B5CB-4800FC987EFE}" type="parTrans" cxnId="{3B8A055D-5B5F-46F0-AA74-B08A8FBEC736}">
      <dgm:prSet/>
      <dgm:spPr/>
      <dgm:t>
        <a:bodyPr/>
        <a:lstStyle/>
        <a:p>
          <a:endParaRPr lang="en-CA"/>
        </a:p>
      </dgm:t>
    </dgm:pt>
    <dgm:pt modelId="{2A9EA832-D340-484D-89F2-BB1A8336F3D8}" type="sibTrans" cxnId="{3B8A055D-5B5F-46F0-AA74-B08A8FBEC736}">
      <dgm:prSet/>
      <dgm:spPr/>
      <dgm:t>
        <a:bodyPr/>
        <a:lstStyle/>
        <a:p>
          <a:endParaRPr lang="en-CA"/>
        </a:p>
      </dgm:t>
    </dgm:pt>
    <dgm:pt modelId="{591CE2D7-2C92-41E6-A5EC-6CDBBB9E38AA}">
      <dgm:prSet/>
      <dgm:spPr/>
      <dgm:t>
        <a:bodyPr/>
        <a:lstStyle/>
        <a:p>
          <a:r>
            <a:rPr lang="fr-CA" dirty="0"/>
            <a:t>Gauche - Droite - Racine</a:t>
          </a:r>
          <a:endParaRPr lang="en-US" dirty="0"/>
        </a:p>
      </dgm:t>
    </dgm:pt>
    <dgm:pt modelId="{4528E475-8D9C-4748-9DBD-67EDE726AB10}" type="parTrans" cxnId="{F9D1D5F8-9523-4700-BCDD-CA8BE7BD355B}">
      <dgm:prSet/>
      <dgm:spPr/>
      <dgm:t>
        <a:bodyPr/>
        <a:lstStyle/>
        <a:p>
          <a:endParaRPr lang="en-CA"/>
        </a:p>
      </dgm:t>
    </dgm:pt>
    <dgm:pt modelId="{03C4C5F0-66C3-4C06-8529-A2B5FABFD59E}" type="sibTrans" cxnId="{F9D1D5F8-9523-4700-BCDD-CA8BE7BD355B}">
      <dgm:prSet/>
      <dgm:spPr/>
      <dgm:t>
        <a:bodyPr/>
        <a:lstStyle/>
        <a:p>
          <a:endParaRPr lang="en-CA"/>
        </a:p>
      </dgm:t>
    </dgm:pt>
    <dgm:pt modelId="{7752D8DB-B097-4E49-B2AB-F161A6F8E40E}" type="pres">
      <dgm:prSet presAssocID="{BF2078BA-FC74-4377-85A2-4EB76607F81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5FFCB02-3479-4270-9B8E-CAF556CB2BE1}" type="pres">
      <dgm:prSet presAssocID="{8645574E-85EE-466C-A3B1-C7101373F0D6}" presName="hierRoot1" presStyleCnt="0"/>
      <dgm:spPr/>
    </dgm:pt>
    <dgm:pt modelId="{46A53F51-8D50-43DB-ADA2-B5EA9D1DDD81}" type="pres">
      <dgm:prSet presAssocID="{8645574E-85EE-466C-A3B1-C7101373F0D6}" presName="composite" presStyleCnt="0"/>
      <dgm:spPr/>
    </dgm:pt>
    <dgm:pt modelId="{649B3C70-989B-4043-B53D-78F39EB7D821}" type="pres">
      <dgm:prSet presAssocID="{8645574E-85EE-466C-A3B1-C7101373F0D6}" presName="background" presStyleLbl="node0" presStyleIdx="0" presStyleCnt="3"/>
      <dgm:spPr/>
    </dgm:pt>
    <dgm:pt modelId="{FCE7F255-C9D2-4DFC-B7F0-FDEDA1C58433}" type="pres">
      <dgm:prSet presAssocID="{8645574E-85EE-466C-A3B1-C7101373F0D6}" presName="text" presStyleLbl="fgAcc0" presStyleIdx="0" presStyleCnt="3">
        <dgm:presLayoutVars>
          <dgm:chPref val="3"/>
        </dgm:presLayoutVars>
      </dgm:prSet>
      <dgm:spPr/>
    </dgm:pt>
    <dgm:pt modelId="{01606C58-F140-4584-BFC1-E548F85799FC}" type="pres">
      <dgm:prSet presAssocID="{8645574E-85EE-466C-A3B1-C7101373F0D6}" presName="hierChild2" presStyleCnt="0"/>
      <dgm:spPr/>
    </dgm:pt>
    <dgm:pt modelId="{F1724E58-408E-4016-B1C5-E5F23136B0E3}" type="pres">
      <dgm:prSet presAssocID="{ED7F4A83-C0AD-4F49-8399-CDA3A704B704}" presName="Name10" presStyleLbl="parChTrans1D2" presStyleIdx="0" presStyleCnt="3"/>
      <dgm:spPr/>
    </dgm:pt>
    <dgm:pt modelId="{1D13B337-9EC7-474F-BBB1-A04AA67F43C4}" type="pres">
      <dgm:prSet presAssocID="{84B169FB-1061-4D19-9072-170652DBDAD5}" presName="hierRoot2" presStyleCnt="0"/>
      <dgm:spPr/>
    </dgm:pt>
    <dgm:pt modelId="{833007FD-47D7-45BE-8A33-E6908A05262F}" type="pres">
      <dgm:prSet presAssocID="{84B169FB-1061-4D19-9072-170652DBDAD5}" presName="composite2" presStyleCnt="0"/>
      <dgm:spPr/>
    </dgm:pt>
    <dgm:pt modelId="{40807FFC-D7D2-4883-A393-7E045125D8F5}" type="pres">
      <dgm:prSet presAssocID="{84B169FB-1061-4D19-9072-170652DBDAD5}" presName="background2" presStyleLbl="node2" presStyleIdx="0" presStyleCnt="3"/>
      <dgm:spPr/>
    </dgm:pt>
    <dgm:pt modelId="{ED7F7A53-08C2-4605-A68D-F7E2D20145D7}" type="pres">
      <dgm:prSet presAssocID="{84B169FB-1061-4D19-9072-170652DBDAD5}" presName="text2" presStyleLbl="fgAcc2" presStyleIdx="0" presStyleCnt="3">
        <dgm:presLayoutVars>
          <dgm:chPref val="3"/>
        </dgm:presLayoutVars>
      </dgm:prSet>
      <dgm:spPr/>
    </dgm:pt>
    <dgm:pt modelId="{37297985-6617-4633-896A-E834F6CC7152}" type="pres">
      <dgm:prSet presAssocID="{84B169FB-1061-4D19-9072-170652DBDAD5}" presName="hierChild3" presStyleCnt="0"/>
      <dgm:spPr/>
    </dgm:pt>
    <dgm:pt modelId="{743BBD20-4BD2-4DB0-8E3E-B2D0BF5877A9}" type="pres">
      <dgm:prSet presAssocID="{41C4CEEF-CF67-4607-9493-30D9F93DBF26}" presName="hierRoot1" presStyleCnt="0"/>
      <dgm:spPr/>
    </dgm:pt>
    <dgm:pt modelId="{0DC62E63-2B1B-4381-8938-8B5ADAADAFC4}" type="pres">
      <dgm:prSet presAssocID="{41C4CEEF-CF67-4607-9493-30D9F93DBF26}" presName="composite" presStyleCnt="0"/>
      <dgm:spPr/>
    </dgm:pt>
    <dgm:pt modelId="{302B1250-4695-4097-8FCA-9AD1E82557A9}" type="pres">
      <dgm:prSet presAssocID="{41C4CEEF-CF67-4607-9493-30D9F93DBF26}" presName="background" presStyleLbl="node0" presStyleIdx="1" presStyleCnt="3"/>
      <dgm:spPr/>
    </dgm:pt>
    <dgm:pt modelId="{703F9BBF-A0B0-4D95-8D22-6888990B5719}" type="pres">
      <dgm:prSet presAssocID="{41C4CEEF-CF67-4607-9493-30D9F93DBF26}" presName="text" presStyleLbl="fgAcc0" presStyleIdx="1" presStyleCnt="3">
        <dgm:presLayoutVars>
          <dgm:chPref val="3"/>
        </dgm:presLayoutVars>
      </dgm:prSet>
      <dgm:spPr/>
    </dgm:pt>
    <dgm:pt modelId="{AD5188EB-1591-46D9-AD85-ECA5C334DB84}" type="pres">
      <dgm:prSet presAssocID="{41C4CEEF-CF67-4607-9493-30D9F93DBF26}" presName="hierChild2" presStyleCnt="0"/>
      <dgm:spPr/>
    </dgm:pt>
    <dgm:pt modelId="{82874B1B-3BC0-4B99-8C5F-A9F1A9DEA909}" type="pres">
      <dgm:prSet presAssocID="{D6E25026-656B-4376-B5CB-4800FC987EFE}" presName="Name10" presStyleLbl="parChTrans1D2" presStyleIdx="1" presStyleCnt="3"/>
      <dgm:spPr/>
    </dgm:pt>
    <dgm:pt modelId="{97FAFC17-D129-42A0-8CB8-B1B0E736DEC7}" type="pres">
      <dgm:prSet presAssocID="{3F0C33BA-ADB6-48F0-9129-FA41AF8A94FA}" presName="hierRoot2" presStyleCnt="0"/>
      <dgm:spPr/>
    </dgm:pt>
    <dgm:pt modelId="{404E3ACF-39EC-43E7-9475-4FD269630325}" type="pres">
      <dgm:prSet presAssocID="{3F0C33BA-ADB6-48F0-9129-FA41AF8A94FA}" presName="composite2" presStyleCnt="0"/>
      <dgm:spPr/>
    </dgm:pt>
    <dgm:pt modelId="{BD3F66A2-77F7-44B6-8CD3-6237A6C5EB80}" type="pres">
      <dgm:prSet presAssocID="{3F0C33BA-ADB6-48F0-9129-FA41AF8A94FA}" presName="background2" presStyleLbl="node2" presStyleIdx="1" presStyleCnt="3"/>
      <dgm:spPr/>
    </dgm:pt>
    <dgm:pt modelId="{51CE6EB1-4072-4B2B-998D-878FFE12B2C9}" type="pres">
      <dgm:prSet presAssocID="{3F0C33BA-ADB6-48F0-9129-FA41AF8A94FA}" presName="text2" presStyleLbl="fgAcc2" presStyleIdx="1" presStyleCnt="3">
        <dgm:presLayoutVars>
          <dgm:chPref val="3"/>
        </dgm:presLayoutVars>
      </dgm:prSet>
      <dgm:spPr/>
    </dgm:pt>
    <dgm:pt modelId="{F0CE43CF-F177-4872-A84D-2BF763A30614}" type="pres">
      <dgm:prSet presAssocID="{3F0C33BA-ADB6-48F0-9129-FA41AF8A94FA}" presName="hierChild3" presStyleCnt="0"/>
      <dgm:spPr/>
    </dgm:pt>
    <dgm:pt modelId="{6D382972-D33B-4382-B084-B87F262CE81A}" type="pres">
      <dgm:prSet presAssocID="{E3E15A1A-4383-4653-B0FA-2A2CB16C018C}" presName="hierRoot1" presStyleCnt="0"/>
      <dgm:spPr/>
    </dgm:pt>
    <dgm:pt modelId="{F5700F32-C7C9-4958-8E5D-F2ADEAB20CA4}" type="pres">
      <dgm:prSet presAssocID="{E3E15A1A-4383-4653-B0FA-2A2CB16C018C}" presName="composite" presStyleCnt="0"/>
      <dgm:spPr/>
    </dgm:pt>
    <dgm:pt modelId="{BF82224E-6F89-4665-ABCD-4935A0D8B3FC}" type="pres">
      <dgm:prSet presAssocID="{E3E15A1A-4383-4653-B0FA-2A2CB16C018C}" presName="background" presStyleLbl="node0" presStyleIdx="2" presStyleCnt="3"/>
      <dgm:spPr/>
    </dgm:pt>
    <dgm:pt modelId="{52A8BFAE-B9FB-4B39-B2FE-4C1BDCAE55A0}" type="pres">
      <dgm:prSet presAssocID="{E3E15A1A-4383-4653-B0FA-2A2CB16C018C}" presName="text" presStyleLbl="fgAcc0" presStyleIdx="2" presStyleCnt="3">
        <dgm:presLayoutVars>
          <dgm:chPref val="3"/>
        </dgm:presLayoutVars>
      </dgm:prSet>
      <dgm:spPr/>
    </dgm:pt>
    <dgm:pt modelId="{0BFF6522-FFF5-4110-80BE-C3AC397EC4AC}" type="pres">
      <dgm:prSet presAssocID="{E3E15A1A-4383-4653-B0FA-2A2CB16C018C}" presName="hierChild2" presStyleCnt="0"/>
      <dgm:spPr/>
    </dgm:pt>
    <dgm:pt modelId="{C35D54B2-312B-4C95-B29C-44BD79725079}" type="pres">
      <dgm:prSet presAssocID="{4528E475-8D9C-4748-9DBD-67EDE726AB10}" presName="Name10" presStyleLbl="parChTrans1D2" presStyleIdx="2" presStyleCnt="3"/>
      <dgm:spPr/>
    </dgm:pt>
    <dgm:pt modelId="{E4ABAC03-A33C-4485-87A9-7B899D10F7F7}" type="pres">
      <dgm:prSet presAssocID="{591CE2D7-2C92-41E6-A5EC-6CDBBB9E38AA}" presName="hierRoot2" presStyleCnt="0"/>
      <dgm:spPr/>
    </dgm:pt>
    <dgm:pt modelId="{D4D0D2E5-2E17-44CB-9838-9430F237D7F3}" type="pres">
      <dgm:prSet presAssocID="{591CE2D7-2C92-41E6-A5EC-6CDBBB9E38AA}" presName="composite2" presStyleCnt="0"/>
      <dgm:spPr/>
    </dgm:pt>
    <dgm:pt modelId="{100E26DE-BCA2-45E9-84BF-57F31C39A1CF}" type="pres">
      <dgm:prSet presAssocID="{591CE2D7-2C92-41E6-A5EC-6CDBBB9E38AA}" presName="background2" presStyleLbl="node2" presStyleIdx="2" presStyleCnt="3"/>
      <dgm:spPr/>
    </dgm:pt>
    <dgm:pt modelId="{26DEA0D0-B88F-45BF-ACE3-B4CAF7B10086}" type="pres">
      <dgm:prSet presAssocID="{591CE2D7-2C92-41E6-A5EC-6CDBBB9E38AA}" presName="text2" presStyleLbl="fgAcc2" presStyleIdx="2" presStyleCnt="3">
        <dgm:presLayoutVars>
          <dgm:chPref val="3"/>
        </dgm:presLayoutVars>
      </dgm:prSet>
      <dgm:spPr/>
    </dgm:pt>
    <dgm:pt modelId="{EFDC6B9D-DF13-4F3D-9DB9-4B9493117094}" type="pres">
      <dgm:prSet presAssocID="{591CE2D7-2C92-41E6-A5EC-6CDBBB9E38AA}" presName="hierChild3" presStyleCnt="0"/>
      <dgm:spPr/>
    </dgm:pt>
  </dgm:ptLst>
  <dgm:cxnLst>
    <dgm:cxn modelId="{ABB30002-C385-4857-A888-22F3D8728EEB}" type="presOf" srcId="{E3E15A1A-4383-4653-B0FA-2A2CB16C018C}" destId="{52A8BFAE-B9FB-4B39-B2FE-4C1BDCAE55A0}" srcOrd="0" destOrd="0" presId="urn:microsoft.com/office/officeart/2005/8/layout/hierarchy1"/>
    <dgm:cxn modelId="{01A49B0A-6EA9-46B5-90C2-08D5155FC866}" type="presOf" srcId="{BF2078BA-FC74-4377-85A2-4EB76607F81E}" destId="{7752D8DB-B097-4E49-B2AB-F161A6F8E40E}" srcOrd="0" destOrd="0" presId="urn:microsoft.com/office/officeart/2005/8/layout/hierarchy1"/>
    <dgm:cxn modelId="{4C14AE3B-DC0B-413C-AA69-475C507E5DA6}" type="presOf" srcId="{84B169FB-1061-4D19-9072-170652DBDAD5}" destId="{ED7F7A53-08C2-4605-A68D-F7E2D20145D7}" srcOrd="0" destOrd="0" presId="urn:microsoft.com/office/officeart/2005/8/layout/hierarchy1"/>
    <dgm:cxn modelId="{3B8A055D-5B5F-46F0-AA74-B08A8FBEC736}" srcId="{41C4CEEF-CF67-4607-9493-30D9F93DBF26}" destId="{3F0C33BA-ADB6-48F0-9129-FA41AF8A94FA}" srcOrd="0" destOrd="0" parTransId="{D6E25026-656B-4376-B5CB-4800FC987EFE}" sibTransId="{2A9EA832-D340-484D-89F2-BB1A8336F3D8}"/>
    <dgm:cxn modelId="{CA2F9054-44A0-4CA3-9087-233C166CD6DE}" type="presOf" srcId="{41C4CEEF-CF67-4607-9493-30D9F93DBF26}" destId="{703F9BBF-A0B0-4D95-8D22-6888990B5719}" srcOrd="0" destOrd="0" presId="urn:microsoft.com/office/officeart/2005/8/layout/hierarchy1"/>
    <dgm:cxn modelId="{07EC308D-77AF-4FF9-981D-B68078F751D1}" type="presOf" srcId="{4528E475-8D9C-4748-9DBD-67EDE726AB10}" destId="{C35D54B2-312B-4C95-B29C-44BD79725079}" srcOrd="0" destOrd="0" presId="urn:microsoft.com/office/officeart/2005/8/layout/hierarchy1"/>
    <dgm:cxn modelId="{4BC13990-4F4A-4281-88DD-EB2348017F04}" type="presOf" srcId="{591CE2D7-2C92-41E6-A5EC-6CDBBB9E38AA}" destId="{26DEA0D0-B88F-45BF-ACE3-B4CAF7B10086}" srcOrd="0" destOrd="0" presId="urn:microsoft.com/office/officeart/2005/8/layout/hierarchy1"/>
    <dgm:cxn modelId="{A58EEA90-F180-4213-9EF4-96509A6607A3}" type="presOf" srcId="{3F0C33BA-ADB6-48F0-9129-FA41AF8A94FA}" destId="{51CE6EB1-4072-4B2B-998D-878FFE12B2C9}" srcOrd="0" destOrd="0" presId="urn:microsoft.com/office/officeart/2005/8/layout/hierarchy1"/>
    <dgm:cxn modelId="{8A7FE4A5-C2B8-4297-A1A4-CFBA85678532}" type="presOf" srcId="{8645574E-85EE-466C-A3B1-C7101373F0D6}" destId="{FCE7F255-C9D2-4DFC-B7F0-FDEDA1C58433}" srcOrd="0" destOrd="0" presId="urn:microsoft.com/office/officeart/2005/8/layout/hierarchy1"/>
    <dgm:cxn modelId="{C08406BE-B6DB-4B00-B9F9-903AA7B390DE}" srcId="{8645574E-85EE-466C-A3B1-C7101373F0D6}" destId="{84B169FB-1061-4D19-9072-170652DBDAD5}" srcOrd="0" destOrd="0" parTransId="{ED7F4A83-C0AD-4F49-8399-CDA3A704B704}" sibTransId="{DE04C182-5951-4F1F-AAC4-EB2B4D62B0DF}"/>
    <dgm:cxn modelId="{D9895FBE-CCBD-473C-B214-23CBE0A66F13}" type="presOf" srcId="{ED7F4A83-C0AD-4F49-8399-CDA3A704B704}" destId="{F1724E58-408E-4016-B1C5-E5F23136B0E3}" srcOrd="0" destOrd="0" presId="urn:microsoft.com/office/officeart/2005/8/layout/hierarchy1"/>
    <dgm:cxn modelId="{E2B9DFCF-8CD4-4774-AFA7-4FDBB9A1C860}" type="presOf" srcId="{D6E25026-656B-4376-B5CB-4800FC987EFE}" destId="{82874B1B-3BC0-4B99-8C5F-A9F1A9DEA909}" srcOrd="0" destOrd="0" presId="urn:microsoft.com/office/officeart/2005/8/layout/hierarchy1"/>
    <dgm:cxn modelId="{655678E2-C5B8-48A7-A62B-FCC9895DFF0F}" srcId="{BF2078BA-FC74-4377-85A2-4EB76607F81E}" destId="{8645574E-85EE-466C-A3B1-C7101373F0D6}" srcOrd="0" destOrd="0" parTransId="{754D1F10-B6CA-49CB-864D-C70D3A781D44}" sibTransId="{F0F6E419-7D53-47E7-8890-85608747EE84}"/>
    <dgm:cxn modelId="{A1872CF0-0B2C-4966-981A-AB8D1E7AA357}" srcId="{BF2078BA-FC74-4377-85A2-4EB76607F81E}" destId="{41C4CEEF-CF67-4607-9493-30D9F93DBF26}" srcOrd="1" destOrd="0" parTransId="{0023C4E6-874D-4AE2-91DB-AB9B6124F49B}" sibTransId="{87C74288-1C88-4552-B766-231730F6077C}"/>
    <dgm:cxn modelId="{1D7792F1-32B3-4A1E-A30B-EEEEE453FC4E}" srcId="{BF2078BA-FC74-4377-85A2-4EB76607F81E}" destId="{E3E15A1A-4383-4653-B0FA-2A2CB16C018C}" srcOrd="2" destOrd="0" parTransId="{0AA3C265-A123-4704-A9CD-371EE83A8C30}" sibTransId="{5D8C389A-5FE8-46E1-8094-20EA1D2AC32B}"/>
    <dgm:cxn modelId="{F9D1D5F8-9523-4700-BCDD-CA8BE7BD355B}" srcId="{E3E15A1A-4383-4653-B0FA-2A2CB16C018C}" destId="{591CE2D7-2C92-41E6-A5EC-6CDBBB9E38AA}" srcOrd="0" destOrd="0" parTransId="{4528E475-8D9C-4748-9DBD-67EDE726AB10}" sibTransId="{03C4C5F0-66C3-4C06-8529-A2B5FABFD59E}"/>
    <dgm:cxn modelId="{3BA8B3BD-BD10-4AA1-B5CC-573B6FDFC6E5}" type="presParOf" srcId="{7752D8DB-B097-4E49-B2AB-F161A6F8E40E}" destId="{25FFCB02-3479-4270-9B8E-CAF556CB2BE1}" srcOrd="0" destOrd="0" presId="urn:microsoft.com/office/officeart/2005/8/layout/hierarchy1"/>
    <dgm:cxn modelId="{0765FFFA-438E-4C69-A256-BA456E860B99}" type="presParOf" srcId="{25FFCB02-3479-4270-9B8E-CAF556CB2BE1}" destId="{46A53F51-8D50-43DB-ADA2-B5EA9D1DDD81}" srcOrd="0" destOrd="0" presId="urn:microsoft.com/office/officeart/2005/8/layout/hierarchy1"/>
    <dgm:cxn modelId="{124D183F-B996-4351-88A1-C53C12B9D140}" type="presParOf" srcId="{46A53F51-8D50-43DB-ADA2-B5EA9D1DDD81}" destId="{649B3C70-989B-4043-B53D-78F39EB7D821}" srcOrd="0" destOrd="0" presId="urn:microsoft.com/office/officeart/2005/8/layout/hierarchy1"/>
    <dgm:cxn modelId="{6FE7D556-E6EB-4551-9275-BC350E5E86C8}" type="presParOf" srcId="{46A53F51-8D50-43DB-ADA2-B5EA9D1DDD81}" destId="{FCE7F255-C9D2-4DFC-B7F0-FDEDA1C58433}" srcOrd="1" destOrd="0" presId="urn:microsoft.com/office/officeart/2005/8/layout/hierarchy1"/>
    <dgm:cxn modelId="{DA374023-6CDF-4B19-880C-D96A90DEF586}" type="presParOf" srcId="{25FFCB02-3479-4270-9B8E-CAF556CB2BE1}" destId="{01606C58-F140-4584-BFC1-E548F85799FC}" srcOrd="1" destOrd="0" presId="urn:microsoft.com/office/officeart/2005/8/layout/hierarchy1"/>
    <dgm:cxn modelId="{BF5CA8D8-1FE3-4A2C-9AFB-756577838421}" type="presParOf" srcId="{01606C58-F140-4584-BFC1-E548F85799FC}" destId="{F1724E58-408E-4016-B1C5-E5F23136B0E3}" srcOrd="0" destOrd="0" presId="urn:microsoft.com/office/officeart/2005/8/layout/hierarchy1"/>
    <dgm:cxn modelId="{5C81FF7B-005C-4608-80FD-24DB73A7075A}" type="presParOf" srcId="{01606C58-F140-4584-BFC1-E548F85799FC}" destId="{1D13B337-9EC7-474F-BBB1-A04AA67F43C4}" srcOrd="1" destOrd="0" presId="urn:microsoft.com/office/officeart/2005/8/layout/hierarchy1"/>
    <dgm:cxn modelId="{8013370A-486F-4CE5-8464-3837976A1145}" type="presParOf" srcId="{1D13B337-9EC7-474F-BBB1-A04AA67F43C4}" destId="{833007FD-47D7-45BE-8A33-E6908A05262F}" srcOrd="0" destOrd="0" presId="urn:microsoft.com/office/officeart/2005/8/layout/hierarchy1"/>
    <dgm:cxn modelId="{450B7B49-12E6-4E3E-9E65-932DE2A1C9DB}" type="presParOf" srcId="{833007FD-47D7-45BE-8A33-E6908A05262F}" destId="{40807FFC-D7D2-4883-A393-7E045125D8F5}" srcOrd="0" destOrd="0" presId="urn:microsoft.com/office/officeart/2005/8/layout/hierarchy1"/>
    <dgm:cxn modelId="{4BF4A420-C767-4BCA-9D56-EFCF97548CC5}" type="presParOf" srcId="{833007FD-47D7-45BE-8A33-E6908A05262F}" destId="{ED7F7A53-08C2-4605-A68D-F7E2D20145D7}" srcOrd="1" destOrd="0" presId="urn:microsoft.com/office/officeart/2005/8/layout/hierarchy1"/>
    <dgm:cxn modelId="{97323452-27AA-43C3-A471-5300B719B1DE}" type="presParOf" srcId="{1D13B337-9EC7-474F-BBB1-A04AA67F43C4}" destId="{37297985-6617-4633-896A-E834F6CC7152}" srcOrd="1" destOrd="0" presId="urn:microsoft.com/office/officeart/2005/8/layout/hierarchy1"/>
    <dgm:cxn modelId="{8A96A8E7-682F-48B6-A4B5-527272FBBFB5}" type="presParOf" srcId="{7752D8DB-B097-4E49-B2AB-F161A6F8E40E}" destId="{743BBD20-4BD2-4DB0-8E3E-B2D0BF5877A9}" srcOrd="1" destOrd="0" presId="urn:microsoft.com/office/officeart/2005/8/layout/hierarchy1"/>
    <dgm:cxn modelId="{8FC8E938-F373-468B-AAD2-1DB865AC7644}" type="presParOf" srcId="{743BBD20-4BD2-4DB0-8E3E-B2D0BF5877A9}" destId="{0DC62E63-2B1B-4381-8938-8B5ADAADAFC4}" srcOrd="0" destOrd="0" presId="urn:microsoft.com/office/officeart/2005/8/layout/hierarchy1"/>
    <dgm:cxn modelId="{F739F7FC-C790-4602-812B-535E9480ED61}" type="presParOf" srcId="{0DC62E63-2B1B-4381-8938-8B5ADAADAFC4}" destId="{302B1250-4695-4097-8FCA-9AD1E82557A9}" srcOrd="0" destOrd="0" presId="urn:microsoft.com/office/officeart/2005/8/layout/hierarchy1"/>
    <dgm:cxn modelId="{82487853-4370-466A-BA40-3FB76DDA73F6}" type="presParOf" srcId="{0DC62E63-2B1B-4381-8938-8B5ADAADAFC4}" destId="{703F9BBF-A0B0-4D95-8D22-6888990B5719}" srcOrd="1" destOrd="0" presId="urn:microsoft.com/office/officeart/2005/8/layout/hierarchy1"/>
    <dgm:cxn modelId="{EE8BFA79-ECF9-4E50-830B-140111787308}" type="presParOf" srcId="{743BBD20-4BD2-4DB0-8E3E-B2D0BF5877A9}" destId="{AD5188EB-1591-46D9-AD85-ECA5C334DB84}" srcOrd="1" destOrd="0" presId="urn:microsoft.com/office/officeart/2005/8/layout/hierarchy1"/>
    <dgm:cxn modelId="{1098FDC8-634B-4FFA-A51C-F9EDBFF008CD}" type="presParOf" srcId="{AD5188EB-1591-46D9-AD85-ECA5C334DB84}" destId="{82874B1B-3BC0-4B99-8C5F-A9F1A9DEA909}" srcOrd="0" destOrd="0" presId="urn:microsoft.com/office/officeart/2005/8/layout/hierarchy1"/>
    <dgm:cxn modelId="{6AD7FEAE-6FA3-4597-9A4C-73112CB1EE6C}" type="presParOf" srcId="{AD5188EB-1591-46D9-AD85-ECA5C334DB84}" destId="{97FAFC17-D129-42A0-8CB8-B1B0E736DEC7}" srcOrd="1" destOrd="0" presId="urn:microsoft.com/office/officeart/2005/8/layout/hierarchy1"/>
    <dgm:cxn modelId="{88CCAABC-2FD6-4EC7-9CF1-62C29B633336}" type="presParOf" srcId="{97FAFC17-D129-42A0-8CB8-B1B0E736DEC7}" destId="{404E3ACF-39EC-43E7-9475-4FD269630325}" srcOrd="0" destOrd="0" presId="urn:microsoft.com/office/officeart/2005/8/layout/hierarchy1"/>
    <dgm:cxn modelId="{23FFF1E1-758B-4BF5-9D10-A0F686DA306B}" type="presParOf" srcId="{404E3ACF-39EC-43E7-9475-4FD269630325}" destId="{BD3F66A2-77F7-44B6-8CD3-6237A6C5EB80}" srcOrd="0" destOrd="0" presId="urn:microsoft.com/office/officeart/2005/8/layout/hierarchy1"/>
    <dgm:cxn modelId="{B51B2EED-6C99-450D-BFE5-C77C996105D2}" type="presParOf" srcId="{404E3ACF-39EC-43E7-9475-4FD269630325}" destId="{51CE6EB1-4072-4B2B-998D-878FFE12B2C9}" srcOrd="1" destOrd="0" presId="urn:microsoft.com/office/officeart/2005/8/layout/hierarchy1"/>
    <dgm:cxn modelId="{C907DFC9-B458-4838-8CA8-79EF2A36A533}" type="presParOf" srcId="{97FAFC17-D129-42A0-8CB8-B1B0E736DEC7}" destId="{F0CE43CF-F177-4872-A84D-2BF763A30614}" srcOrd="1" destOrd="0" presId="urn:microsoft.com/office/officeart/2005/8/layout/hierarchy1"/>
    <dgm:cxn modelId="{B4DD2976-24CF-4C41-A56B-6BE9482BB46A}" type="presParOf" srcId="{7752D8DB-B097-4E49-B2AB-F161A6F8E40E}" destId="{6D382972-D33B-4382-B084-B87F262CE81A}" srcOrd="2" destOrd="0" presId="urn:microsoft.com/office/officeart/2005/8/layout/hierarchy1"/>
    <dgm:cxn modelId="{EB9DE0D9-FA16-42D7-9E7A-CF78CAF5402D}" type="presParOf" srcId="{6D382972-D33B-4382-B084-B87F262CE81A}" destId="{F5700F32-C7C9-4958-8E5D-F2ADEAB20CA4}" srcOrd="0" destOrd="0" presId="urn:microsoft.com/office/officeart/2005/8/layout/hierarchy1"/>
    <dgm:cxn modelId="{CD6848CF-11C4-47F1-9941-944E60106352}" type="presParOf" srcId="{F5700F32-C7C9-4958-8E5D-F2ADEAB20CA4}" destId="{BF82224E-6F89-4665-ABCD-4935A0D8B3FC}" srcOrd="0" destOrd="0" presId="urn:microsoft.com/office/officeart/2005/8/layout/hierarchy1"/>
    <dgm:cxn modelId="{5D4BDCDF-8488-43D5-BC75-A75D873FD83B}" type="presParOf" srcId="{F5700F32-C7C9-4958-8E5D-F2ADEAB20CA4}" destId="{52A8BFAE-B9FB-4B39-B2FE-4C1BDCAE55A0}" srcOrd="1" destOrd="0" presId="urn:microsoft.com/office/officeart/2005/8/layout/hierarchy1"/>
    <dgm:cxn modelId="{65008618-3E94-47AC-86F1-F6AC88F1053F}" type="presParOf" srcId="{6D382972-D33B-4382-B084-B87F262CE81A}" destId="{0BFF6522-FFF5-4110-80BE-C3AC397EC4AC}" srcOrd="1" destOrd="0" presId="urn:microsoft.com/office/officeart/2005/8/layout/hierarchy1"/>
    <dgm:cxn modelId="{4B557268-DBD8-4246-889B-8902D463EBE0}" type="presParOf" srcId="{0BFF6522-FFF5-4110-80BE-C3AC397EC4AC}" destId="{C35D54B2-312B-4C95-B29C-44BD79725079}" srcOrd="0" destOrd="0" presId="urn:microsoft.com/office/officeart/2005/8/layout/hierarchy1"/>
    <dgm:cxn modelId="{670F9C30-E47B-4934-83F0-EAB54E8ED548}" type="presParOf" srcId="{0BFF6522-FFF5-4110-80BE-C3AC397EC4AC}" destId="{E4ABAC03-A33C-4485-87A9-7B899D10F7F7}" srcOrd="1" destOrd="0" presId="urn:microsoft.com/office/officeart/2005/8/layout/hierarchy1"/>
    <dgm:cxn modelId="{74ADF64A-799D-4E95-888D-F05AF8A5379F}" type="presParOf" srcId="{E4ABAC03-A33C-4485-87A9-7B899D10F7F7}" destId="{D4D0D2E5-2E17-44CB-9838-9430F237D7F3}" srcOrd="0" destOrd="0" presId="urn:microsoft.com/office/officeart/2005/8/layout/hierarchy1"/>
    <dgm:cxn modelId="{7D1AE6FC-3720-4FD0-92C9-4B2C2D7D249E}" type="presParOf" srcId="{D4D0D2E5-2E17-44CB-9838-9430F237D7F3}" destId="{100E26DE-BCA2-45E9-84BF-57F31C39A1CF}" srcOrd="0" destOrd="0" presId="urn:microsoft.com/office/officeart/2005/8/layout/hierarchy1"/>
    <dgm:cxn modelId="{E2AEF113-3060-4855-BD00-A34476E563E0}" type="presParOf" srcId="{D4D0D2E5-2E17-44CB-9838-9430F237D7F3}" destId="{26DEA0D0-B88F-45BF-ACE3-B4CAF7B10086}" srcOrd="1" destOrd="0" presId="urn:microsoft.com/office/officeart/2005/8/layout/hierarchy1"/>
    <dgm:cxn modelId="{386285AE-A146-47F5-A308-13FD4DDE9601}" type="presParOf" srcId="{E4ABAC03-A33C-4485-87A9-7B899D10F7F7}" destId="{EFDC6B9D-DF13-4F3D-9DB9-4B949311709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5D54B2-312B-4C95-B29C-44BD79725079}">
      <dsp:nvSpPr>
        <dsp:cNvPr id="0" name=""/>
        <dsp:cNvSpPr/>
      </dsp:nvSpPr>
      <dsp:spPr>
        <a:xfrm>
          <a:off x="7590290" y="1419958"/>
          <a:ext cx="91440" cy="64984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4984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874B1B-3BC0-4B99-8C5F-A9F1A9DEA909}">
      <dsp:nvSpPr>
        <dsp:cNvPr id="0" name=""/>
        <dsp:cNvSpPr/>
      </dsp:nvSpPr>
      <dsp:spPr>
        <a:xfrm>
          <a:off x="4859346" y="1419958"/>
          <a:ext cx="91440" cy="64984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4984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724E58-408E-4016-B1C5-E5F23136B0E3}">
      <dsp:nvSpPr>
        <dsp:cNvPr id="0" name=""/>
        <dsp:cNvSpPr/>
      </dsp:nvSpPr>
      <dsp:spPr>
        <a:xfrm>
          <a:off x="2128402" y="1419958"/>
          <a:ext cx="91440" cy="64984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4984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9B3C70-989B-4043-B53D-78F39EB7D821}">
      <dsp:nvSpPr>
        <dsp:cNvPr id="0" name=""/>
        <dsp:cNvSpPr/>
      </dsp:nvSpPr>
      <dsp:spPr>
        <a:xfrm>
          <a:off x="1056917" y="1109"/>
          <a:ext cx="2234408" cy="141884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CE7F255-C9D2-4DFC-B7F0-FDEDA1C58433}">
      <dsp:nvSpPr>
        <dsp:cNvPr id="0" name=""/>
        <dsp:cNvSpPr/>
      </dsp:nvSpPr>
      <dsp:spPr>
        <a:xfrm>
          <a:off x="1305185" y="236963"/>
          <a:ext cx="2234408" cy="14188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700" kern="1200" dirty="0"/>
            <a:t>Infixe:</a:t>
          </a:r>
          <a:endParaRPr lang="en-US" sz="2700" kern="1200" dirty="0"/>
        </a:p>
      </dsp:txBody>
      <dsp:txXfrm>
        <a:off x="1346742" y="278520"/>
        <a:ext cx="2151294" cy="1335735"/>
      </dsp:txXfrm>
    </dsp:sp>
    <dsp:sp modelId="{40807FFC-D7D2-4883-A393-7E045125D8F5}">
      <dsp:nvSpPr>
        <dsp:cNvPr id="0" name=""/>
        <dsp:cNvSpPr/>
      </dsp:nvSpPr>
      <dsp:spPr>
        <a:xfrm>
          <a:off x="1056917" y="2069799"/>
          <a:ext cx="2234408" cy="141884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D7F7A53-08C2-4605-A68D-F7E2D20145D7}">
      <dsp:nvSpPr>
        <dsp:cNvPr id="0" name=""/>
        <dsp:cNvSpPr/>
      </dsp:nvSpPr>
      <dsp:spPr>
        <a:xfrm>
          <a:off x="1305185" y="2305653"/>
          <a:ext cx="2234408" cy="14188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700" kern="1200" dirty="0"/>
            <a:t>Gauche - Racine - Droite</a:t>
          </a:r>
          <a:endParaRPr lang="en-US" sz="2700" kern="1200" dirty="0"/>
        </a:p>
      </dsp:txBody>
      <dsp:txXfrm>
        <a:off x="1346742" y="2347210"/>
        <a:ext cx="2151294" cy="1335735"/>
      </dsp:txXfrm>
    </dsp:sp>
    <dsp:sp modelId="{302B1250-4695-4097-8FCA-9AD1E82557A9}">
      <dsp:nvSpPr>
        <dsp:cNvPr id="0" name=""/>
        <dsp:cNvSpPr/>
      </dsp:nvSpPr>
      <dsp:spPr>
        <a:xfrm>
          <a:off x="3787861" y="1109"/>
          <a:ext cx="2234408" cy="141884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03F9BBF-A0B0-4D95-8D22-6888990B5719}">
      <dsp:nvSpPr>
        <dsp:cNvPr id="0" name=""/>
        <dsp:cNvSpPr/>
      </dsp:nvSpPr>
      <dsp:spPr>
        <a:xfrm>
          <a:off x="4036129" y="236963"/>
          <a:ext cx="2234408" cy="14188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700" kern="1200" dirty="0"/>
            <a:t>Préfixe:</a:t>
          </a:r>
          <a:endParaRPr lang="en-US" sz="2700" kern="1200" dirty="0"/>
        </a:p>
      </dsp:txBody>
      <dsp:txXfrm>
        <a:off x="4077686" y="278520"/>
        <a:ext cx="2151294" cy="1335735"/>
      </dsp:txXfrm>
    </dsp:sp>
    <dsp:sp modelId="{BD3F66A2-77F7-44B6-8CD3-6237A6C5EB80}">
      <dsp:nvSpPr>
        <dsp:cNvPr id="0" name=""/>
        <dsp:cNvSpPr/>
      </dsp:nvSpPr>
      <dsp:spPr>
        <a:xfrm>
          <a:off x="3787861" y="2069799"/>
          <a:ext cx="2234408" cy="141884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1CE6EB1-4072-4B2B-998D-878FFE12B2C9}">
      <dsp:nvSpPr>
        <dsp:cNvPr id="0" name=""/>
        <dsp:cNvSpPr/>
      </dsp:nvSpPr>
      <dsp:spPr>
        <a:xfrm>
          <a:off x="4036129" y="2305653"/>
          <a:ext cx="2234408" cy="14188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700" kern="1200" dirty="0"/>
            <a:t>Racine - Gauche - Droite</a:t>
          </a:r>
          <a:endParaRPr lang="en-US" sz="2700" kern="1200" dirty="0"/>
        </a:p>
      </dsp:txBody>
      <dsp:txXfrm>
        <a:off x="4077686" y="2347210"/>
        <a:ext cx="2151294" cy="1335735"/>
      </dsp:txXfrm>
    </dsp:sp>
    <dsp:sp modelId="{BF82224E-6F89-4665-ABCD-4935A0D8B3FC}">
      <dsp:nvSpPr>
        <dsp:cNvPr id="0" name=""/>
        <dsp:cNvSpPr/>
      </dsp:nvSpPr>
      <dsp:spPr>
        <a:xfrm>
          <a:off x="6518805" y="1109"/>
          <a:ext cx="2234408" cy="141884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2A8BFAE-B9FB-4B39-B2FE-4C1BDCAE55A0}">
      <dsp:nvSpPr>
        <dsp:cNvPr id="0" name=""/>
        <dsp:cNvSpPr/>
      </dsp:nvSpPr>
      <dsp:spPr>
        <a:xfrm>
          <a:off x="6767073" y="236963"/>
          <a:ext cx="2234408" cy="14188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700" kern="1200" dirty="0"/>
            <a:t>Postfixe:</a:t>
          </a:r>
          <a:endParaRPr lang="en-US" sz="2700" kern="1200" dirty="0"/>
        </a:p>
      </dsp:txBody>
      <dsp:txXfrm>
        <a:off x="6808630" y="278520"/>
        <a:ext cx="2151294" cy="1335735"/>
      </dsp:txXfrm>
    </dsp:sp>
    <dsp:sp modelId="{100E26DE-BCA2-45E9-84BF-57F31C39A1CF}">
      <dsp:nvSpPr>
        <dsp:cNvPr id="0" name=""/>
        <dsp:cNvSpPr/>
      </dsp:nvSpPr>
      <dsp:spPr>
        <a:xfrm>
          <a:off x="6518805" y="2069799"/>
          <a:ext cx="2234408" cy="141884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6DEA0D0-B88F-45BF-ACE3-B4CAF7B10086}">
      <dsp:nvSpPr>
        <dsp:cNvPr id="0" name=""/>
        <dsp:cNvSpPr/>
      </dsp:nvSpPr>
      <dsp:spPr>
        <a:xfrm>
          <a:off x="6767073" y="2305653"/>
          <a:ext cx="2234408" cy="14188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700" kern="1200" dirty="0"/>
            <a:t>Gauche - Droite - Racine</a:t>
          </a:r>
          <a:endParaRPr lang="en-US" sz="2700" kern="1200" dirty="0"/>
        </a:p>
      </dsp:txBody>
      <dsp:txXfrm>
        <a:off x="6808630" y="2347210"/>
        <a:ext cx="2151294" cy="13357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C7D2B5-B022-EACA-9F14-7FA4DCD95D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32E66-B861-3841-9D30-09B9A6FCD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CC3E9-B06A-41A9-B77A-085A4AEBFB52}" type="datetimeFigureOut">
              <a:rPr lang="en-CA" smtClean="0"/>
              <a:t>2025-07-17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19FF1-8F9B-323C-FD83-9AB8F39D29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6B007-AA61-B584-ADF4-EE21E6CCC6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80B24-83DF-4AB2-860C-EBEBDE998F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5386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B22AA-C6DF-4D5B-8B8D-B7524FD024BA}" type="datetimeFigureOut">
              <a:rPr lang="en-CA" smtClean="0"/>
              <a:t>2025-07-17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7C7A1-3F00-4D30-AAA8-FAC2B01BBB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365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INF2120 Lab 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35EDB-53F2-456C-F3D3-3D35317A7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CFC67D0-131C-4064-873F-59771B446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CB1314-41E8-414B-9954-6D611623D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53941D-7A4E-4CA7-840E-D52BA6D74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2A952ED-3677-40E9-BC2B-C6900A2DC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E9658C0-3DAF-459A-AABB-BFBE8DAD5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C654A35-C1F2-4731-A8E1-85529EC19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3" y="0"/>
            <a:ext cx="121938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49" y="648230"/>
            <a:ext cx="10905302" cy="19970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14657"/>
            <a:ext cx="10579608" cy="1664208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196CC-1B41-F911-261C-AD0D9B997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283607"/>
            <a:ext cx="10366743" cy="10549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800" cap="all" spc="-100">
                <a:solidFill>
                  <a:schemeClr val="bg1"/>
                </a:solidFill>
              </a:rPr>
              <a:t>Techniques de recherche</a:t>
            </a:r>
          </a:p>
        </p:txBody>
      </p:sp>
      <p:pic>
        <p:nvPicPr>
          <p:cNvPr id="7" name="Picture 6" descr="Recherche Linéaire (Suite Ordonnée)&#10;">
            <a:extLst>
              <a:ext uri="{FF2B5EF4-FFF2-40B4-BE49-F238E27FC236}">
                <a16:creationId xmlns:a16="http://schemas.microsoft.com/office/drawing/2014/main" id="{72114D48-A8CD-63AC-B0EE-8F40E9909B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8637" t="22170" b="23009"/>
          <a:stretch>
            <a:fillRect/>
          </a:stretch>
        </p:blipFill>
        <p:spPr>
          <a:xfrm>
            <a:off x="4120043" y="3587677"/>
            <a:ext cx="3895176" cy="1923356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EF09B21-45A0-42EE-9BDC-C4E0932EA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3118" y="3724678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Recherche Binaire">
            <a:extLst>
              <a:ext uri="{FF2B5EF4-FFF2-40B4-BE49-F238E27FC236}">
                <a16:creationId xmlns:a16="http://schemas.microsoft.com/office/drawing/2014/main" id="{3F58E8C1-261E-C934-8D84-0F79FCB65E5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760" y="3585687"/>
            <a:ext cx="3895175" cy="1988706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5004E23-3C9E-41FC-81A2-3481C6AFA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16152" y="3724678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Recherche Linéaire (non-ordonnée)">
            <a:extLst>
              <a:ext uri="{FF2B5EF4-FFF2-40B4-BE49-F238E27FC236}">
                <a16:creationId xmlns:a16="http://schemas.microsoft.com/office/drawing/2014/main" id="{4D89050E-560E-3EE9-0F9D-E734BC1E53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16190" t="28885" r="20268" b="37178"/>
          <a:stretch>
            <a:fillRect/>
          </a:stretch>
        </p:blipFill>
        <p:spPr>
          <a:xfrm>
            <a:off x="-1865" y="3724678"/>
            <a:ext cx="4088442" cy="16376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9DF1A2-D80C-E3F7-765C-FDF667A14BF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3731" y="5636436"/>
            <a:ext cx="3397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Recherche </a:t>
            </a:r>
            <a:r>
              <a:rPr lang="en-GB" dirty="0" err="1"/>
              <a:t>Linéaire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(Suite Non-</a:t>
            </a:r>
            <a:r>
              <a:rPr lang="en-GB" dirty="0" err="1"/>
              <a:t>Ordonnée</a:t>
            </a:r>
            <a:r>
              <a:rPr lang="en-GB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00EE46-FD6C-95FE-7C10-D86F34DB2AE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86250" y="5597429"/>
            <a:ext cx="3619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Recherche </a:t>
            </a:r>
            <a:r>
              <a:rPr lang="en-GB" dirty="0" err="1"/>
              <a:t>Linéaire</a:t>
            </a:r>
            <a:endParaRPr lang="en-GB" dirty="0"/>
          </a:p>
          <a:p>
            <a:pPr algn="ctr"/>
            <a:r>
              <a:rPr lang="en-GB" dirty="0"/>
              <a:t>(Suite </a:t>
            </a:r>
            <a:r>
              <a:rPr lang="en-GB" dirty="0" err="1"/>
              <a:t>Ordonnée</a:t>
            </a:r>
            <a:r>
              <a:rPr lang="en-GB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BF0AF7-D36B-CE0E-EC1F-AE4958FE84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71296" y="5739535"/>
            <a:ext cx="2432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Recherche </a:t>
            </a:r>
            <a:r>
              <a:rPr lang="en-GB" dirty="0" err="1"/>
              <a:t>Binaire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41692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82380-A6A2-A647-EBCD-B348A2105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fr-CA" dirty="0"/>
              <a:t>Arbre Binaire</a:t>
            </a:r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31ACDF-A756-93C5-DEF7-B8B3B3132F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0716147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73920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75FBC4-9D33-46BE-911D-419763BA9AF9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71af3243-3dd4-4a8d-8c0d-dd76da1f02a5"/>
    <ds:schemaRef ds:uri="http://www.w3.org/XML/1998/namespace"/>
    <ds:schemaRef ds:uri="http://purl.org/dc/terms/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{9E3E6F33-2AB6-44EB-BDFA-0C66C1D52E1D}TF993b3720-55e5-4d3e-ae7c-1ec77a73f5a45edb12b8_win32-bce7b620edb8</Template>
  <TotalTime>284</TotalTime>
  <Words>45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Avenir Next LT Pro</vt:lpstr>
      <vt:lpstr>Avenir Next LT Pro Light</vt:lpstr>
      <vt:lpstr>Garamond</vt:lpstr>
      <vt:lpstr>SavonVTI</vt:lpstr>
      <vt:lpstr>INF2120 Lab 12</vt:lpstr>
      <vt:lpstr>Techniques de recherche</vt:lpstr>
      <vt:lpstr>Arbre Binaire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</dc:creator>
  <cp:lastModifiedBy>George</cp:lastModifiedBy>
  <cp:revision>8</cp:revision>
  <dcterms:created xsi:type="dcterms:W3CDTF">2025-06-29T23:07:02Z</dcterms:created>
  <dcterms:modified xsi:type="dcterms:W3CDTF">2025-07-17T13:18:12Z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