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0"/>
  </p:notesMasterIdLst>
  <p:sldIdLst>
    <p:sldId id="293" r:id="rId5"/>
    <p:sldId id="294" r:id="rId6"/>
    <p:sldId id="295" r:id="rId7"/>
    <p:sldId id="296" r:id="rId8"/>
    <p:sldId id="29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1" autoAdjust="0"/>
    <p:restoredTop sz="81059" autoAdjust="0"/>
  </p:normalViewPr>
  <p:slideViewPr>
    <p:cSldViewPr snapToGrid="0">
      <p:cViewPr>
        <p:scale>
          <a:sx n="100" d="100"/>
          <a:sy n="100" d="100"/>
        </p:scale>
        <p:origin x="72" y="786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cs.usfca.edu/~galles/visualization/StackArray.html" TargetMode="Externa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cs.usfca.edu/~galles/visualization/QueueArray.html" TargetMode="Externa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cs.usfca.edu/~galles/visualization/StackArray.html" TargetMode="External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cs.usfca.edu/~galles/visualization/QueueArray.html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A4F471-13ED-4969-822B-128A680F765E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3AC8DB8C-6278-43CC-ADFC-A69BA14D7932}">
      <dgm:prSet/>
      <dgm:spPr/>
      <dgm:t>
        <a:bodyPr/>
        <a:lstStyle/>
        <a:p>
          <a:r>
            <a:rPr lang="fr-CA" dirty="0">
              <a:latin typeface="Segoe UI Semibold" panose="020B0702040204020203" pitchFamily="34" charset="0"/>
              <a:cs typeface="Segoe UI Semibold" panose="020B0702040204020203" pitchFamily="34" charset="0"/>
            </a:rPr>
            <a:t>Structure</a:t>
          </a:r>
          <a:endParaRPr lang="en-US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gm:t>
    </dgm:pt>
    <dgm:pt modelId="{7AFCD4EA-ABB1-41BC-A0E9-EB0D6A8D83B6}" type="parTrans" cxnId="{DEF1141E-DD33-48C8-922A-260731039FD3}">
      <dgm:prSet/>
      <dgm:spPr/>
      <dgm:t>
        <a:bodyPr/>
        <a:lstStyle/>
        <a:p>
          <a:endParaRPr lang="en-US"/>
        </a:p>
      </dgm:t>
    </dgm:pt>
    <dgm:pt modelId="{2248722E-CC01-4789-B827-7BB6A4562412}" type="sibTrans" cxnId="{DEF1141E-DD33-48C8-922A-260731039FD3}">
      <dgm:prSet/>
      <dgm:spPr/>
      <dgm:t>
        <a:bodyPr/>
        <a:lstStyle/>
        <a:p>
          <a:endParaRPr lang="en-US"/>
        </a:p>
      </dgm:t>
    </dgm:pt>
    <dgm:pt modelId="{52930BA9-F4AC-4600-9819-82802BAA23CF}">
      <dgm:prSet/>
      <dgm:spPr/>
      <dgm:t>
        <a:bodyPr/>
        <a:lstStyle/>
        <a:p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</a:rPr>
            <a:t>LIFO</a:t>
          </a:r>
        </a:p>
      </dgm:t>
    </dgm:pt>
    <dgm:pt modelId="{5C70A70A-7B9E-4495-8811-4F9EDC598E36}" type="parTrans" cxnId="{343D2605-E014-48DF-AE4A-BE8BA08CF445}">
      <dgm:prSet/>
      <dgm:spPr/>
      <dgm:t>
        <a:bodyPr/>
        <a:lstStyle/>
        <a:p>
          <a:endParaRPr lang="en-CA"/>
        </a:p>
      </dgm:t>
    </dgm:pt>
    <dgm:pt modelId="{F5EEB3E0-1328-43EA-B2EF-5D9171EC1724}" type="sibTrans" cxnId="{343D2605-E014-48DF-AE4A-BE8BA08CF445}">
      <dgm:prSet/>
      <dgm:spPr/>
      <dgm:t>
        <a:bodyPr/>
        <a:lstStyle/>
        <a:p>
          <a:endParaRPr lang="en-CA"/>
        </a:p>
      </dgm:t>
    </dgm:pt>
    <dgm:pt modelId="{26148213-4046-4768-9312-8801498A85B3}">
      <dgm:prSet/>
      <dgm:spPr/>
      <dgm:t>
        <a:bodyPr/>
        <a:lstStyle/>
        <a:p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</a:rPr>
            <a:t>Op</a:t>
          </a:r>
          <a:r>
            <a:rPr lang="fr-CA" dirty="0" err="1">
              <a:latin typeface="Segoe UI Semibold" panose="020B0702040204020203" pitchFamily="34" charset="0"/>
              <a:cs typeface="Segoe UI Semibold" panose="020B0702040204020203" pitchFamily="34" charset="0"/>
            </a:rPr>
            <a:t>érations</a:t>
          </a:r>
          <a:endParaRPr lang="en-US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gm:t>
    </dgm:pt>
    <dgm:pt modelId="{20380071-A505-43BC-9EB5-8CF3E9B6D775}" type="parTrans" cxnId="{0436E88E-C983-4193-B422-388583601D76}">
      <dgm:prSet/>
      <dgm:spPr/>
      <dgm:t>
        <a:bodyPr/>
        <a:lstStyle/>
        <a:p>
          <a:endParaRPr lang="en-CA"/>
        </a:p>
      </dgm:t>
    </dgm:pt>
    <dgm:pt modelId="{C752016A-3B88-44BF-93F6-F998ECE8680B}" type="sibTrans" cxnId="{0436E88E-C983-4193-B422-388583601D76}">
      <dgm:prSet/>
      <dgm:spPr/>
      <dgm:t>
        <a:bodyPr/>
        <a:lstStyle/>
        <a:p>
          <a:endParaRPr lang="en-CA"/>
        </a:p>
      </dgm:t>
    </dgm:pt>
    <dgm:pt modelId="{A88AFFD9-2E8D-4E7B-908E-3DE24DA08A75}">
      <dgm:prSet/>
      <dgm:spPr/>
      <dgm:t>
        <a:bodyPr/>
        <a:lstStyle/>
        <a:p>
          <a:r>
            <a:rPr lang="en-US" dirty="0" err="1">
              <a:latin typeface="Segoe UI Semibold" panose="020B0702040204020203" pitchFamily="34" charset="0"/>
              <a:cs typeface="Segoe UI Semibold" panose="020B0702040204020203" pitchFamily="34" charset="0"/>
            </a:rPr>
            <a:t>empiler</a:t>
          </a:r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</a:rPr>
            <a:t>(T element)</a:t>
          </a:r>
        </a:p>
      </dgm:t>
    </dgm:pt>
    <dgm:pt modelId="{3A1EC762-CE1C-49A3-B20F-7F9E5CDF5DDB}" type="parTrans" cxnId="{7AA9AF59-E686-4E8E-9591-68F4EBAE8E9E}">
      <dgm:prSet/>
      <dgm:spPr/>
      <dgm:t>
        <a:bodyPr/>
        <a:lstStyle/>
        <a:p>
          <a:endParaRPr lang="en-CA"/>
        </a:p>
      </dgm:t>
    </dgm:pt>
    <dgm:pt modelId="{70173D33-167C-4892-8DE7-E3F43251580C}" type="sibTrans" cxnId="{7AA9AF59-E686-4E8E-9591-68F4EBAE8E9E}">
      <dgm:prSet/>
      <dgm:spPr/>
      <dgm:t>
        <a:bodyPr/>
        <a:lstStyle/>
        <a:p>
          <a:endParaRPr lang="en-CA"/>
        </a:p>
      </dgm:t>
    </dgm:pt>
    <dgm:pt modelId="{ED8C74AC-7BB9-44CE-8397-9FA9A490E709}">
      <dgm:prSet/>
      <dgm:spPr/>
      <dgm:t>
        <a:bodyPr/>
        <a:lstStyle/>
        <a:p>
          <a:r>
            <a:rPr lang="en-US" dirty="0" err="1">
              <a:latin typeface="Segoe UI Semibold" panose="020B0702040204020203" pitchFamily="34" charset="0"/>
              <a:cs typeface="Segoe UI Semibold" panose="020B0702040204020203" pitchFamily="34" charset="0"/>
            </a:rPr>
            <a:t>depiler</a:t>
          </a:r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</a:rPr>
            <a:t>()</a:t>
          </a:r>
        </a:p>
      </dgm:t>
    </dgm:pt>
    <dgm:pt modelId="{CDEFC066-CEA1-4FFF-ABD4-B52AB17F0F97}" type="parTrans" cxnId="{B9DE35BE-8D25-4415-BA36-E3ED87BBBD31}">
      <dgm:prSet/>
      <dgm:spPr/>
      <dgm:t>
        <a:bodyPr/>
        <a:lstStyle/>
        <a:p>
          <a:endParaRPr lang="en-CA"/>
        </a:p>
      </dgm:t>
    </dgm:pt>
    <dgm:pt modelId="{0C19F0E4-DDB7-4AA3-A9F8-AEF84216FE87}" type="sibTrans" cxnId="{B9DE35BE-8D25-4415-BA36-E3ED87BBBD31}">
      <dgm:prSet/>
      <dgm:spPr/>
      <dgm:t>
        <a:bodyPr/>
        <a:lstStyle/>
        <a:p>
          <a:endParaRPr lang="en-CA"/>
        </a:p>
      </dgm:t>
    </dgm:pt>
    <dgm:pt modelId="{541A7CA5-C06B-46B9-B0F1-1BE6A508ED5D}">
      <dgm:prSet/>
      <dgm:spPr/>
      <dgm:t>
        <a:bodyPr/>
        <a:lstStyle/>
        <a:p>
          <a:r>
            <a:rPr lang="en-US" dirty="0" err="1">
              <a:latin typeface="Segoe UI Semibold" panose="020B0702040204020203" pitchFamily="34" charset="0"/>
              <a:cs typeface="Segoe UI Semibold" panose="020B0702040204020203" pitchFamily="34" charset="0"/>
            </a:rPr>
            <a:t>sommet</a:t>
          </a:r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</a:rPr>
            <a:t>()</a:t>
          </a:r>
        </a:p>
      </dgm:t>
    </dgm:pt>
    <dgm:pt modelId="{F4035D8C-7A46-477A-80B9-A9E0EA1756BB}" type="parTrans" cxnId="{8AE215E6-B0EF-48D0-86A1-071D63F36888}">
      <dgm:prSet/>
      <dgm:spPr/>
      <dgm:t>
        <a:bodyPr/>
        <a:lstStyle/>
        <a:p>
          <a:endParaRPr lang="en-CA"/>
        </a:p>
      </dgm:t>
    </dgm:pt>
    <dgm:pt modelId="{BD179DA8-B7E9-4077-B6DC-CB1AD0B20BC0}" type="sibTrans" cxnId="{8AE215E6-B0EF-48D0-86A1-071D63F36888}">
      <dgm:prSet/>
      <dgm:spPr/>
      <dgm:t>
        <a:bodyPr/>
        <a:lstStyle/>
        <a:p>
          <a:endParaRPr lang="en-CA"/>
        </a:p>
      </dgm:t>
    </dgm:pt>
    <dgm:pt modelId="{3CFE5BC9-8682-4543-8E25-A3F5E1E52C5C}">
      <dgm:prSet/>
      <dgm:spPr/>
      <dgm:t>
        <a:bodyPr/>
        <a:lstStyle/>
        <a:p>
          <a:r>
            <a:rPr lang="en-US" dirty="0" err="1">
              <a:latin typeface="Segoe UI Semibold" panose="020B0702040204020203" pitchFamily="34" charset="0"/>
              <a:cs typeface="Segoe UI Semibold" panose="020B0702040204020203" pitchFamily="34" charset="0"/>
            </a:rPr>
            <a:t>estVide</a:t>
          </a:r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</a:rPr>
            <a:t>()</a:t>
          </a:r>
        </a:p>
      </dgm:t>
    </dgm:pt>
    <dgm:pt modelId="{2BC5F712-6EBE-4CAD-BEA9-8802498FFA01}" type="parTrans" cxnId="{366B1F70-DC5C-4220-902F-6D8D77E98BB0}">
      <dgm:prSet/>
      <dgm:spPr/>
      <dgm:t>
        <a:bodyPr/>
        <a:lstStyle/>
        <a:p>
          <a:endParaRPr lang="en-CA"/>
        </a:p>
      </dgm:t>
    </dgm:pt>
    <dgm:pt modelId="{62DE8295-ED4B-48EF-866E-B709B1733B26}" type="sibTrans" cxnId="{366B1F70-DC5C-4220-902F-6D8D77E98BB0}">
      <dgm:prSet/>
      <dgm:spPr/>
      <dgm:t>
        <a:bodyPr/>
        <a:lstStyle/>
        <a:p>
          <a:endParaRPr lang="en-CA"/>
        </a:p>
      </dgm:t>
    </dgm:pt>
    <dgm:pt modelId="{C55D2C3D-46A2-4E29-BC9D-95029976D429}">
      <dgm:prSet/>
      <dgm:spPr/>
      <dgm:t>
        <a:bodyPr/>
        <a:lstStyle/>
        <a:p>
          <a:r>
            <a:rPr lang="en-US" dirty="0" err="1">
              <a:latin typeface="Segoe UI Semibold" panose="020B0702040204020203" pitchFamily="34" charset="0"/>
              <a:cs typeface="Segoe UI Semibold" panose="020B0702040204020203" pitchFamily="34" charset="0"/>
            </a:rPr>
            <a:t>Implémentation</a:t>
          </a:r>
          <a:endParaRPr lang="en-US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gm:t>
    </dgm:pt>
    <dgm:pt modelId="{00BC78D2-96FD-44E8-93D5-C020B0ED6269}" type="parTrans" cxnId="{8660F8EB-117C-442D-B3BA-4AEAA83A1BEE}">
      <dgm:prSet/>
      <dgm:spPr/>
      <dgm:t>
        <a:bodyPr/>
        <a:lstStyle/>
        <a:p>
          <a:endParaRPr lang="en-CA"/>
        </a:p>
      </dgm:t>
    </dgm:pt>
    <dgm:pt modelId="{B7880B42-E86D-4C77-B7B4-A7FE56BA22DB}" type="sibTrans" cxnId="{8660F8EB-117C-442D-B3BA-4AEAA83A1BEE}">
      <dgm:prSet/>
      <dgm:spPr/>
      <dgm:t>
        <a:bodyPr/>
        <a:lstStyle/>
        <a:p>
          <a:endParaRPr lang="en-CA"/>
        </a:p>
      </dgm:t>
    </dgm:pt>
    <dgm:pt modelId="{42C6F35C-F34B-44B0-9CEC-CC0A5056484D}">
      <dgm:prSet/>
      <dgm:spPr/>
      <dgm:t>
        <a:bodyPr/>
        <a:lstStyle/>
        <a:p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</a:rPr>
            <a:t>Tableau</a:t>
          </a:r>
        </a:p>
      </dgm:t>
    </dgm:pt>
    <dgm:pt modelId="{115085AE-41E3-4343-A567-15415F74D5A2}" type="parTrans" cxnId="{5275C4FB-A237-496B-8F87-AABB3AE56AAF}">
      <dgm:prSet/>
      <dgm:spPr/>
      <dgm:t>
        <a:bodyPr/>
        <a:lstStyle/>
        <a:p>
          <a:endParaRPr lang="en-CA"/>
        </a:p>
      </dgm:t>
    </dgm:pt>
    <dgm:pt modelId="{BD5C415D-B610-4500-9175-378DD172CF63}" type="sibTrans" cxnId="{5275C4FB-A237-496B-8F87-AABB3AE56AAF}">
      <dgm:prSet/>
      <dgm:spPr/>
      <dgm:t>
        <a:bodyPr/>
        <a:lstStyle/>
        <a:p>
          <a:endParaRPr lang="en-CA"/>
        </a:p>
      </dgm:t>
    </dgm:pt>
    <dgm:pt modelId="{41D18B67-65BD-4760-8C8C-EF76D12063B9}">
      <dgm:prSet/>
      <dgm:spPr/>
      <dgm:t>
        <a:bodyPr/>
        <a:lstStyle/>
        <a:p>
          <a:r>
            <a:rPr lang="en-US" dirty="0" err="1">
              <a:latin typeface="Segoe UI Semibold" panose="020B0702040204020203" pitchFamily="34" charset="0"/>
              <a:cs typeface="Segoe UI Semibold" panose="020B0702040204020203" pitchFamily="34" charset="0"/>
            </a:rPr>
            <a:t>ArrayList</a:t>
          </a:r>
          <a:endParaRPr lang="en-US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gm:t>
    </dgm:pt>
    <dgm:pt modelId="{2A221702-92DB-4A0F-99B5-0F206E5F420C}" type="parTrans" cxnId="{E30D66CF-7A30-4BE7-8869-B49D612AAAB8}">
      <dgm:prSet/>
      <dgm:spPr/>
      <dgm:t>
        <a:bodyPr/>
        <a:lstStyle/>
        <a:p>
          <a:endParaRPr lang="en-CA"/>
        </a:p>
      </dgm:t>
    </dgm:pt>
    <dgm:pt modelId="{95F7C02B-C580-4630-812E-61AA31EDA711}" type="sibTrans" cxnId="{E30D66CF-7A30-4BE7-8869-B49D612AAAB8}">
      <dgm:prSet/>
      <dgm:spPr/>
      <dgm:t>
        <a:bodyPr/>
        <a:lstStyle/>
        <a:p>
          <a:endParaRPr lang="en-CA"/>
        </a:p>
      </dgm:t>
    </dgm:pt>
    <dgm:pt modelId="{0954254E-1FC7-4A2E-9D10-CBFEDFE20249}">
      <dgm:prSet/>
      <dgm:spPr/>
      <dgm:t>
        <a:bodyPr/>
        <a:lstStyle/>
        <a:p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</a:rPr>
            <a:t>LinkedList</a:t>
          </a:r>
        </a:p>
      </dgm:t>
    </dgm:pt>
    <dgm:pt modelId="{865EA96B-7E81-4EB0-92D1-10FEB5E9CB5B}" type="parTrans" cxnId="{277126E8-B874-4A82-8D50-704903656FE2}">
      <dgm:prSet/>
      <dgm:spPr/>
      <dgm:t>
        <a:bodyPr/>
        <a:lstStyle/>
        <a:p>
          <a:endParaRPr lang="en-CA"/>
        </a:p>
      </dgm:t>
    </dgm:pt>
    <dgm:pt modelId="{875FE284-4A6C-4F34-AB82-505F7A758DF5}" type="sibTrans" cxnId="{277126E8-B874-4A82-8D50-704903656FE2}">
      <dgm:prSet/>
      <dgm:spPr/>
      <dgm:t>
        <a:bodyPr/>
        <a:lstStyle/>
        <a:p>
          <a:endParaRPr lang="en-CA"/>
        </a:p>
      </dgm:t>
    </dgm:pt>
    <dgm:pt modelId="{36B3A3DA-21F6-4F46-9E45-00C0DF97FDA1}">
      <dgm:prSet/>
      <dgm:spPr/>
      <dgm:t>
        <a:bodyPr/>
        <a:lstStyle/>
        <a:p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</a:rPr>
            <a:t>Stack</a:t>
          </a:r>
        </a:p>
      </dgm:t>
    </dgm:pt>
    <dgm:pt modelId="{F2730D60-ACD2-4F3B-AB5B-5E3CCAD37EF8}" type="parTrans" cxnId="{3C4612B9-DA55-4CE8-8D76-671CB2C9B573}">
      <dgm:prSet/>
      <dgm:spPr/>
      <dgm:t>
        <a:bodyPr/>
        <a:lstStyle/>
        <a:p>
          <a:endParaRPr lang="en-CA"/>
        </a:p>
      </dgm:t>
    </dgm:pt>
    <dgm:pt modelId="{FD7A60B1-336E-4A4F-BBAE-B7E243F90423}" type="sibTrans" cxnId="{3C4612B9-DA55-4CE8-8D76-671CB2C9B573}">
      <dgm:prSet/>
      <dgm:spPr/>
      <dgm:t>
        <a:bodyPr/>
        <a:lstStyle/>
        <a:p>
          <a:endParaRPr lang="en-CA"/>
        </a:p>
      </dgm:t>
    </dgm:pt>
    <dgm:pt modelId="{339264CE-FFBC-48A5-8E30-AEE989BC96D7}">
      <dgm:prSet/>
      <dgm:spPr/>
      <dgm:t>
        <a:bodyPr/>
        <a:lstStyle/>
        <a:p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  <a:hlinkClick xmlns:r="http://schemas.openxmlformats.org/officeDocument/2006/relationships" r:id="rId1"/>
            </a:rPr>
            <a:t>Visualisation Interactive pour </a:t>
          </a:r>
          <a:r>
            <a:rPr lang="en-US" dirty="0" err="1">
              <a:latin typeface="Segoe UI Semibold" panose="020B0702040204020203" pitchFamily="34" charset="0"/>
              <a:cs typeface="Segoe UI Semibold" panose="020B0702040204020203" pitchFamily="34" charset="0"/>
              <a:hlinkClick xmlns:r="http://schemas.openxmlformats.org/officeDocument/2006/relationships" r:id="rId1"/>
            </a:rPr>
            <a:t>mieux</a:t>
          </a:r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  <a:hlinkClick xmlns:r="http://schemas.openxmlformats.org/officeDocument/2006/relationships" r:id="rId1"/>
            </a:rPr>
            <a:t> </a:t>
          </a:r>
          <a:r>
            <a:rPr lang="en-US" dirty="0" err="1">
              <a:latin typeface="Segoe UI Semibold" panose="020B0702040204020203" pitchFamily="34" charset="0"/>
              <a:cs typeface="Segoe UI Semibold" panose="020B0702040204020203" pitchFamily="34" charset="0"/>
              <a:hlinkClick xmlns:r="http://schemas.openxmlformats.org/officeDocument/2006/relationships" r:id="rId1"/>
            </a:rPr>
            <a:t>coprendre</a:t>
          </a:r>
          <a:endParaRPr lang="en-US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gm:t>
    </dgm:pt>
    <dgm:pt modelId="{0AABB388-230E-4B4F-9D10-01A81B6C5E15}" type="parTrans" cxnId="{4778617C-7861-4364-83A9-AEB10AEF5CA2}">
      <dgm:prSet/>
      <dgm:spPr/>
    </dgm:pt>
    <dgm:pt modelId="{8BD11157-89E3-44A9-A971-2F35EA64E480}" type="sibTrans" cxnId="{4778617C-7861-4364-83A9-AEB10AEF5CA2}">
      <dgm:prSet/>
      <dgm:spPr/>
    </dgm:pt>
    <dgm:pt modelId="{E2A5D5B3-3AB9-4654-BCFB-902E8B4B98B3}" type="pres">
      <dgm:prSet presAssocID="{D0A4F471-13ED-4969-822B-128A680F765E}" presName="linear" presStyleCnt="0">
        <dgm:presLayoutVars>
          <dgm:animLvl val="lvl"/>
          <dgm:resizeHandles val="exact"/>
        </dgm:presLayoutVars>
      </dgm:prSet>
      <dgm:spPr/>
    </dgm:pt>
    <dgm:pt modelId="{4D0988E5-B606-4882-800A-11628209EC91}" type="pres">
      <dgm:prSet presAssocID="{3AC8DB8C-6278-43CC-ADFC-A69BA14D793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B2AC86E-D991-40BA-9F87-FCFCCCA8BB61}" type="pres">
      <dgm:prSet presAssocID="{3AC8DB8C-6278-43CC-ADFC-A69BA14D7932}" presName="childText" presStyleLbl="revTx" presStyleIdx="0" presStyleCnt="3">
        <dgm:presLayoutVars>
          <dgm:bulletEnabled val="1"/>
        </dgm:presLayoutVars>
      </dgm:prSet>
      <dgm:spPr/>
    </dgm:pt>
    <dgm:pt modelId="{63AB12A1-3593-4525-9BE2-AFFBE567F195}" type="pres">
      <dgm:prSet presAssocID="{26148213-4046-4768-9312-8801498A85B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E0CDC00-D6EB-45BE-8E56-7CD42232D84A}" type="pres">
      <dgm:prSet presAssocID="{26148213-4046-4768-9312-8801498A85B3}" presName="childText" presStyleLbl="revTx" presStyleIdx="1" presStyleCnt="3">
        <dgm:presLayoutVars>
          <dgm:bulletEnabled val="1"/>
        </dgm:presLayoutVars>
      </dgm:prSet>
      <dgm:spPr/>
    </dgm:pt>
    <dgm:pt modelId="{3338A241-6EB0-42D9-8121-FD11697D0708}" type="pres">
      <dgm:prSet presAssocID="{C55D2C3D-46A2-4E29-BC9D-95029976D42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FE6D60F-101F-4CFE-9BC2-85C7D93DA233}" type="pres">
      <dgm:prSet presAssocID="{C55D2C3D-46A2-4E29-BC9D-95029976D429}" presName="childText" presStyleLbl="revTx" presStyleIdx="2" presStyleCnt="3">
        <dgm:presLayoutVars>
          <dgm:bulletEnabled val="1"/>
        </dgm:presLayoutVars>
      </dgm:prSet>
      <dgm:spPr/>
    </dgm:pt>
    <dgm:pt modelId="{7964C568-27B5-4DAD-ABA3-5092D79D2D64}" type="pres">
      <dgm:prSet presAssocID="{339264CE-FFBC-48A5-8E30-AEE989BC96D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43D2605-E014-48DF-AE4A-BE8BA08CF445}" srcId="{3AC8DB8C-6278-43CC-ADFC-A69BA14D7932}" destId="{52930BA9-F4AC-4600-9819-82802BAA23CF}" srcOrd="0" destOrd="0" parTransId="{5C70A70A-7B9E-4495-8811-4F9EDC598E36}" sibTransId="{F5EEB3E0-1328-43EA-B2EF-5D9171EC1724}"/>
    <dgm:cxn modelId="{3C43C419-574F-4B55-A43C-C4A0BD1101D7}" type="presOf" srcId="{26148213-4046-4768-9312-8801498A85B3}" destId="{63AB12A1-3593-4525-9BE2-AFFBE567F195}" srcOrd="0" destOrd="0" presId="urn:microsoft.com/office/officeart/2005/8/layout/vList2"/>
    <dgm:cxn modelId="{5ED0DC19-EC8E-490D-9922-4514DCEAB39E}" type="presOf" srcId="{3AC8DB8C-6278-43CC-ADFC-A69BA14D7932}" destId="{4D0988E5-B606-4882-800A-11628209EC91}" srcOrd="0" destOrd="0" presId="urn:microsoft.com/office/officeart/2005/8/layout/vList2"/>
    <dgm:cxn modelId="{DEF1141E-DD33-48C8-922A-260731039FD3}" srcId="{D0A4F471-13ED-4969-822B-128A680F765E}" destId="{3AC8DB8C-6278-43CC-ADFC-A69BA14D7932}" srcOrd="0" destOrd="0" parTransId="{7AFCD4EA-ABB1-41BC-A0E9-EB0D6A8D83B6}" sibTransId="{2248722E-CC01-4789-B827-7BB6A4562412}"/>
    <dgm:cxn modelId="{9D8AE01E-E4DD-439A-B49F-223061F94230}" type="presOf" srcId="{D0A4F471-13ED-4969-822B-128A680F765E}" destId="{E2A5D5B3-3AB9-4654-BCFB-902E8B4B98B3}" srcOrd="0" destOrd="0" presId="urn:microsoft.com/office/officeart/2005/8/layout/vList2"/>
    <dgm:cxn modelId="{DB946D30-2B47-4E01-88FB-9D66C5839A81}" type="presOf" srcId="{C55D2C3D-46A2-4E29-BC9D-95029976D429}" destId="{3338A241-6EB0-42D9-8121-FD11697D0708}" srcOrd="0" destOrd="0" presId="urn:microsoft.com/office/officeart/2005/8/layout/vList2"/>
    <dgm:cxn modelId="{92A0B338-271A-4CE7-A795-AC095F5F9840}" type="presOf" srcId="{3CFE5BC9-8682-4543-8E25-A3F5E1E52C5C}" destId="{EE0CDC00-D6EB-45BE-8E56-7CD42232D84A}" srcOrd="0" destOrd="3" presId="urn:microsoft.com/office/officeart/2005/8/layout/vList2"/>
    <dgm:cxn modelId="{75219A39-8796-44D7-9E67-EAE990C3EC3B}" type="presOf" srcId="{42C6F35C-F34B-44B0-9CEC-CC0A5056484D}" destId="{CFE6D60F-101F-4CFE-9BC2-85C7D93DA233}" srcOrd="0" destOrd="0" presId="urn:microsoft.com/office/officeart/2005/8/layout/vList2"/>
    <dgm:cxn modelId="{3F17263D-944A-4BE7-8E43-818CF5215EB2}" type="presOf" srcId="{A88AFFD9-2E8D-4E7B-908E-3DE24DA08A75}" destId="{EE0CDC00-D6EB-45BE-8E56-7CD42232D84A}" srcOrd="0" destOrd="0" presId="urn:microsoft.com/office/officeart/2005/8/layout/vList2"/>
    <dgm:cxn modelId="{513D1A42-B138-45A8-A1BC-6C6C39046942}" type="presOf" srcId="{52930BA9-F4AC-4600-9819-82802BAA23CF}" destId="{3B2AC86E-D991-40BA-9F87-FCFCCCA8BB61}" srcOrd="0" destOrd="0" presId="urn:microsoft.com/office/officeart/2005/8/layout/vList2"/>
    <dgm:cxn modelId="{D357E74D-4FA6-463E-9E41-F39D8AB32A47}" type="presOf" srcId="{0954254E-1FC7-4A2E-9D10-CBFEDFE20249}" destId="{CFE6D60F-101F-4CFE-9BC2-85C7D93DA233}" srcOrd="0" destOrd="2" presId="urn:microsoft.com/office/officeart/2005/8/layout/vList2"/>
    <dgm:cxn modelId="{366B1F70-DC5C-4220-902F-6D8D77E98BB0}" srcId="{26148213-4046-4768-9312-8801498A85B3}" destId="{3CFE5BC9-8682-4543-8E25-A3F5E1E52C5C}" srcOrd="3" destOrd="0" parTransId="{2BC5F712-6EBE-4CAD-BEA9-8802498FFA01}" sibTransId="{62DE8295-ED4B-48EF-866E-B709B1733B26}"/>
    <dgm:cxn modelId="{BA033C74-9E76-4324-9BC8-230FE54FE5AA}" type="presOf" srcId="{36B3A3DA-21F6-4F46-9E45-00C0DF97FDA1}" destId="{CFE6D60F-101F-4CFE-9BC2-85C7D93DA233}" srcOrd="0" destOrd="3" presId="urn:microsoft.com/office/officeart/2005/8/layout/vList2"/>
    <dgm:cxn modelId="{0B3B5B58-1BE2-4DFD-9A94-5ACC4909536B}" type="presOf" srcId="{ED8C74AC-7BB9-44CE-8397-9FA9A490E709}" destId="{EE0CDC00-D6EB-45BE-8E56-7CD42232D84A}" srcOrd="0" destOrd="1" presId="urn:microsoft.com/office/officeart/2005/8/layout/vList2"/>
    <dgm:cxn modelId="{7AA9AF59-E686-4E8E-9591-68F4EBAE8E9E}" srcId="{26148213-4046-4768-9312-8801498A85B3}" destId="{A88AFFD9-2E8D-4E7B-908E-3DE24DA08A75}" srcOrd="0" destOrd="0" parTransId="{3A1EC762-CE1C-49A3-B20F-7F9E5CDF5DDB}" sibTransId="{70173D33-167C-4892-8DE7-E3F43251580C}"/>
    <dgm:cxn modelId="{4778617C-7861-4364-83A9-AEB10AEF5CA2}" srcId="{D0A4F471-13ED-4969-822B-128A680F765E}" destId="{339264CE-FFBC-48A5-8E30-AEE989BC96D7}" srcOrd="3" destOrd="0" parTransId="{0AABB388-230E-4B4F-9D10-01A81B6C5E15}" sibTransId="{8BD11157-89E3-44A9-A971-2F35EA64E480}"/>
    <dgm:cxn modelId="{4633F081-B7D8-42A6-BF32-9E092A7AC4B0}" type="presOf" srcId="{541A7CA5-C06B-46B9-B0F1-1BE6A508ED5D}" destId="{EE0CDC00-D6EB-45BE-8E56-7CD42232D84A}" srcOrd="0" destOrd="2" presId="urn:microsoft.com/office/officeart/2005/8/layout/vList2"/>
    <dgm:cxn modelId="{0436E88E-C983-4193-B422-388583601D76}" srcId="{D0A4F471-13ED-4969-822B-128A680F765E}" destId="{26148213-4046-4768-9312-8801498A85B3}" srcOrd="1" destOrd="0" parTransId="{20380071-A505-43BC-9EB5-8CF3E9B6D775}" sibTransId="{C752016A-3B88-44BF-93F6-F998ECE8680B}"/>
    <dgm:cxn modelId="{3C4612B9-DA55-4CE8-8D76-671CB2C9B573}" srcId="{C55D2C3D-46A2-4E29-BC9D-95029976D429}" destId="{36B3A3DA-21F6-4F46-9E45-00C0DF97FDA1}" srcOrd="3" destOrd="0" parTransId="{F2730D60-ACD2-4F3B-AB5B-5E3CCAD37EF8}" sibTransId="{FD7A60B1-336E-4A4F-BBAE-B7E243F90423}"/>
    <dgm:cxn modelId="{B9DE35BE-8D25-4415-BA36-E3ED87BBBD31}" srcId="{26148213-4046-4768-9312-8801498A85B3}" destId="{ED8C74AC-7BB9-44CE-8397-9FA9A490E709}" srcOrd="1" destOrd="0" parTransId="{CDEFC066-CEA1-4FFF-ABD4-B52AB17F0F97}" sibTransId="{0C19F0E4-DDB7-4AA3-A9F8-AEF84216FE87}"/>
    <dgm:cxn modelId="{E30D66CF-7A30-4BE7-8869-B49D612AAAB8}" srcId="{C55D2C3D-46A2-4E29-BC9D-95029976D429}" destId="{41D18B67-65BD-4760-8C8C-EF76D12063B9}" srcOrd="1" destOrd="0" parTransId="{2A221702-92DB-4A0F-99B5-0F206E5F420C}" sibTransId="{95F7C02B-C580-4630-812E-61AA31EDA711}"/>
    <dgm:cxn modelId="{F07803D0-9BB2-4907-B8B1-0B3FE52771C0}" type="presOf" srcId="{41D18B67-65BD-4760-8C8C-EF76D12063B9}" destId="{CFE6D60F-101F-4CFE-9BC2-85C7D93DA233}" srcOrd="0" destOrd="1" presId="urn:microsoft.com/office/officeart/2005/8/layout/vList2"/>
    <dgm:cxn modelId="{8AE215E6-B0EF-48D0-86A1-071D63F36888}" srcId="{26148213-4046-4768-9312-8801498A85B3}" destId="{541A7CA5-C06B-46B9-B0F1-1BE6A508ED5D}" srcOrd="2" destOrd="0" parTransId="{F4035D8C-7A46-477A-80B9-A9E0EA1756BB}" sibTransId="{BD179DA8-B7E9-4077-B6DC-CB1AD0B20BC0}"/>
    <dgm:cxn modelId="{277126E8-B874-4A82-8D50-704903656FE2}" srcId="{C55D2C3D-46A2-4E29-BC9D-95029976D429}" destId="{0954254E-1FC7-4A2E-9D10-CBFEDFE20249}" srcOrd="2" destOrd="0" parTransId="{865EA96B-7E81-4EB0-92D1-10FEB5E9CB5B}" sibTransId="{875FE284-4A6C-4F34-AB82-505F7A758DF5}"/>
    <dgm:cxn modelId="{8660F8EB-117C-442D-B3BA-4AEAA83A1BEE}" srcId="{D0A4F471-13ED-4969-822B-128A680F765E}" destId="{C55D2C3D-46A2-4E29-BC9D-95029976D429}" srcOrd="2" destOrd="0" parTransId="{00BC78D2-96FD-44E8-93D5-C020B0ED6269}" sibTransId="{B7880B42-E86D-4C77-B7B4-A7FE56BA22DB}"/>
    <dgm:cxn modelId="{E7DA65FA-6141-48FE-AAAD-46478EDF419B}" type="presOf" srcId="{339264CE-FFBC-48A5-8E30-AEE989BC96D7}" destId="{7964C568-27B5-4DAD-ABA3-5092D79D2D64}" srcOrd="0" destOrd="0" presId="urn:microsoft.com/office/officeart/2005/8/layout/vList2"/>
    <dgm:cxn modelId="{5275C4FB-A237-496B-8F87-AABB3AE56AAF}" srcId="{C55D2C3D-46A2-4E29-BC9D-95029976D429}" destId="{42C6F35C-F34B-44B0-9CEC-CC0A5056484D}" srcOrd="0" destOrd="0" parTransId="{115085AE-41E3-4343-A567-15415F74D5A2}" sibTransId="{BD5C415D-B610-4500-9175-378DD172CF63}"/>
    <dgm:cxn modelId="{057AF7E2-5F6C-4402-908B-8F1ECB7D92BF}" type="presParOf" srcId="{E2A5D5B3-3AB9-4654-BCFB-902E8B4B98B3}" destId="{4D0988E5-B606-4882-800A-11628209EC91}" srcOrd="0" destOrd="0" presId="urn:microsoft.com/office/officeart/2005/8/layout/vList2"/>
    <dgm:cxn modelId="{649B6051-A649-4605-8F5A-FF952F3B599D}" type="presParOf" srcId="{E2A5D5B3-3AB9-4654-BCFB-902E8B4B98B3}" destId="{3B2AC86E-D991-40BA-9F87-FCFCCCA8BB61}" srcOrd="1" destOrd="0" presId="urn:microsoft.com/office/officeart/2005/8/layout/vList2"/>
    <dgm:cxn modelId="{83E69715-3A34-4F0B-AD54-26803F3C5BF8}" type="presParOf" srcId="{E2A5D5B3-3AB9-4654-BCFB-902E8B4B98B3}" destId="{63AB12A1-3593-4525-9BE2-AFFBE567F195}" srcOrd="2" destOrd="0" presId="urn:microsoft.com/office/officeart/2005/8/layout/vList2"/>
    <dgm:cxn modelId="{3FBF233C-B39B-428A-B9B8-89D0408464E0}" type="presParOf" srcId="{E2A5D5B3-3AB9-4654-BCFB-902E8B4B98B3}" destId="{EE0CDC00-D6EB-45BE-8E56-7CD42232D84A}" srcOrd="3" destOrd="0" presId="urn:microsoft.com/office/officeart/2005/8/layout/vList2"/>
    <dgm:cxn modelId="{978726FC-616B-4247-B952-93B9570530D4}" type="presParOf" srcId="{E2A5D5B3-3AB9-4654-BCFB-902E8B4B98B3}" destId="{3338A241-6EB0-42D9-8121-FD11697D0708}" srcOrd="4" destOrd="0" presId="urn:microsoft.com/office/officeart/2005/8/layout/vList2"/>
    <dgm:cxn modelId="{8335A4D5-C3B5-4451-A004-C58611471D32}" type="presParOf" srcId="{E2A5D5B3-3AB9-4654-BCFB-902E8B4B98B3}" destId="{CFE6D60F-101F-4CFE-9BC2-85C7D93DA233}" srcOrd="5" destOrd="0" presId="urn:microsoft.com/office/officeart/2005/8/layout/vList2"/>
    <dgm:cxn modelId="{CE6CA7B1-85CF-4368-A797-9EAB668581B8}" type="presParOf" srcId="{E2A5D5B3-3AB9-4654-BCFB-902E8B4B98B3}" destId="{7964C568-27B5-4DAD-ABA3-5092D79D2D6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0A4F471-13ED-4969-822B-128A680F765E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3AC8DB8C-6278-43CC-ADFC-A69BA14D7932}">
      <dgm:prSet/>
      <dgm:spPr/>
      <dgm:t>
        <a:bodyPr/>
        <a:lstStyle/>
        <a:p>
          <a:r>
            <a:rPr lang="fr-CA" dirty="0">
              <a:latin typeface="Segoe UI Semibold" panose="020B0702040204020203" pitchFamily="34" charset="0"/>
              <a:cs typeface="Segoe UI Semibold" panose="020B0702040204020203" pitchFamily="34" charset="0"/>
            </a:rPr>
            <a:t>Structure</a:t>
          </a:r>
          <a:endParaRPr lang="en-US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gm:t>
    </dgm:pt>
    <dgm:pt modelId="{7AFCD4EA-ABB1-41BC-A0E9-EB0D6A8D83B6}" type="parTrans" cxnId="{DEF1141E-DD33-48C8-922A-260731039FD3}">
      <dgm:prSet/>
      <dgm:spPr/>
      <dgm:t>
        <a:bodyPr/>
        <a:lstStyle/>
        <a:p>
          <a:endParaRPr lang="en-US"/>
        </a:p>
      </dgm:t>
    </dgm:pt>
    <dgm:pt modelId="{2248722E-CC01-4789-B827-7BB6A4562412}" type="sibTrans" cxnId="{DEF1141E-DD33-48C8-922A-260731039FD3}">
      <dgm:prSet/>
      <dgm:spPr/>
      <dgm:t>
        <a:bodyPr/>
        <a:lstStyle/>
        <a:p>
          <a:endParaRPr lang="en-US"/>
        </a:p>
      </dgm:t>
    </dgm:pt>
    <dgm:pt modelId="{52930BA9-F4AC-4600-9819-82802BAA23CF}">
      <dgm:prSet/>
      <dgm:spPr/>
      <dgm:t>
        <a:bodyPr/>
        <a:lstStyle/>
        <a:p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</a:rPr>
            <a:t>FIFO</a:t>
          </a:r>
        </a:p>
      </dgm:t>
    </dgm:pt>
    <dgm:pt modelId="{5C70A70A-7B9E-4495-8811-4F9EDC598E36}" type="parTrans" cxnId="{343D2605-E014-48DF-AE4A-BE8BA08CF445}">
      <dgm:prSet/>
      <dgm:spPr/>
      <dgm:t>
        <a:bodyPr/>
        <a:lstStyle/>
        <a:p>
          <a:endParaRPr lang="en-CA"/>
        </a:p>
      </dgm:t>
    </dgm:pt>
    <dgm:pt modelId="{F5EEB3E0-1328-43EA-B2EF-5D9171EC1724}" type="sibTrans" cxnId="{343D2605-E014-48DF-AE4A-BE8BA08CF445}">
      <dgm:prSet/>
      <dgm:spPr/>
      <dgm:t>
        <a:bodyPr/>
        <a:lstStyle/>
        <a:p>
          <a:endParaRPr lang="en-CA"/>
        </a:p>
      </dgm:t>
    </dgm:pt>
    <dgm:pt modelId="{26148213-4046-4768-9312-8801498A85B3}">
      <dgm:prSet/>
      <dgm:spPr/>
      <dgm:t>
        <a:bodyPr/>
        <a:lstStyle/>
        <a:p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</a:rPr>
            <a:t>Op</a:t>
          </a:r>
          <a:r>
            <a:rPr lang="fr-CA" dirty="0" err="1">
              <a:latin typeface="Segoe UI Semibold" panose="020B0702040204020203" pitchFamily="34" charset="0"/>
              <a:cs typeface="Segoe UI Semibold" panose="020B0702040204020203" pitchFamily="34" charset="0"/>
            </a:rPr>
            <a:t>érations</a:t>
          </a:r>
          <a:endParaRPr lang="en-US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gm:t>
    </dgm:pt>
    <dgm:pt modelId="{20380071-A505-43BC-9EB5-8CF3E9B6D775}" type="parTrans" cxnId="{0436E88E-C983-4193-B422-388583601D76}">
      <dgm:prSet/>
      <dgm:spPr/>
      <dgm:t>
        <a:bodyPr/>
        <a:lstStyle/>
        <a:p>
          <a:endParaRPr lang="en-CA"/>
        </a:p>
      </dgm:t>
    </dgm:pt>
    <dgm:pt modelId="{C752016A-3B88-44BF-93F6-F998ECE8680B}" type="sibTrans" cxnId="{0436E88E-C983-4193-B422-388583601D76}">
      <dgm:prSet/>
      <dgm:spPr/>
      <dgm:t>
        <a:bodyPr/>
        <a:lstStyle/>
        <a:p>
          <a:endParaRPr lang="en-CA"/>
        </a:p>
      </dgm:t>
    </dgm:pt>
    <dgm:pt modelId="{A88AFFD9-2E8D-4E7B-908E-3DE24DA08A75}">
      <dgm:prSet/>
      <dgm:spPr/>
      <dgm:t>
        <a:bodyPr/>
        <a:lstStyle/>
        <a:p>
          <a:r>
            <a:rPr lang="en-US" dirty="0" err="1">
              <a:latin typeface="Segoe UI Semibold" panose="020B0702040204020203" pitchFamily="34" charset="0"/>
              <a:cs typeface="Segoe UI Semibold" panose="020B0702040204020203" pitchFamily="34" charset="0"/>
            </a:rPr>
            <a:t>enfiler</a:t>
          </a:r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</a:rPr>
            <a:t>(T element)</a:t>
          </a:r>
        </a:p>
      </dgm:t>
    </dgm:pt>
    <dgm:pt modelId="{3A1EC762-CE1C-49A3-B20F-7F9E5CDF5DDB}" type="parTrans" cxnId="{7AA9AF59-E686-4E8E-9591-68F4EBAE8E9E}">
      <dgm:prSet/>
      <dgm:spPr/>
      <dgm:t>
        <a:bodyPr/>
        <a:lstStyle/>
        <a:p>
          <a:endParaRPr lang="en-CA"/>
        </a:p>
      </dgm:t>
    </dgm:pt>
    <dgm:pt modelId="{70173D33-167C-4892-8DE7-E3F43251580C}" type="sibTrans" cxnId="{7AA9AF59-E686-4E8E-9591-68F4EBAE8E9E}">
      <dgm:prSet/>
      <dgm:spPr/>
      <dgm:t>
        <a:bodyPr/>
        <a:lstStyle/>
        <a:p>
          <a:endParaRPr lang="en-CA"/>
        </a:p>
      </dgm:t>
    </dgm:pt>
    <dgm:pt modelId="{ED8C74AC-7BB9-44CE-8397-9FA9A490E709}">
      <dgm:prSet/>
      <dgm:spPr/>
      <dgm:t>
        <a:bodyPr/>
        <a:lstStyle/>
        <a:p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</a:rPr>
            <a:t>defiler()</a:t>
          </a:r>
        </a:p>
      </dgm:t>
    </dgm:pt>
    <dgm:pt modelId="{CDEFC066-CEA1-4FFF-ABD4-B52AB17F0F97}" type="parTrans" cxnId="{B9DE35BE-8D25-4415-BA36-E3ED87BBBD31}">
      <dgm:prSet/>
      <dgm:spPr/>
      <dgm:t>
        <a:bodyPr/>
        <a:lstStyle/>
        <a:p>
          <a:endParaRPr lang="en-CA"/>
        </a:p>
      </dgm:t>
    </dgm:pt>
    <dgm:pt modelId="{0C19F0E4-DDB7-4AA3-A9F8-AEF84216FE87}" type="sibTrans" cxnId="{B9DE35BE-8D25-4415-BA36-E3ED87BBBD31}">
      <dgm:prSet/>
      <dgm:spPr/>
      <dgm:t>
        <a:bodyPr/>
        <a:lstStyle/>
        <a:p>
          <a:endParaRPr lang="en-CA"/>
        </a:p>
      </dgm:t>
    </dgm:pt>
    <dgm:pt modelId="{541A7CA5-C06B-46B9-B0F1-1BE6A508ED5D}">
      <dgm:prSet/>
      <dgm:spPr/>
      <dgm:t>
        <a:bodyPr/>
        <a:lstStyle/>
        <a:p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</a:rPr>
            <a:t>tete/premier()</a:t>
          </a:r>
        </a:p>
      </dgm:t>
    </dgm:pt>
    <dgm:pt modelId="{F4035D8C-7A46-477A-80B9-A9E0EA1756BB}" type="parTrans" cxnId="{8AE215E6-B0EF-48D0-86A1-071D63F36888}">
      <dgm:prSet/>
      <dgm:spPr/>
      <dgm:t>
        <a:bodyPr/>
        <a:lstStyle/>
        <a:p>
          <a:endParaRPr lang="en-CA"/>
        </a:p>
      </dgm:t>
    </dgm:pt>
    <dgm:pt modelId="{BD179DA8-B7E9-4077-B6DC-CB1AD0B20BC0}" type="sibTrans" cxnId="{8AE215E6-B0EF-48D0-86A1-071D63F36888}">
      <dgm:prSet/>
      <dgm:spPr/>
      <dgm:t>
        <a:bodyPr/>
        <a:lstStyle/>
        <a:p>
          <a:endParaRPr lang="en-CA"/>
        </a:p>
      </dgm:t>
    </dgm:pt>
    <dgm:pt modelId="{3CFE5BC9-8682-4543-8E25-A3F5E1E52C5C}">
      <dgm:prSet/>
      <dgm:spPr/>
      <dgm:t>
        <a:bodyPr/>
        <a:lstStyle/>
        <a:p>
          <a:r>
            <a:rPr lang="en-US" dirty="0" err="1">
              <a:latin typeface="Segoe UI Semibold" panose="020B0702040204020203" pitchFamily="34" charset="0"/>
              <a:cs typeface="Segoe UI Semibold" panose="020B0702040204020203" pitchFamily="34" charset="0"/>
            </a:rPr>
            <a:t>estVide</a:t>
          </a:r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</a:rPr>
            <a:t>()</a:t>
          </a:r>
        </a:p>
      </dgm:t>
    </dgm:pt>
    <dgm:pt modelId="{2BC5F712-6EBE-4CAD-BEA9-8802498FFA01}" type="parTrans" cxnId="{366B1F70-DC5C-4220-902F-6D8D77E98BB0}">
      <dgm:prSet/>
      <dgm:spPr/>
      <dgm:t>
        <a:bodyPr/>
        <a:lstStyle/>
        <a:p>
          <a:endParaRPr lang="en-CA"/>
        </a:p>
      </dgm:t>
    </dgm:pt>
    <dgm:pt modelId="{62DE8295-ED4B-48EF-866E-B709B1733B26}" type="sibTrans" cxnId="{366B1F70-DC5C-4220-902F-6D8D77E98BB0}">
      <dgm:prSet/>
      <dgm:spPr/>
      <dgm:t>
        <a:bodyPr/>
        <a:lstStyle/>
        <a:p>
          <a:endParaRPr lang="en-CA"/>
        </a:p>
      </dgm:t>
    </dgm:pt>
    <dgm:pt modelId="{C55D2C3D-46A2-4E29-BC9D-95029976D429}">
      <dgm:prSet/>
      <dgm:spPr/>
      <dgm:t>
        <a:bodyPr/>
        <a:lstStyle/>
        <a:p>
          <a:r>
            <a:rPr lang="en-US" dirty="0" err="1">
              <a:latin typeface="Segoe UI Semibold" panose="020B0702040204020203" pitchFamily="34" charset="0"/>
              <a:cs typeface="Segoe UI Semibold" panose="020B0702040204020203" pitchFamily="34" charset="0"/>
            </a:rPr>
            <a:t>Implémentation</a:t>
          </a:r>
          <a:endParaRPr lang="en-US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gm:t>
    </dgm:pt>
    <dgm:pt modelId="{00BC78D2-96FD-44E8-93D5-C020B0ED6269}" type="parTrans" cxnId="{8660F8EB-117C-442D-B3BA-4AEAA83A1BEE}">
      <dgm:prSet/>
      <dgm:spPr/>
      <dgm:t>
        <a:bodyPr/>
        <a:lstStyle/>
        <a:p>
          <a:endParaRPr lang="en-CA"/>
        </a:p>
      </dgm:t>
    </dgm:pt>
    <dgm:pt modelId="{B7880B42-E86D-4C77-B7B4-A7FE56BA22DB}" type="sibTrans" cxnId="{8660F8EB-117C-442D-B3BA-4AEAA83A1BEE}">
      <dgm:prSet/>
      <dgm:spPr/>
      <dgm:t>
        <a:bodyPr/>
        <a:lstStyle/>
        <a:p>
          <a:endParaRPr lang="en-CA"/>
        </a:p>
      </dgm:t>
    </dgm:pt>
    <dgm:pt modelId="{42C6F35C-F34B-44B0-9CEC-CC0A5056484D}">
      <dgm:prSet/>
      <dgm:spPr/>
      <dgm:t>
        <a:bodyPr/>
        <a:lstStyle/>
        <a:p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</a:rPr>
            <a:t>Tableau </a:t>
          </a:r>
          <a:r>
            <a:rPr lang="en-US" dirty="0" err="1">
              <a:latin typeface="Segoe UI Semibold" panose="020B0702040204020203" pitchFamily="34" charset="0"/>
              <a:cs typeface="Segoe UI Semibold" panose="020B0702040204020203" pitchFamily="34" charset="0"/>
            </a:rPr>
            <a:t>Circulaire</a:t>
          </a:r>
          <a:endParaRPr lang="en-US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gm:t>
    </dgm:pt>
    <dgm:pt modelId="{115085AE-41E3-4343-A567-15415F74D5A2}" type="parTrans" cxnId="{5275C4FB-A237-496B-8F87-AABB3AE56AAF}">
      <dgm:prSet/>
      <dgm:spPr/>
      <dgm:t>
        <a:bodyPr/>
        <a:lstStyle/>
        <a:p>
          <a:endParaRPr lang="en-CA"/>
        </a:p>
      </dgm:t>
    </dgm:pt>
    <dgm:pt modelId="{BD5C415D-B610-4500-9175-378DD172CF63}" type="sibTrans" cxnId="{5275C4FB-A237-496B-8F87-AABB3AE56AAF}">
      <dgm:prSet/>
      <dgm:spPr/>
      <dgm:t>
        <a:bodyPr/>
        <a:lstStyle/>
        <a:p>
          <a:endParaRPr lang="en-CA"/>
        </a:p>
      </dgm:t>
    </dgm:pt>
    <dgm:pt modelId="{41D18B67-65BD-4760-8C8C-EF76D12063B9}">
      <dgm:prSet/>
      <dgm:spPr/>
      <dgm:t>
        <a:bodyPr/>
        <a:lstStyle/>
        <a:p>
          <a:r>
            <a:rPr lang="en-US" dirty="0" err="1">
              <a:latin typeface="Segoe UI Semibold" panose="020B0702040204020203" pitchFamily="34" charset="0"/>
              <a:cs typeface="Segoe UI Semibold" panose="020B0702040204020203" pitchFamily="34" charset="0"/>
            </a:rPr>
            <a:t>ArrayList</a:t>
          </a:r>
          <a:endParaRPr lang="en-US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gm:t>
    </dgm:pt>
    <dgm:pt modelId="{2A221702-92DB-4A0F-99B5-0F206E5F420C}" type="parTrans" cxnId="{E30D66CF-7A30-4BE7-8869-B49D612AAAB8}">
      <dgm:prSet/>
      <dgm:spPr/>
      <dgm:t>
        <a:bodyPr/>
        <a:lstStyle/>
        <a:p>
          <a:endParaRPr lang="en-CA"/>
        </a:p>
      </dgm:t>
    </dgm:pt>
    <dgm:pt modelId="{95F7C02B-C580-4630-812E-61AA31EDA711}" type="sibTrans" cxnId="{E30D66CF-7A30-4BE7-8869-B49D612AAAB8}">
      <dgm:prSet/>
      <dgm:spPr/>
      <dgm:t>
        <a:bodyPr/>
        <a:lstStyle/>
        <a:p>
          <a:endParaRPr lang="en-CA"/>
        </a:p>
      </dgm:t>
    </dgm:pt>
    <dgm:pt modelId="{0954254E-1FC7-4A2E-9D10-CBFEDFE20249}">
      <dgm:prSet/>
      <dgm:spPr/>
      <dgm:t>
        <a:bodyPr/>
        <a:lstStyle/>
        <a:p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</a:rPr>
            <a:t>LinkedList</a:t>
          </a:r>
        </a:p>
      </dgm:t>
    </dgm:pt>
    <dgm:pt modelId="{865EA96B-7E81-4EB0-92D1-10FEB5E9CB5B}" type="parTrans" cxnId="{277126E8-B874-4A82-8D50-704903656FE2}">
      <dgm:prSet/>
      <dgm:spPr/>
      <dgm:t>
        <a:bodyPr/>
        <a:lstStyle/>
        <a:p>
          <a:endParaRPr lang="en-CA"/>
        </a:p>
      </dgm:t>
    </dgm:pt>
    <dgm:pt modelId="{875FE284-4A6C-4F34-AB82-505F7A758DF5}" type="sibTrans" cxnId="{277126E8-B874-4A82-8D50-704903656FE2}">
      <dgm:prSet/>
      <dgm:spPr/>
      <dgm:t>
        <a:bodyPr/>
        <a:lstStyle/>
        <a:p>
          <a:endParaRPr lang="en-CA"/>
        </a:p>
      </dgm:t>
    </dgm:pt>
    <dgm:pt modelId="{36B3A3DA-21F6-4F46-9E45-00C0DF97FDA1}">
      <dgm:prSet/>
      <dgm:spPr/>
      <dgm:t>
        <a:bodyPr/>
        <a:lstStyle/>
        <a:p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</a:rPr>
            <a:t>2 Piles</a:t>
          </a:r>
        </a:p>
      </dgm:t>
    </dgm:pt>
    <dgm:pt modelId="{F2730D60-ACD2-4F3B-AB5B-5E3CCAD37EF8}" type="parTrans" cxnId="{3C4612B9-DA55-4CE8-8D76-671CB2C9B573}">
      <dgm:prSet/>
      <dgm:spPr/>
      <dgm:t>
        <a:bodyPr/>
        <a:lstStyle/>
        <a:p>
          <a:endParaRPr lang="en-CA"/>
        </a:p>
      </dgm:t>
    </dgm:pt>
    <dgm:pt modelId="{FD7A60B1-336E-4A4F-BBAE-B7E243F90423}" type="sibTrans" cxnId="{3C4612B9-DA55-4CE8-8D76-671CB2C9B573}">
      <dgm:prSet/>
      <dgm:spPr/>
      <dgm:t>
        <a:bodyPr/>
        <a:lstStyle/>
        <a:p>
          <a:endParaRPr lang="en-CA"/>
        </a:p>
      </dgm:t>
    </dgm:pt>
    <dgm:pt modelId="{4B54CBB9-0E98-4569-B4D6-74652B7B2FBB}">
      <dgm:prSet/>
      <dgm:spPr/>
      <dgm:t>
        <a:bodyPr/>
        <a:lstStyle/>
        <a:p>
          <a:r>
            <a:rPr lang="en-US" dirty="0" err="1">
              <a:latin typeface="Segoe UI Semibold" panose="020B0702040204020203" pitchFamily="34" charset="0"/>
              <a:cs typeface="Segoe UI Semibold" panose="020B0702040204020203" pitchFamily="34" charset="0"/>
            </a:rPr>
            <a:t>vider</a:t>
          </a:r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</a:rPr>
            <a:t>()</a:t>
          </a:r>
        </a:p>
      </dgm:t>
    </dgm:pt>
    <dgm:pt modelId="{4D66606E-C6E7-4219-A63F-EB93F7D74139}" type="parTrans" cxnId="{0846CE39-662A-4726-8EB6-34FF5BC3B2C9}">
      <dgm:prSet/>
      <dgm:spPr/>
      <dgm:t>
        <a:bodyPr/>
        <a:lstStyle/>
        <a:p>
          <a:endParaRPr lang="en-CA"/>
        </a:p>
      </dgm:t>
    </dgm:pt>
    <dgm:pt modelId="{72AF8E04-E3B0-49D3-9DAB-5E1FAB0FD175}" type="sibTrans" cxnId="{0846CE39-662A-4726-8EB6-34FF5BC3B2C9}">
      <dgm:prSet/>
      <dgm:spPr/>
      <dgm:t>
        <a:bodyPr/>
        <a:lstStyle/>
        <a:p>
          <a:endParaRPr lang="en-CA"/>
        </a:p>
      </dgm:t>
    </dgm:pt>
    <dgm:pt modelId="{2475FF01-7E3C-4031-9980-5816057835C5}">
      <dgm:prSet/>
      <dgm:spPr/>
      <dgm:t>
        <a:bodyPr/>
        <a:lstStyle/>
        <a:p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</a:rPr>
            <a:t>taille()</a:t>
          </a:r>
        </a:p>
      </dgm:t>
    </dgm:pt>
    <dgm:pt modelId="{ABA52F5C-377A-4FC9-B76F-5F0C6EAF2BA8}" type="parTrans" cxnId="{7C6A2151-9F12-4D4C-9D82-4C1CD2FDAD1F}">
      <dgm:prSet/>
      <dgm:spPr/>
      <dgm:t>
        <a:bodyPr/>
        <a:lstStyle/>
        <a:p>
          <a:endParaRPr lang="en-CA"/>
        </a:p>
      </dgm:t>
    </dgm:pt>
    <dgm:pt modelId="{56446F35-5B6A-424E-99A2-587EC84D1CED}" type="sibTrans" cxnId="{7C6A2151-9F12-4D4C-9D82-4C1CD2FDAD1F}">
      <dgm:prSet/>
      <dgm:spPr/>
      <dgm:t>
        <a:bodyPr/>
        <a:lstStyle/>
        <a:p>
          <a:endParaRPr lang="en-CA"/>
        </a:p>
      </dgm:t>
    </dgm:pt>
    <dgm:pt modelId="{72E9139C-F093-49C4-8D5F-5AB6212DCD3A}">
      <dgm:prSet/>
      <dgm:spPr/>
      <dgm:t>
        <a:bodyPr/>
        <a:lstStyle/>
        <a:p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  <a:hlinkClick xmlns:r="http://schemas.openxmlformats.org/officeDocument/2006/relationships" r:id="rId1"/>
            </a:rPr>
            <a:t>Visualisation Interactive pour </a:t>
          </a:r>
          <a:r>
            <a:rPr lang="en-US" dirty="0" err="1">
              <a:latin typeface="Segoe UI Semibold" panose="020B0702040204020203" pitchFamily="34" charset="0"/>
              <a:cs typeface="Segoe UI Semibold" panose="020B0702040204020203" pitchFamily="34" charset="0"/>
              <a:hlinkClick xmlns:r="http://schemas.openxmlformats.org/officeDocument/2006/relationships" r:id="rId1"/>
            </a:rPr>
            <a:t>mieux</a:t>
          </a:r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  <a:hlinkClick xmlns:r="http://schemas.openxmlformats.org/officeDocument/2006/relationships" r:id="rId1"/>
            </a:rPr>
            <a:t> </a:t>
          </a:r>
          <a:r>
            <a:rPr lang="en-US" dirty="0" err="1">
              <a:latin typeface="Segoe UI Semibold" panose="020B0702040204020203" pitchFamily="34" charset="0"/>
              <a:cs typeface="Segoe UI Semibold" panose="020B0702040204020203" pitchFamily="34" charset="0"/>
              <a:hlinkClick xmlns:r="http://schemas.openxmlformats.org/officeDocument/2006/relationships" r:id="rId1"/>
            </a:rPr>
            <a:t>coprendre</a:t>
          </a:r>
          <a:endParaRPr lang="en-US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gm:t>
    </dgm:pt>
    <dgm:pt modelId="{C97B80A8-7322-491C-981A-F77003877DE0}" type="parTrans" cxnId="{A2815119-BC8B-4D15-A230-36B2538AE50E}">
      <dgm:prSet/>
      <dgm:spPr/>
      <dgm:t>
        <a:bodyPr/>
        <a:lstStyle/>
        <a:p>
          <a:endParaRPr lang="en-CA"/>
        </a:p>
      </dgm:t>
    </dgm:pt>
    <dgm:pt modelId="{A775F71D-89F1-4BEA-9B10-9E32E2A26088}" type="sibTrans" cxnId="{A2815119-BC8B-4D15-A230-36B2538AE50E}">
      <dgm:prSet/>
      <dgm:spPr/>
      <dgm:t>
        <a:bodyPr/>
        <a:lstStyle/>
        <a:p>
          <a:endParaRPr lang="en-CA"/>
        </a:p>
      </dgm:t>
    </dgm:pt>
    <dgm:pt modelId="{E2A5D5B3-3AB9-4654-BCFB-902E8B4B98B3}" type="pres">
      <dgm:prSet presAssocID="{D0A4F471-13ED-4969-822B-128A680F765E}" presName="linear" presStyleCnt="0">
        <dgm:presLayoutVars>
          <dgm:animLvl val="lvl"/>
          <dgm:resizeHandles val="exact"/>
        </dgm:presLayoutVars>
      </dgm:prSet>
      <dgm:spPr/>
    </dgm:pt>
    <dgm:pt modelId="{4D0988E5-B606-4882-800A-11628209EC91}" type="pres">
      <dgm:prSet presAssocID="{3AC8DB8C-6278-43CC-ADFC-A69BA14D793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B2AC86E-D991-40BA-9F87-FCFCCCA8BB61}" type="pres">
      <dgm:prSet presAssocID="{3AC8DB8C-6278-43CC-ADFC-A69BA14D7932}" presName="childText" presStyleLbl="revTx" presStyleIdx="0" presStyleCnt="3">
        <dgm:presLayoutVars>
          <dgm:bulletEnabled val="1"/>
        </dgm:presLayoutVars>
      </dgm:prSet>
      <dgm:spPr/>
    </dgm:pt>
    <dgm:pt modelId="{63AB12A1-3593-4525-9BE2-AFFBE567F195}" type="pres">
      <dgm:prSet presAssocID="{26148213-4046-4768-9312-8801498A85B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E0CDC00-D6EB-45BE-8E56-7CD42232D84A}" type="pres">
      <dgm:prSet presAssocID="{26148213-4046-4768-9312-8801498A85B3}" presName="childText" presStyleLbl="revTx" presStyleIdx="1" presStyleCnt="3">
        <dgm:presLayoutVars>
          <dgm:bulletEnabled val="1"/>
        </dgm:presLayoutVars>
      </dgm:prSet>
      <dgm:spPr/>
    </dgm:pt>
    <dgm:pt modelId="{3338A241-6EB0-42D9-8121-FD11697D0708}" type="pres">
      <dgm:prSet presAssocID="{C55D2C3D-46A2-4E29-BC9D-95029976D42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FE6D60F-101F-4CFE-9BC2-85C7D93DA233}" type="pres">
      <dgm:prSet presAssocID="{C55D2C3D-46A2-4E29-BC9D-95029976D429}" presName="childText" presStyleLbl="revTx" presStyleIdx="2" presStyleCnt="3">
        <dgm:presLayoutVars>
          <dgm:bulletEnabled val="1"/>
        </dgm:presLayoutVars>
      </dgm:prSet>
      <dgm:spPr/>
    </dgm:pt>
    <dgm:pt modelId="{6D3037E2-6B82-4364-9CA7-90528E22A820}" type="pres">
      <dgm:prSet presAssocID="{72E9139C-F093-49C4-8D5F-5AB6212DCD3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43D2605-E014-48DF-AE4A-BE8BA08CF445}" srcId="{3AC8DB8C-6278-43CC-ADFC-A69BA14D7932}" destId="{52930BA9-F4AC-4600-9819-82802BAA23CF}" srcOrd="0" destOrd="0" parTransId="{5C70A70A-7B9E-4495-8811-4F9EDC598E36}" sibTransId="{F5EEB3E0-1328-43EA-B2EF-5D9171EC1724}"/>
    <dgm:cxn modelId="{ED16A207-29E0-4EF0-97F0-06E5353D4A73}" type="presOf" srcId="{541A7CA5-C06B-46B9-B0F1-1BE6A508ED5D}" destId="{EE0CDC00-D6EB-45BE-8E56-7CD42232D84A}" srcOrd="0" destOrd="2" presId="urn:microsoft.com/office/officeart/2005/8/layout/vList2"/>
    <dgm:cxn modelId="{6F081F0C-9C0D-401E-A47A-E648FB3AC48E}" type="presOf" srcId="{C55D2C3D-46A2-4E29-BC9D-95029976D429}" destId="{3338A241-6EB0-42D9-8121-FD11697D0708}" srcOrd="0" destOrd="0" presId="urn:microsoft.com/office/officeart/2005/8/layout/vList2"/>
    <dgm:cxn modelId="{A2815119-BC8B-4D15-A230-36B2538AE50E}" srcId="{D0A4F471-13ED-4969-822B-128A680F765E}" destId="{72E9139C-F093-49C4-8D5F-5AB6212DCD3A}" srcOrd="3" destOrd="0" parTransId="{C97B80A8-7322-491C-981A-F77003877DE0}" sibTransId="{A775F71D-89F1-4BEA-9B10-9E32E2A26088}"/>
    <dgm:cxn modelId="{AB60B619-317D-4EE3-B3BA-2403777DCF0E}" type="presOf" srcId="{D0A4F471-13ED-4969-822B-128A680F765E}" destId="{E2A5D5B3-3AB9-4654-BCFB-902E8B4B98B3}" srcOrd="0" destOrd="0" presId="urn:microsoft.com/office/officeart/2005/8/layout/vList2"/>
    <dgm:cxn modelId="{9BBE6C1B-E1E9-4345-98BE-07A410BCE524}" type="presOf" srcId="{41D18B67-65BD-4760-8C8C-EF76D12063B9}" destId="{CFE6D60F-101F-4CFE-9BC2-85C7D93DA233}" srcOrd="0" destOrd="1" presId="urn:microsoft.com/office/officeart/2005/8/layout/vList2"/>
    <dgm:cxn modelId="{DEF1141E-DD33-48C8-922A-260731039FD3}" srcId="{D0A4F471-13ED-4969-822B-128A680F765E}" destId="{3AC8DB8C-6278-43CC-ADFC-A69BA14D7932}" srcOrd="0" destOrd="0" parTransId="{7AFCD4EA-ABB1-41BC-A0E9-EB0D6A8D83B6}" sibTransId="{2248722E-CC01-4789-B827-7BB6A4562412}"/>
    <dgm:cxn modelId="{0846CE39-662A-4726-8EB6-34FF5BC3B2C9}" srcId="{26148213-4046-4768-9312-8801498A85B3}" destId="{4B54CBB9-0E98-4569-B4D6-74652B7B2FBB}" srcOrd="4" destOrd="0" parTransId="{4D66606E-C6E7-4219-A63F-EB93F7D74139}" sibTransId="{72AF8E04-E3B0-49D3-9DAB-5E1FAB0FD175}"/>
    <dgm:cxn modelId="{45CD2D3A-CCAB-45DC-8BB1-9D22AEA26891}" type="presOf" srcId="{3AC8DB8C-6278-43CC-ADFC-A69BA14D7932}" destId="{4D0988E5-B606-4882-800A-11628209EC91}" srcOrd="0" destOrd="0" presId="urn:microsoft.com/office/officeart/2005/8/layout/vList2"/>
    <dgm:cxn modelId="{C736B541-51E2-4DC4-931C-7288B4713C6A}" type="presOf" srcId="{ED8C74AC-7BB9-44CE-8397-9FA9A490E709}" destId="{EE0CDC00-D6EB-45BE-8E56-7CD42232D84A}" srcOrd="0" destOrd="1" presId="urn:microsoft.com/office/officeart/2005/8/layout/vList2"/>
    <dgm:cxn modelId="{366B1F70-DC5C-4220-902F-6D8D77E98BB0}" srcId="{26148213-4046-4768-9312-8801498A85B3}" destId="{3CFE5BC9-8682-4543-8E25-A3F5E1E52C5C}" srcOrd="3" destOrd="0" parTransId="{2BC5F712-6EBE-4CAD-BEA9-8802498FFA01}" sibTransId="{62DE8295-ED4B-48EF-866E-B709B1733B26}"/>
    <dgm:cxn modelId="{7C6A2151-9F12-4D4C-9D82-4C1CD2FDAD1F}" srcId="{26148213-4046-4768-9312-8801498A85B3}" destId="{2475FF01-7E3C-4031-9980-5816057835C5}" srcOrd="5" destOrd="0" parTransId="{ABA52F5C-377A-4FC9-B76F-5F0C6EAF2BA8}" sibTransId="{56446F35-5B6A-424E-99A2-587EC84D1CED}"/>
    <dgm:cxn modelId="{C6A48472-19FA-41FD-BC34-ECCDDA51AFC2}" type="presOf" srcId="{36B3A3DA-21F6-4F46-9E45-00C0DF97FDA1}" destId="{CFE6D60F-101F-4CFE-9BC2-85C7D93DA233}" srcOrd="0" destOrd="3" presId="urn:microsoft.com/office/officeart/2005/8/layout/vList2"/>
    <dgm:cxn modelId="{6B51F753-D550-407F-AC43-2CB708A1AB5A}" type="presOf" srcId="{42C6F35C-F34B-44B0-9CEC-CC0A5056484D}" destId="{CFE6D60F-101F-4CFE-9BC2-85C7D93DA233}" srcOrd="0" destOrd="0" presId="urn:microsoft.com/office/officeart/2005/8/layout/vList2"/>
    <dgm:cxn modelId="{7AA9AF59-E686-4E8E-9591-68F4EBAE8E9E}" srcId="{26148213-4046-4768-9312-8801498A85B3}" destId="{A88AFFD9-2E8D-4E7B-908E-3DE24DA08A75}" srcOrd="0" destOrd="0" parTransId="{3A1EC762-CE1C-49A3-B20F-7F9E5CDF5DDB}" sibTransId="{70173D33-167C-4892-8DE7-E3F43251580C}"/>
    <dgm:cxn modelId="{6D925B80-524F-42DE-9770-1CED9EBF1E08}" type="presOf" srcId="{0954254E-1FC7-4A2E-9D10-CBFEDFE20249}" destId="{CFE6D60F-101F-4CFE-9BC2-85C7D93DA233}" srcOrd="0" destOrd="2" presId="urn:microsoft.com/office/officeart/2005/8/layout/vList2"/>
    <dgm:cxn modelId="{0436E88E-C983-4193-B422-388583601D76}" srcId="{D0A4F471-13ED-4969-822B-128A680F765E}" destId="{26148213-4046-4768-9312-8801498A85B3}" srcOrd="1" destOrd="0" parTransId="{20380071-A505-43BC-9EB5-8CF3E9B6D775}" sibTransId="{C752016A-3B88-44BF-93F6-F998ECE8680B}"/>
    <dgm:cxn modelId="{5601E790-F9BE-4E95-BAD2-228FA079DA7D}" type="presOf" srcId="{3CFE5BC9-8682-4543-8E25-A3F5E1E52C5C}" destId="{EE0CDC00-D6EB-45BE-8E56-7CD42232D84A}" srcOrd="0" destOrd="3" presId="urn:microsoft.com/office/officeart/2005/8/layout/vList2"/>
    <dgm:cxn modelId="{52F86893-7283-40F1-92C4-CB3063C91407}" type="presOf" srcId="{72E9139C-F093-49C4-8D5F-5AB6212DCD3A}" destId="{6D3037E2-6B82-4364-9CA7-90528E22A820}" srcOrd="0" destOrd="0" presId="urn:microsoft.com/office/officeart/2005/8/layout/vList2"/>
    <dgm:cxn modelId="{8B87DEAF-0830-4726-9654-11F1F35BB379}" type="presOf" srcId="{A88AFFD9-2E8D-4E7B-908E-3DE24DA08A75}" destId="{EE0CDC00-D6EB-45BE-8E56-7CD42232D84A}" srcOrd="0" destOrd="0" presId="urn:microsoft.com/office/officeart/2005/8/layout/vList2"/>
    <dgm:cxn modelId="{3C4612B9-DA55-4CE8-8D76-671CB2C9B573}" srcId="{C55D2C3D-46A2-4E29-BC9D-95029976D429}" destId="{36B3A3DA-21F6-4F46-9E45-00C0DF97FDA1}" srcOrd="3" destOrd="0" parTransId="{F2730D60-ACD2-4F3B-AB5B-5E3CCAD37EF8}" sibTransId="{FD7A60B1-336E-4A4F-BBAE-B7E243F90423}"/>
    <dgm:cxn modelId="{B9DE35BE-8D25-4415-BA36-E3ED87BBBD31}" srcId="{26148213-4046-4768-9312-8801498A85B3}" destId="{ED8C74AC-7BB9-44CE-8397-9FA9A490E709}" srcOrd="1" destOrd="0" parTransId="{CDEFC066-CEA1-4FFF-ABD4-B52AB17F0F97}" sibTransId="{0C19F0E4-DDB7-4AA3-A9F8-AEF84216FE87}"/>
    <dgm:cxn modelId="{E30D66CF-7A30-4BE7-8869-B49D612AAAB8}" srcId="{C55D2C3D-46A2-4E29-BC9D-95029976D429}" destId="{41D18B67-65BD-4760-8C8C-EF76D12063B9}" srcOrd="1" destOrd="0" parTransId="{2A221702-92DB-4A0F-99B5-0F206E5F420C}" sibTransId="{95F7C02B-C580-4630-812E-61AA31EDA711}"/>
    <dgm:cxn modelId="{3703B7D4-E158-42AF-A0D4-C5745855E516}" type="presOf" srcId="{26148213-4046-4768-9312-8801498A85B3}" destId="{63AB12A1-3593-4525-9BE2-AFFBE567F195}" srcOrd="0" destOrd="0" presId="urn:microsoft.com/office/officeart/2005/8/layout/vList2"/>
    <dgm:cxn modelId="{0B495CD7-ABD7-4837-ABC7-C8808C748A29}" type="presOf" srcId="{4B54CBB9-0E98-4569-B4D6-74652B7B2FBB}" destId="{EE0CDC00-D6EB-45BE-8E56-7CD42232D84A}" srcOrd="0" destOrd="4" presId="urn:microsoft.com/office/officeart/2005/8/layout/vList2"/>
    <dgm:cxn modelId="{8AE215E6-B0EF-48D0-86A1-071D63F36888}" srcId="{26148213-4046-4768-9312-8801498A85B3}" destId="{541A7CA5-C06B-46B9-B0F1-1BE6A508ED5D}" srcOrd="2" destOrd="0" parTransId="{F4035D8C-7A46-477A-80B9-A9E0EA1756BB}" sibTransId="{BD179DA8-B7E9-4077-B6DC-CB1AD0B20BC0}"/>
    <dgm:cxn modelId="{277126E8-B874-4A82-8D50-704903656FE2}" srcId="{C55D2C3D-46A2-4E29-BC9D-95029976D429}" destId="{0954254E-1FC7-4A2E-9D10-CBFEDFE20249}" srcOrd="2" destOrd="0" parTransId="{865EA96B-7E81-4EB0-92D1-10FEB5E9CB5B}" sibTransId="{875FE284-4A6C-4F34-AB82-505F7A758DF5}"/>
    <dgm:cxn modelId="{8660F8EB-117C-442D-B3BA-4AEAA83A1BEE}" srcId="{D0A4F471-13ED-4969-822B-128A680F765E}" destId="{C55D2C3D-46A2-4E29-BC9D-95029976D429}" srcOrd="2" destOrd="0" parTransId="{00BC78D2-96FD-44E8-93D5-C020B0ED6269}" sibTransId="{B7880B42-E86D-4C77-B7B4-A7FE56BA22DB}"/>
    <dgm:cxn modelId="{463196ED-910D-453F-B033-3F2F206028BB}" type="presOf" srcId="{52930BA9-F4AC-4600-9819-82802BAA23CF}" destId="{3B2AC86E-D991-40BA-9F87-FCFCCCA8BB61}" srcOrd="0" destOrd="0" presId="urn:microsoft.com/office/officeart/2005/8/layout/vList2"/>
    <dgm:cxn modelId="{2D6366F7-2C36-4BBD-80DE-AF3F04ED61BA}" type="presOf" srcId="{2475FF01-7E3C-4031-9980-5816057835C5}" destId="{EE0CDC00-D6EB-45BE-8E56-7CD42232D84A}" srcOrd="0" destOrd="5" presId="urn:microsoft.com/office/officeart/2005/8/layout/vList2"/>
    <dgm:cxn modelId="{5275C4FB-A237-496B-8F87-AABB3AE56AAF}" srcId="{C55D2C3D-46A2-4E29-BC9D-95029976D429}" destId="{42C6F35C-F34B-44B0-9CEC-CC0A5056484D}" srcOrd="0" destOrd="0" parTransId="{115085AE-41E3-4343-A567-15415F74D5A2}" sibTransId="{BD5C415D-B610-4500-9175-378DD172CF63}"/>
    <dgm:cxn modelId="{46AE4091-5A1A-42A5-9FE1-225860980022}" type="presParOf" srcId="{E2A5D5B3-3AB9-4654-BCFB-902E8B4B98B3}" destId="{4D0988E5-B606-4882-800A-11628209EC91}" srcOrd="0" destOrd="0" presId="urn:microsoft.com/office/officeart/2005/8/layout/vList2"/>
    <dgm:cxn modelId="{1F427AD1-4154-4D20-AA56-34605EEB58E7}" type="presParOf" srcId="{E2A5D5B3-3AB9-4654-BCFB-902E8B4B98B3}" destId="{3B2AC86E-D991-40BA-9F87-FCFCCCA8BB61}" srcOrd="1" destOrd="0" presId="urn:microsoft.com/office/officeart/2005/8/layout/vList2"/>
    <dgm:cxn modelId="{8BDFA2D5-BD51-40BF-9E81-D37147222FB3}" type="presParOf" srcId="{E2A5D5B3-3AB9-4654-BCFB-902E8B4B98B3}" destId="{63AB12A1-3593-4525-9BE2-AFFBE567F195}" srcOrd="2" destOrd="0" presId="urn:microsoft.com/office/officeart/2005/8/layout/vList2"/>
    <dgm:cxn modelId="{5988E574-32B5-4CA5-A435-DC2DA1263166}" type="presParOf" srcId="{E2A5D5B3-3AB9-4654-BCFB-902E8B4B98B3}" destId="{EE0CDC00-D6EB-45BE-8E56-7CD42232D84A}" srcOrd="3" destOrd="0" presId="urn:microsoft.com/office/officeart/2005/8/layout/vList2"/>
    <dgm:cxn modelId="{05F281BF-0AF1-42A9-B74E-36480EC42921}" type="presParOf" srcId="{E2A5D5B3-3AB9-4654-BCFB-902E8B4B98B3}" destId="{3338A241-6EB0-42D9-8121-FD11697D0708}" srcOrd="4" destOrd="0" presId="urn:microsoft.com/office/officeart/2005/8/layout/vList2"/>
    <dgm:cxn modelId="{173D2EE1-3EA0-4044-8656-7523B069919B}" type="presParOf" srcId="{E2A5D5B3-3AB9-4654-BCFB-902E8B4B98B3}" destId="{CFE6D60F-101F-4CFE-9BC2-85C7D93DA233}" srcOrd="5" destOrd="0" presId="urn:microsoft.com/office/officeart/2005/8/layout/vList2"/>
    <dgm:cxn modelId="{5B4BDADD-CC2F-413D-85FB-13452EFBA2D4}" type="presParOf" srcId="{E2A5D5B3-3AB9-4654-BCFB-902E8B4B98B3}" destId="{6D3037E2-6B82-4364-9CA7-90528E22A82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0A4F471-13ED-4969-822B-128A680F765E}" type="doc">
      <dgm:prSet loTypeId="urn:microsoft.com/office/officeart/2005/8/layout/list1" loCatId="list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3AC8DB8C-6278-43CC-ADFC-A69BA14D7932}">
      <dgm:prSet/>
      <dgm:spPr/>
      <dgm:t>
        <a:bodyPr/>
        <a:lstStyle/>
        <a:p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</a:rPr>
            <a:t>But</a:t>
          </a:r>
        </a:p>
      </dgm:t>
    </dgm:pt>
    <dgm:pt modelId="{7AFCD4EA-ABB1-41BC-A0E9-EB0D6A8D83B6}" type="parTrans" cxnId="{DEF1141E-DD33-48C8-922A-260731039FD3}">
      <dgm:prSet/>
      <dgm:spPr/>
      <dgm:t>
        <a:bodyPr/>
        <a:lstStyle/>
        <a:p>
          <a:endParaRPr lang="en-US"/>
        </a:p>
      </dgm:t>
    </dgm:pt>
    <dgm:pt modelId="{2248722E-CC01-4789-B827-7BB6A4562412}" type="sibTrans" cxnId="{DEF1141E-DD33-48C8-922A-260731039FD3}">
      <dgm:prSet/>
      <dgm:spPr/>
      <dgm:t>
        <a:bodyPr/>
        <a:lstStyle/>
        <a:p>
          <a:endParaRPr lang="en-US"/>
        </a:p>
      </dgm:t>
    </dgm:pt>
    <dgm:pt modelId="{6729BE57-6B71-4273-9247-78AD48EF1A50}">
      <dgm:prSet/>
      <dgm:spPr/>
      <dgm:t>
        <a:bodyPr/>
        <a:lstStyle/>
        <a:p>
          <a:r>
            <a:rPr lang="fr-FR" dirty="0">
              <a:latin typeface="Segoe UI Semibold" panose="020B0702040204020203" pitchFamily="34" charset="0"/>
              <a:cs typeface="Segoe UI Semibold" panose="020B0702040204020203" pitchFamily="34" charset="0"/>
            </a:rPr>
            <a:t>Écrire du code réutilisable pour n’importe quel type d’objet</a:t>
          </a:r>
          <a:endParaRPr lang="en-US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gm:t>
    </dgm:pt>
    <dgm:pt modelId="{02D50503-6FB5-4DA4-9A7F-DAA1BE4DD69F}" type="parTrans" cxnId="{41CF6BA6-5FE5-4F36-A226-79BA43327CFC}">
      <dgm:prSet/>
      <dgm:spPr/>
      <dgm:t>
        <a:bodyPr/>
        <a:lstStyle/>
        <a:p>
          <a:endParaRPr lang="en-CA"/>
        </a:p>
      </dgm:t>
    </dgm:pt>
    <dgm:pt modelId="{6EF8749F-76BD-4828-A705-75DD405FF050}" type="sibTrans" cxnId="{41CF6BA6-5FE5-4F36-A226-79BA43327CFC}">
      <dgm:prSet/>
      <dgm:spPr/>
      <dgm:t>
        <a:bodyPr/>
        <a:lstStyle/>
        <a:p>
          <a:endParaRPr lang="en-CA"/>
        </a:p>
      </dgm:t>
    </dgm:pt>
    <dgm:pt modelId="{4FC04CED-753D-4BE6-9F62-39B19E2C4A09}">
      <dgm:prSet/>
      <dgm:spPr/>
      <dgm:t>
        <a:bodyPr/>
        <a:lstStyle/>
        <a:p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</a:rPr>
            <a:t>Ex:</a:t>
          </a:r>
          <a:r>
            <a:rPr lang="en-CA" dirty="0">
              <a:latin typeface="Segoe UI Semibold" panose="020B0702040204020203" pitchFamily="34" charset="0"/>
              <a:cs typeface="Segoe UI Semibold" panose="020B0702040204020203" pitchFamily="34" charset="0"/>
            </a:rPr>
            <a:t> Pile&lt;Integer&gt;, Pile&lt;String&gt;, Pile&lt;</a:t>
          </a:r>
          <a:r>
            <a:rPr lang="en-CA" dirty="0" err="1">
              <a:latin typeface="Segoe UI Semibold" panose="020B0702040204020203" pitchFamily="34" charset="0"/>
              <a:cs typeface="Segoe UI Semibold" panose="020B0702040204020203" pitchFamily="34" charset="0"/>
            </a:rPr>
            <a:t>MonObjet</a:t>
          </a:r>
          <a:r>
            <a:rPr lang="en-CA" dirty="0">
              <a:latin typeface="Segoe UI Semibold" panose="020B0702040204020203" pitchFamily="34" charset="0"/>
              <a:cs typeface="Segoe UI Semibold" panose="020B0702040204020203" pitchFamily="34" charset="0"/>
            </a:rPr>
            <a:t>&gt;</a:t>
          </a:r>
          <a:endParaRPr lang="en-US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gm:t>
    </dgm:pt>
    <dgm:pt modelId="{85CA3C90-5E86-4B28-A412-EB014CCD9E7E}" type="parTrans" cxnId="{C892FC19-2D15-4D67-A0A7-D2615EB5EA7D}">
      <dgm:prSet/>
      <dgm:spPr/>
      <dgm:t>
        <a:bodyPr/>
        <a:lstStyle/>
        <a:p>
          <a:endParaRPr lang="en-CA"/>
        </a:p>
      </dgm:t>
    </dgm:pt>
    <dgm:pt modelId="{68032885-0882-4D97-8F2A-33C7EB9E3452}" type="sibTrans" cxnId="{C892FC19-2D15-4D67-A0A7-D2615EB5EA7D}">
      <dgm:prSet/>
      <dgm:spPr/>
      <dgm:t>
        <a:bodyPr/>
        <a:lstStyle/>
        <a:p>
          <a:endParaRPr lang="en-CA"/>
        </a:p>
      </dgm:t>
    </dgm:pt>
    <dgm:pt modelId="{1355FF05-3FDE-4332-8F92-CE9E9616D557}" type="pres">
      <dgm:prSet presAssocID="{D0A4F471-13ED-4969-822B-128A680F765E}" presName="linear" presStyleCnt="0">
        <dgm:presLayoutVars>
          <dgm:dir/>
          <dgm:animLvl val="lvl"/>
          <dgm:resizeHandles val="exact"/>
        </dgm:presLayoutVars>
      </dgm:prSet>
      <dgm:spPr/>
    </dgm:pt>
    <dgm:pt modelId="{A3F96E1C-0127-431F-9078-5340DC836BA3}" type="pres">
      <dgm:prSet presAssocID="{3AC8DB8C-6278-43CC-ADFC-A69BA14D7932}" presName="parentLin" presStyleCnt="0"/>
      <dgm:spPr/>
    </dgm:pt>
    <dgm:pt modelId="{00788D9A-6A60-4D28-A6A3-1ED67AACE4FB}" type="pres">
      <dgm:prSet presAssocID="{3AC8DB8C-6278-43CC-ADFC-A69BA14D7932}" presName="parentLeftMargin" presStyleLbl="node1" presStyleIdx="0" presStyleCnt="1"/>
      <dgm:spPr/>
    </dgm:pt>
    <dgm:pt modelId="{18A54ACE-5985-4B58-8755-FD0118F69BA1}" type="pres">
      <dgm:prSet presAssocID="{3AC8DB8C-6278-43CC-ADFC-A69BA14D7932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A7AD50D6-AC65-458A-910C-A309906C51B3}" type="pres">
      <dgm:prSet presAssocID="{3AC8DB8C-6278-43CC-ADFC-A69BA14D7932}" presName="negativeSpace" presStyleCnt="0"/>
      <dgm:spPr/>
    </dgm:pt>
    <dgm:pt modelId="{6BB9FC8C-B889-4963-820D-BA4FC98FAF2F}" type="pres">
      <dgm:prSet presAssocID="{3AC8DB8C-6278-43CC-ADFC-A69BA14D7932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C892FC19-2D15-4D67-A0A7-D2615EB5EA7D}" srcId="{3AC8DB8C-6278-43CC-ADFC-A69BA14D7932}" destId="{4FC04CED-753D-4BE6-9F62-39B19E2C4A09}" srcOrd="1" destOrd="0" parTransId="{85CA3C90-5E86-4B28-A412-EB014CCD9E7E}" sibTransId="{68032885-0882-4D97-8F2A-33C7EB9E3452}"/>
    <dgm:cxn modelId="{DEF1141E-DD33-48C8-922A-260731039FD3}" srcId="{D0A4F471-13ED-4969-822B-128A680F765E}" destId="{3AC8DB8C-6278-43CC-ADFC-A69BA14D7932}" srcOrd="0" destOrd="0" parTransId="{7AFCD4EA-ABB1-41BC-A0E9-EB0D6A8D83B6}" sibTransId="{2248722E-CC01-4789-B827-7BB6A4562412}"/>
    <dgm:cxn modelId="{DE037A33-3BEA-4612-9255-0FFFF1FF1ED1}" type="presOf" srcId="{D0A4F471-13ED-4969-822B-128A680F765E}" destId="{1355FF05-3FDE-4332-8F92-CE9E9616D557}" srcOrd="0" destOrd="0" presId="urn:microsoft.com/office/officeart/2005/8/layout/list1"/>
    <dgm:cxn modelId="{D5164D6B-8E48-45C1-BC42-B04AC1DE24BD}" type="presOf" srcId="{4FC04CED-753D-4BE6-9F62-39B19E2C4A09}" destId="{6BB9FC8C-B889-4963-820D-BA4FC98FAF2F}" srcOrd="0" destOrd="1" presId="urn:microsoft.com/office/officeart/2005/8/layout/list1"/>
    <dgm:cxn modelId="{58A87674-8171-441D-B9AD-F1BD8D00EFDD}" type="presOf" srcId="{3AC8DB8C-6278-43CC-ADFC-A69BA14D7932}" destId="{18A54ACE-5985-4B58-8755-FD0118F69BA1}" srcOrd="1" destOrd="0" presId="urn:microsoft.com/office/officeart/2005/8/layout/list1"/>
    <dgm:cxn modelId="{8BC4138F-AA52-43B0-9E9F-6566BC883CAF}" type="presOf" srcId="{6729BE57-6B71-4273-9247-78AD48EF1A50}" destId="{6BB9FC8C-B889-4963-820D-BA4FC98FAF2F}" srcOrd="0" destOrd="0" presId="urn:microsoft.com/office/officeart/2005/8/layout/list1"/>
    <dgm:cxn modelId="{41CF6BA6-5FE5-4F36-A226-79BA43327CFC}" srcId="{3AC8DB8C-6278-43CC-ADFC-A69BA14D7932}" destId="{6729BE57-6B71-4273-9247-78AD48EF1A50}" srcOrd="0" destOrd="0" parTransId="{02D50503-6FB5-4DA4-9A7F-DAA1BE4DD69F}" sibTransId="{6EF8749F-76BD-4828-A705-75DD405FF050}"/>
    <dgm:cxn modelId="{425803F5-CDDF-4CDD-AECD-32881B5405FD}" type="presOf" srcId="{3AC8DB8C-6278-43CC-ADFC-A69BA14D7932}" destId="{00788D9A-6A60-4D28-A6A3-1ED67AACE4FB}" srcOrd="0" destOrd="0" presId="urn:microsoft.com/office/officeart/2005/8/layout/list1"/>
    <dgm:cxn modelId="{54BF2055-B852-4F43-815F-1EA5E6C37E87}" type="presParOf" srcId="{1355FF05-3FDE-4332-8F92-CE9E9616D557}" destId="{A3F96E1C-0127-431F-9078-5340DC836BA3}" srcOrd="0" destOrd="0" presId="urn:microsoft.com/office/officeart/2005/8/layout/list1"/>
    <dgm:cxn modelId="{F5247ECD-D0C1-4F1B-B26E-5C23B8D82AC5}" type="presParOf" srcId="{A3F96E1C-0127-431F-9078-5340DC836BA3}" destId="{00788D9A-6A60-4D28-A6A3-1ED67AACE4FB}" srcOrd="0" destOrd="0" presId="urn:microsoft.com/office/officeart/2005/8/layout/list1"/>
    <dgm:cxn modelId="{6D71DAF1-E1D6-4B9F-B076-06EBF9BC0CE1}" type="presParOf" srcId="{A3F96E1C-0127-431F-9078-5340DC836BA3}" destId="{18A54ACE-5985-4B58-8755-FD0118F69BA1}" srcOrd="1" destOrd="0" presId="urn:microsoft.com/office/officeart/2005/8/layout/list1"/>
    <dgm:cxn modelId="{FCE462D2-9D6B-4F94-96A4-97A373489EB7}" type="presParOf" srcId="{1355FF05-3FDE-4332-8F92-CE9E9616D557}" destId="{A7AD50D6-AC65-458A-910C-A309906C51B3}" srcOrd="1" destOrd="0" presId="urn:microsoft.com/office/officeart/2005/8/layout/list1"/>
    <dgm:cxn modelId="{B2D55068-F724-4980-942E-5815FE8C2545}" type="presParOf" srcId="{1355FF05-3FDE-4332-8F92-CE9E9616D557}" destId="{6BB9FC8C-B889-4963-820D-BA4FC98FAF2F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4A5583D-4335-4390-85B2-862D367D34B8}" type="doc">
      <dgm:prSet loTypeId="urn:microsoft.com/office/officeart/2005/8/layout/list1" loCatId="list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n-CA"/>
        </a:p>
      </dgm:t>
    </dgm:pt>
    <dgm:pt modelId="{84ACF86D-52C6-40B9-BF30-7DB6EA802036}">
      <dgm:prSet/>
      <dgm:spPr/>
      <dgm:t>
        <a:bodyPr/>
        <a:lstStyle/>
        <a:p>
          <a:r>
            <a:rPr lang="en-CA"/>
            <a:t>Objectif</a:t>
          </a:r>
        </a:p>
      </dgm:t>
    </dgm:pt>
    <dgm:pt modelId="{33F11CB4-C265-4A61-837D-FF3C225A26CD}" type="parTrans" cxnId="{24BD5876-4792-4BDB-B16E-5C9EC7B9BE7F}">
      <dgm:prSet/>
      <dgm:spPr/>
      <dgm:t>
        <a:bodyPr/>
        <a:lstStyle/>
        <a:p>
          <a:endParaRPr lang="en-CA"/>
        </a:p>
      </dgm:t>
    </dgm:pt>
    <dgm:pt modelId="{AB30318E-E514-43CE-BC16-598477364407}" type="sibTrans" cxnId="{24BD5876-4792-4BDB-B16E-5C9EC7B9BE7F}">
      <dgm:prSet/>
      <dgm:spPr/>
      <dgm:t>
        <a:bodyPr/>
        <a:lstStyle/>
        <a:p>
          <a:endParaRPr lang="en-CA"/>
        </a:p>
      </dgm:t>
    </dgm:pt>
    <dgm:pt modelId="{FD532764-55F3-4F45-AE05-6B6146ABF8AF}">
      <dgm:prSet/>
      <dgm:spPr/>
      <dgm:t>
        <a:bodyPr/>
        <a:lstStyle/>
        <a:p>
          <a:r>
            <a:rPr lang="fr-FR"/>
            <a:t>Valider si une expression a des parenthèses bien </a:t>
          </a:r>
          <a:r>
            <a:rPr lang="fr-FR" b="1"/>
            <a:t>imbriquées et équilibrées</a:t>
          </a:r>
          <a:endParaRPr lang="en-CA"/>
        </a:p>
      </dgm:t>
    </dgm:pt>
    <dgm:pt modelId="{04876A75-12E2-43E3-AF8C-CF85D2B80D23}" type="parTrans" cxnId="{90375C70-65E1-473F-8474-E8E51AC1980D}">
      <dgm:prSet/>
      <dgm:spPr/>
      <dgm:t>
        <a:bodyPr/>
        <a:lstStyle/>
        <a:p>
          <a:endParaRPr lang="en-CA"/>
        </a:p>
      </dgm:t>
    </dgm:pt>
    <dgm:pt modelId="{32EB5634-1045-4FA3-89AD-2E7093FD1238}" type="sibTrans" cxnId="{90375C70-65E1-473F-8474-E8E51AC1980D}">
      <dgm:prSet/>
      <dgm:spPr/>
      <dgm:t>
        <a:bodyPr/>
        <a:lstStyle/>
        <a:p>
          <a:endParaRPr lang="en-CA"/>
        </a:p>
      </dgm:t>
    </dgm:pt>
    <dgm:pt modelId="{BF5AC20E-1435-4776-85A9-843AAFFE7D26}">
      <dgm:prSet/>
      <dgm:spPr/>
      <dgm:t>
        <a:bodyPr/>
        <a:lstStyle/>
        <a:p>
          <a:r>
            <a:rPr lang="en-CA" b="1"/>
            <a:t>Exemples valides </a:t>
          </a:r>
          <a:r>
            <a:rPr lang="en-CA"/>
            <a:t>: (a + [b]), {[()]}</a:t>
          </a:r>
        </a:p>
      </dgm:t>
    </dgm:pt>
    <dgm:pt modelId="{28A9C76E-AB8A-4A8F-8874-B24596AD7E9C}" type="parTrans" cxnId="{F452A5A3-6D18-49AA-BA76-D57923ECDECA}">
      <dgm:prSet/>
      <dgm:spPr/>
      <dgm:t>
        <a:bodyPr/>
        <a:lstStyle/>
        <a:p>
          <a:endParaRPr lang="en-CA"/>
        </a:p>
      </dgm:t>
    </dgm:pt>
    <dgm:pt modelId="{E1407CFD-4591-441C-96C9-2E6EF9BFFA83}" type="sibTrans" cxnId="{F452A5A3-6D18-49AA-BA76-D57923ECDECA}">
      <dgm:prSet/>
      <dgm:spPr/>
      <dgm:t>
        <a:bodyPr/>
        <a:lstStyle/>
        <a:p>
          <a:endParaRPr lang="en-CA"/>
        </a:p>
      </dgm:t>
    </dgm:pt>
    <dgm:pt modelId="{B4640102-782C-49A5-8EE5-921D8EE936AF}">
      <dgm:prSet/>
      <dgm:spPr/>
      <dgm:t>
        <a:bodyPr/>
        <a:lstStyle/>
        <a:p>
          <a:r>
            <a:rPr lang="en-CA" b="1"/>
            <a:t>Exemples invalides </a:t>
          </a:r>
          <a:r>
            <a:rPr lang="en-CA"/>
            <a:t>: ([)], ({}</a:t>
          </a:r>
        </a:p>
      </dgm:t>
    </dgm:pt>
    <dgm:pt modelId="{C7663312-92B4-4F4C-A65F-15C07100B265}" type="parTrans" cxnId="{2553F75F-9F05-4AD5-8F36-58CE36A635B6}">
      <dgm:prSet/>
      <dgm:spPr/>
      <dgm:t>
        <a:bodyPr/>
        <a:lstStyle/>
        <a:p>
          <a:endParaRPr lang="en-CA"/>
        </a:p>
      </dgm:t>
    </dgm:pt>
    <dgm:pt modelId="{0639AD1D-6739-42A1-8A6E-90603FE6B1A7}" type="sibTrans" cxnId="{2553F75F-9F05-4AD5-8F36-58CE36A635B6}">
      <dgm:prSet/>
      <dgm:spPr/>
      <dgm:t>
        <a:bodyPr/>
        <a:lstStyle/>
        <a:p>
          <a:endParaRPr lang="en-CA"/>
        </a:p>
      </dgm:t>
    </dgm:pt>
    <dgm:pt modelId="{340C1E92-FFC7-40A0-8A0C-98BB301C314F}">
      <dgm:prSet/>
      <dgm:spPr/>
      <dgm:t>
        <a:bodyPr/>
        <a:lstStyle/>
        <a:p>
          <a:r>
            <a:rPr lang="fr-FR"/>
            <a:t>Un classique des exercices d’entrevue</a:t>
          </a:r>
          <a:endParaRPr lang="en-CA"/>
        </a:p>
      </dgm:t>
    </dgm:pt>
    <dgm:pt modelId="{C9D03562-DFB7-4577-B60E-F281EA06D1B8}" type="parTrans" cxnId="{4E8C7C35-606E-41BB-BEAC-E0ACE028F792}">
      <dgm:prSet/>
      <dgm:spPr/>
      <dgm:t>
        <a:bodyPr/>
        <a:lstStyle/>
        <a:p>
          <a:endParaRPr lang="en-CA"/>
        </a:p>
      </dgm:t>
    </dgm:pt>
    <dgm:pt modelId="{B6613585-E71C-492A-9904-DE224BCC89A5}" type="sibTrans" cxnId="{4E8C7C35-606E-41BB-BEAC-E0ACE028F792}">
      <dgm:prSet/>
      <dgm:spPr/>
      <dgm:t>
        <a:bodyPr/>
        <a:lstStyle/>
        <a:p>
          <a:endParaRPr lang="en-CA"/>
        </a:p>
      </dgm:t>
    </dgm:pt>
    <dgm:pt modelId="{BC2B0C8D-BAFF-4D33-AF23-2B7C6EEACA4A}">
      <dgm:prSet/>
      <dgm:spPr/>
      <dgm:t>
        <a:bodyPr/>
        <a:lstStyle/>
        <a:p>
          <a:r>
            <a:rPr lang="fr-FR"/>
            <a:t>Très répandu sur des plateformes comme LeetCode, HackerRank, etc.</a:t>
          </a:r>
          <a:endParaRPr lang="en-CA"/>
        </a:p>
      </dgm:t>
    </dgm:pt>
    <dgm:pt modelId="{179EFE8F-E46F-4BE9-9A2F-1477CE7A9E57}" type="parTrans" cxnId="{5BF044FF-8576-4C20-96AA-03F0144EDC51}">
      <dgm:prSet/>
      <dgm:spPr/>
      <dgm:t>
        <a:bodyPr/>
        <a:lstStyle/>
        <a:p>
          <a:endParaRPr lang="en-CA"/>
        </a:p>
      </dgm:t>
    </dgm:pt>
    <dgm:pt modelId="{CD5B2E1C-00EF-4641-84BA-F2E0AB69ED4F}" type="sibTrans" cxnId="{5BF044FF-8576-4C20-96AA-03F0144EDC51}">
      <dgm:prSet/>
      <dgm:spPr/>
      <dgm:t>
        <a:bodyPr/>
        <a:lstStyle/>
        <a:p>
          <a:endParaRPr lang="en-CA"/>
        </a:p>
      </dgm:t>
    </dgm:pt>
    <dgm:pt modelId="{FE8CB8CE-28C1-470E-9D16-5067F850A2D2}">
      <dgm:prSet/>
      <dgm:spPr/>
      <dgm:t>
        <a:bodyPr/>
        <a:lstStyle/>
        <a:p>
          <a:r>
            <a:rPr lang="fr-FR"/>
            <a:t>Permet de tester : La compréhension des </a:t>
          </a:r>
          <a:r>
            <a:rPr lang="fr-FR" b="1"/>
            <a:t>piles</a:t>
          </a:r>
          <a:endParaRPr lang="en-CA"/>
        </a:p>
      </dgm:t>
    </dgm:pt>
    <dgm:pt modelId="{ED31D69E-EEE9-4343-815A-B3A5006A8F85}" type="parTrans" cxnId="{F1794CEB-B852-420B-AD7C-7497867CF33F}">
      <dgm:prSet/>
      <dgm:spPr/>
      <dgm:t>
        <a:bodyPr/>
        <a:lstStyle/>
        <a:p>
          <a:endParaRPr lang="en-CA"/>
        </a:p>
      </dgm:t>
    </dgm:pt>
    <dgm:pt modelId="{DAC58C86-0FB5-4937-B295-D3C2A2F792ED}" type="sibTrans" cxnId="{F1794CEB-B852-420B-AD7C-7497867CF33F}">
      <dgm:prSet/>
      <dgm:spPr/>
      <dgm:t>
        <a:bodyPr/>
        <a:lstStyle/>
        <a:p>
          <a:endParaRPr lang="en-CA"/>
        </a:p>
      </dgm:t>
    </dgm:pt>
    <dgm:pt modelId="{F8A2D232-01DC-4A5F-A827-B4E8AEB766C8}">
      <dgm:prSet/>
      <dgm:spPr/>
      <dgm:t>
        <a:bodyPr/>
        <a:lstStyle/>
        <a:p>
          <a:r>
            <a:rPr lang="fr-FR"/>
            <a:t>Peut </a:t>
          </a:r>
          <a:r>
            <a:rPr lang="fr-CA"/>
            <a:t>être résolue dans </a:t>
          </a:r>
          <a:r>
            <a:rPr lang="fr-CA" b="1"/>
            <a:t>quelques lignes </a:t>
          </a:r>
          <a:r>
            <a:rPr lang="fr-CA"/>
            <a:t>avec les structures natives de Java</a:t>
          </a:r>
          <a:endParaRPr lang="en-CA"/>
        </a:p>
      </dgm:t>
    </dgm:pt>
    <dgm:pt modelId="{0CDC4EEE-0C67-40A8-A7C2-9B45927B1095}" type="parTrans" cxnId="{EAE4CDA5-9BE5-4D09-93FD-DEE4BA4E1DF6}">
      <dgm:prSet/>
      <dgm:spPr/>
      <dgm:t>
        <a:bodyPr/>
        <a:lstStyle/>
        <a:p>
          <a:endParaRPr lang="en-CA"/>
        </a:p>
      </dgm:t>
    </dgm:pt>
    <dgm:pt modelId="{52EA8F8F-3358-4AE0-9FAA-5088C828E143}" type="sibTrans" cxnId="{EAE4CDA5-9BE5-4D09-93FD-DEE4BA4E1DF6}">
      <dgm:prSet/>
      <dgm:spPr/>
      <dgm:t>
        <a:bodyPr/>
        <a:lstStyle/>
        <a:p>
          <a:endParaRPr lang="en-CA"/>
        </a:p>
      </dgm:t>
    </dgm:pt>
    <dgm:pt modelId="{41AA2F3E-F268-453C-B9C8-B6950FD92B34}">
      <dgm:prSet/>
      <dgm:spPr/>
      <dgm:t>
        <a:bodyPr/>
        <a:lstStyle/>
        <a:p>
          <a:r>
            <a:rPr lang="fr-FR"/>
            <a:t>Mais ici:</a:t>
          </a:r>
          <a:endParaRPr lang="en-CA"/>
        </a:p>
      </dgm:t>
    </dgm:pt>
    <dgm:pt modelId="{6ECBF3F1-CD97-4303-A3E5-AF45862F6966}" type="parTrans" cxnId="{ACA84ABF-89F4-4442-B2D5-E7047BBA2B39}">
      <dgm:prSet/>
      <dgm:spPr/>
      <dgm:t>
        <a:bodyPr/>
        <a:lstStyle/>
        <a:p>
          <a:endParaRPr lang="en-CA"/>
        </a:p>
      </dgm:t>
    </dgm:pt>
    <dgm:pt modelId="{D52410F3-1E56-4DD7-964D-47478A1C5AC8}" type="sibTrans" cxnId="{ACA84ABF-89F4-4442-B2D5-E7047BBA2B39}">
      <dgm:prSet/>
      <dgm:spPr/>
      <dgm:t>
        <a:bodyPr/>
        <a:lstStyle/>
        <a:p>
          <a:endParaRPr lang="en-CA"/>
        </a:p>
      </dgm:t>
    </dgm:pt>
    <dgm:pt modelId="{D7D9B4AC-F389-4A43-AE6F-B8DC11312064}">
      <dgm:prSet/>
      <dgm:spPr/>
      <dgm:t>
        <a:bodyPr/>
        <a:lstStyle/>
        <a:p>
          <a:r>
            <a:rPr lang="fr-FR"/>
            <a:t>Vous devez implémenter vous-même la pile (PileTableau).</a:t>
          </a:r>
          <a:endParaRPr lang="en-CA"/>
        </a:p>
      </dgm:t>
    </dgm:pt>
    <dgm:pt modelId="{F50F23F3-3580-4719-BE7A-8FA6DCCC4824}" type="parTrans" cxnId="{12414B5E-13D3-4EFF-87CA-D3FD3EC6F022}">
      <dgm:prSet/>
      <dgm:spPr/>
      <dgm:t>
        <a:bodyPr/>
        <a:lstStyle/>
        <a:p>
          <a:endParaRPr lang="en-CA"/>
        </a:p>
      </dgm:t>
    </dgm:pt>
    <dgm:pt modelId="{D86D0694-FE71-4F65-ABA4-2FDB7E532A8B}" type="sibTrans" cxnId="{12414B5E-13D3-4EFF-87CA-D3FD3EC6F022}">
      <dgm:prSet/>
      <dgm:spPr/>
      <dgm:t>
        <a:bodyPr/>
        <a:lstStyle/>
        <a:p>
          <a:endParaRPr lang="en-CA"/>
        </a:p>
      </dgm:t>
    </dgm:pt>
    <dgm:pt modelId="{DFF54A6A-9250-47F5-9311-7A3D5D1C8EE3}">
      <dgm:prSet/>
      <dgm:spPr/>
      <dgm:t>
        <a:bodyPr/>
        <a:lstStyle/>
        <a:p>
          <a:r>
            <a:rPr lang="fr-FR"/>
            <a:t>Gérer l’exception EmptyStackException si on essaie de dépiler une pile vide.</a:t>
          </a:r>
          <a:endParaRPr lang="en-CA"/>
        </a:p>
      </dgm:t>
    </dgm:pt>
    <dgm:pt modelId="{D2728FC4-6225-41C3-8CC7-F04326B16DE6}" type="parTrans" cxnId="{C33D8B87-EC34-4DED-B660-43A2CDF2C71B}">
      <dgm:prSet/>
      <dgm:spPr/>
      <dgm:t>
        <a:bodyPr/>
        <a:lstStyle/>
        <a:p>
          <a:endParaRPr lang="en-CA"/>
        </a:p>
      </dgm:t>
    </dgm:pt>
    <dgm:pt modelId="{394E07B6-A302-448F-9425-EAF608C8357D}" type="sibTrans" cxnId="{C33D8B87-EC34-4DED-B660-43A2CDF2C71B}">
      <dgm:prSet/>
      <dgm:spPr/>
      <dgm:t>
        <a:bodyPr/>
        <a:lstStyle/>
        <a:p>
          <a:endParaRPr lang="en-CA"/>
        </a:p>
      </dgm:t>
    </dgm:pt>
    <dgm:pt modelId="{9F5A64B7-65A3-4225-8F92-E9135767FDF9}" type="pres">
      <dgm:prSet presAssocID="{C4A5583D-4335-4390-85B2-862D367D34B8}" presName="linear" presStyleCnt="0">
        <dgm:presLayoutVars>
          <dgm:dir/>
          <dgm:animLvl val="lvl"/>
          <dgm:resizeHandles val="exact"/>
        </dgm:presLayoutVars>
      </dgm:prSet>
      <dgm:spPr/>
    </dgm:pt>
    <dgm:pt modelId="{4798F8E7-B9C6-4DE6-91F1-13912F044F5C}" type="pres">
      <dgm:prSet presAssocID="{84ACF86D-52C6-40B9-BF30-7DB6EA802036}" presName="parentLin" presStyleCnt="0"/>
      <dgm:spPr/>
    </dgm:pt>
    <dgm:pt modelId="{1B79F339-E78D-4482-A4C8-9EB68FB6BA5E}" type="pres">
      <dgm:prSet presAssocID="{84ACF86D-52C6-40B9-BF30-7DB6EA802036}" presName="parentLeftMargin" presStyleLbl="node1" presStyleIdx="0" presStyleCnt="3"/>
      <dgm:spPr/>
    </dgm:pt>
    <dgm:pt modelId="{A2E3A230-1D12-45AD-91DD-1C84AC6BE38D}" type="pres">
      <dgm:prSet presAssocID="{84ACF86D-52C6-40B9-BF30-7DB6EA80203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8519CF7-3F19-4AF5-BD65-81ACF34FBC32}" type="pres">
      <dgm:prSet presAssocID="{84ACF86D-52C6-40B9-BF30-7DB6EA802036}" presName="negativeSpace" presStyleCnt="0"/>
      <dgm:spPr/>
    </dgm:pt>
    <dgm:pt modelId="{8EDC18A3-9C91-4B87-96D1-051C573D1653}" type="pres">
      <dgm:prSet presAssocID="{84ACF86D-52C6-40B9-BF30-7DB6EA802036}" presName="childText" presStyleLbl="conFgAcc1" presStyleIdx="0" presStyleCnt="3">
        <dgm:presLayoutVars>
          <dgm:bulletEnabled val="1"/>
        </dgm:presLayoutVars>
      </dgm:prSet>
      <dgm:spPr/>
    </dgm:pt>
    <dgm:pt modelId="{C4C05583-7EAA-4F0D-8D1B-F13DB3A3F3F3}" type="pres">
      <dgm:prSet presAssocID="{AB30318E-E514-43CE-BC16-598477364407}" presName="spaceBetweenRectangles" presStyleCnt="0"/>
      <dgm:spPr/>
    </dgm:pt>
    <dgm:pt modelId="{FAB06BF0-4732-4EDC-BD39-72AA318A1737}" type="pres">
      <dgm:prSet presAssocID="{340C1E92-FFC7-40A0-8A0C-98BB301C314F}" presName="parentLin" presStyleCnt="0"/>
      <dgm:spPr/>
    </dgm:pt>
    <dgm:pt modelId="{D9CF5C3E-02D5-4CA2-8592-67790E232D45}" type="pres">
      <dgm:prSet presAssocID="{340C1E92-FFC7-40A0-8A0C-98BB301C314F}" presName="parentLeftMargin" presStyleLbl="node1" presStyleIdx="0" presStyleCnt="3"/>
      <dgm:spPr/>
    </dgm:pt>
    <dgm:pt modelId="{CE5050A1-5A7B-475C-9D82-93F3FD995A94}" type="pres">
      <dgm:prSet presAssocID="{340C1E92-FFC7-40A0-8A0C-98BB301C314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0B63DDE-7DB9-4B5E-B038-973745E80825}" type="pres">
      <dgm:prSet presAssocID="{340C1E92-FFC7-40A0-8A0C-98BB301C314F}" presName="negativeSpace" presStyleCnt="0"/>
      <dgm:spPr/>
    </dgm:pt>
    <dgm:pt modelId="{189995A7-6A8A-4A72-949C-2E890966DEE1}" type="pres">
      <dgm:prSet presAssocID="{340C1E92-FFC7-40A0-8A0C-98BB301C314F}" presName="childText" presStyleLbl="conFgAcc1" presStyleIdx="1" presStyleCnt="3">
        <dgm:presLayoutVars>
          <dgm:bulletEnabled val="1"/>
        </dgm:presLayoutVars>
      </dgm:prSet>
      <dgm:spPr/>
    </dgm:pt>
    <dgm:pt modelId="{70BDD5E2-3DB9-473C-86DD-023EF6ABA81B}" type="pres">
      <dgm:prSet presAssocID="{B6613585-E71C-492A-9904-DE224BCC89A5}" presName="spaceBetweenRectangles" presStyleCnt="0"/>
      <dgm:spPr/>
    </dgm:pt>
    <dgm:pt modelId="{00CB7351-B590-438F-A64D-8C256C2AE8C6}" type="pres">
      <dgm:prSet presAssocID="{F8A2D232-01DC-4A5F-A827-B4E8AEB766C8}" presName="parentLin" presStyleCnt="0"/>
      <dgm:spPr/>
    </dgm:pt>
    <dgm:pt modelId="{923DAB0A-CD19-4A1A-9DA7-1CB87D96BB98}" type="pres">
      <dgm:prSet presAssocID="{F8A2D232-01DC-4A5F-A827-B4E8AEB766C8}" presName="parentLeftMargin" presStyleLbl="node1" presStyleIdx="1" presStyleCnt="3"/>
      <dgm:spPr/>
    </dgm:pt>
    <dgm:pt modelId="{055C538F-0CF4-4CC1-AB7E-10FD36587833}" type="pres">
      <dgm:prSet presAssocID="{F8A2D232-01DC-4A5F-A827-B4E8AEB766C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CD8E394-5ABA-42CC-A542-0F8AE3417936}" type="pres">
      <dgm:prSet presAssocID="{F8A2D232-01DC-4A5F-A827-B4E8AEB766C8}" presName="negativeSpace" presStyleCnt="0"/>
      <dgm:spPr/>
    </dgm:pt>
    <dgm:pt modelId="{66133E24-DA57-4CF9-BC36-A77BDFA00A28}" type="pres">
      <dgm:prSet presAssocID="{F8A2D232-01DC-4A5F-A827-B4E8AEB766C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D18200E-99AD-4C05-A4CD-CCAAF6219786}" type="presOf" srcId="{F8A2D232-01DC-4A5F-A827-B4E8AEB766C8}" destId="{923DAB0A-CD19-4A1A-9DA7-1CB87D96BB98}" srcOrd="0" destOrd="0" presId="urn:microsoft.com/office/officeart/2005/8/layout/list1"/>
    <dgm:cxn modelId="{3185CE10-CB35-401B-A1F2-72A9589EF629}" type="presOf" srcId="{BC2B0C8D-BAFF-4D33-AF23-2B7C6EEACA4A}" destId="{189995A7-6A8A-4A72-949C-2E890966DEE1}" srcOrd="0" destOrd="0" presId="urn:microsoft.com/office/officeart/2005/8/layout/list1"/>
    <dgm:cxn modelId="{74026114-7492-4BC2-8DEB-4F3F15279ECC}" type="presOf" srcId="{F8A2D232-01DC-4A5F-A827-B4E8AEB766C8}" destId="{055C538F-0CF4-4CC1-AB7E-10FD36587833}" srcOrd="1" destOrd="0" presId="urn:microsoft.com/office/officeart/2005/8/layout/list1"/>
    <dgm:cxn modelId="{12837822-9108-4208-BB57-E2BF2BB7A9DB}" type="presOf" srcId="{B4640102-782C-49A5-8EE5-921D8EE936AF}" destId="{8EDC18A3-9C91-4B87-96D1-051C573D1653}" srcOrd="0" destOrd="2" presId="urn:microsoft.com/office/officeart/2005/8/layout/list1"/>
    <dgm:cxn modelId="{94A7A929-0599-4A29-868C-6CD7AA58064A}" type="presOf" srcId="{C4A5583D-4335-4390-85B2-862D367D34B8}" destId="{9F5A64B7-65A3-4225-8F92-E9135767FDF9}" srcOrd="0" destOrd="0" presId="urn:microsoft.com/office/officeart/2005/8/layout/list1"/>
    <dgm:cxn modelId="{BFF8D434-3E5D-4166-AC1D-F6CD626547B8}" type="presOf" srcId="{340C1E92-FFC7-40A0-8A0C-98BB301C314F}" destId="{D9CF5C3E-02D5-4CA2-8592-67790E232D45}" srcOrd="0" destOrd="0" presId="urn:microsoft.com/office/officeart/2005/8/layout/list1"/>
    <dgm:cxn modelId="{4E8C7C35-606E-41BB-BEAC-E0ACE028F792}" srcId="{C4A5583D-4335-4390-85B2-862D367D34B8}" destId="{340C1E92-FFC7-40A0-8A0C-98BB301C314F}" srcOrd="1" destOrd="0" parTransId="{C9D03562-DFB7-4577-B60E-F281EA06D1B8}" sibTransId="{B6613585-E71C-492A-9904-DE224BCC89A5}"/>
    <dgm:cxn modelId="{12414B5E-13D3-4EFF-87CA-D3FD3EC6F022}" srcId="{41AA2F3E-F268-453C-B9C8-B6950FD92B34}" destId="{D7D9B4AC-F389-4A43-AE6F-B8DC11312064}" srcOrd="0" destOrd="0" parTransId="{F50F23F3-3580-4719-BE7A-8FA6DCCC4824}" sibTransId="{D86D0694-FE71-4F65-ABA4-2FDB7E532A8B}"/>
    <dgm:cxn modelId="{95A2FC5E-6590-41B8-A496-1EAAC0A6852F}" type="presOf" srcId="{41AA2F3E-F268-453C-B9C8-B6950FD92B34}" destId="{66133E24-DA57-4CF9-BC36-A77BDFA00A28}" srcOrd="0" destOrd="0" presId="urn:microsoft.com/office/officeart/2005/8/layout/list1"/>
    <dgm:cxn modelId="{2553F75F-9F05-4AD5-8F36-58CE36A635B6}" srcId="{FD532764-55F3-4F45-AE05-6B6146ABF8AF}" destId="{B4640102-782C-49A5-8EE5-921D8EE936AF}" srcOrd="1" destOrd="0" parTransId="{C7663312-92B4-4F4C-A65F-15C07100B265}" sibTransId="{0639AD1D-6739-42A1-8A6E-90603FE6B1A7}"/>
    <dgm:cxn modelId="{56331A66-CB7E-4860-8B0E-C1793B8467E0}" type="presOf" srcId="{84ACF86D-52C6-40B9-BF30-7DB6EA802036}" destId="{1B79F339-E78D-4482-A4C8-9EB68FB6BA5E}" srcOrd="0" destOrd="0" presId="urn:microsoft.com/office/officeart/2005/8/layout/list1"/>
    <dgm:cxn modelId="{A9E8E448-C169-44C1-A755-BE7CECA64244}" type="presOf" srcId="{FE8CB8CE-28C1-470E-9D16-5067F850A2D2}" destId="{189995A7-6A8A-4A72-949C-2E890966DEE1}" srcOrd="0" destOrd="1" presId="urn:microsoft.com/office/officeart/2005/8/layout/list1"/>
    <dgm:cxn modelId="{90375C70-65E1-473F-8474-E8E51AC1980D}" srcId="{84ACF86D-52C6-40B9-BF30-7DB6EA802036}" destId="{FD532764-55F3-4F45-AE05-6B6146ABF8AF}" srcOrd="0" destOrd="0" parTransId="{04876A75-12E2-43E3-AF8C-CF85D2B80D23}" sibTransId="{32EB5634-1045-4FA3-89AD-2E7093FD1238}"/>
    <dgm:cxn modelId="{24BD5876-4792-4BDB-B16E-5C9EC7B9BE7F}" srcId="{C4A5583D-4335-4390-85B2-862D367D34B8}" destId="{84ACF86D-52C6-40B9-BF30-7DB6EA802036}" srcOrd="0" destOrd="0" parTransId="{33F11CB4-C265-4A61-837D-FF3C225A26CD}" sibTransId="{AB30318E-E514-43CE-BC16-598477364407}"/>
    <dgm:cxn modelId="{C33D8B87-EC34-4DED-B660-43A2CDF2C71B}" srcId="{41AA2F3E-F268-453C-B9C8-B6950FD92B34}" destId="{DFF54A6A-9250-47F5-9311-7A3D5D1C8EE3}" srcOrd="1" destOrd="0" parTransId="{D2728FC4-6225-41C3-8CC7-F04326B16DE6}" sibTransId="{394E07B6-A302-448F-9425-EAF608C8357D}"/>
    <dgm:cxn modelId="{344FE88A-AA2E-4482-86E7-ABC2ABC85A6F}" type="presOf" srcId="{BF5AC20E-1435-4776-85A9-843AAFFE7D26}" destId="{8EDC18A3-9C91-4B87-96D1-051C573D1653}" srcOrd="0" destOrd="1" presId="urn:microsoft.com/office/officeart/2005/8/layout/list1"/>
    <dgm:cxn modelId="{9878668C-7453-41D7-947C-8D4216302E26}" type="presOf" srcId="{DFF54A6A-9250-47F5-9311-7A3D5D1C8EE3}" destId="{66133E24-DA57-4CF9-BC36-A77BDFA00A28}" srcOrd="0" destOrd="2" presId="urn:microsoft.com/office/officeart/2005/8/layout/list1"/>
    <dgm:cxn modelId="{F452A5A3-6D18-49AA-BA76-D57923ECDECA}" srcId="{FD532764-55F3-4F45-AE05-6B6146ABF8AF}" destId="{BF5AC20E-1435-4776-85A9-843AAFFE7D26}" srcOrd="0" destOrd="0" parTransId="{28A9C76E-AB8A-4A8F-8874-B24596AD7E9C}" sibTransId="{E1407CFD-4591-441C-96C9-2E6EF9BFFA83}"/>
    <dgm:cxn modelId="{EAE4CDA5-9BE5-4D09-93FD-DEE4BA4E1DF6}" srcId="{C4A5583D-4335-4390-85B2-862D367D34B8}" destId="{F8A2D232-01DC-4A5F-A827-B4E8AEB766C8}" srcOrd="2" destOrd="0" parTransId="{0CDC4EEE-0C67-40A8-A7C2-9B45927B1095}" sibTransId="{52EA8F8F-3358-4AE0-9FAA-5088C828E143}"/>
    <dgm:cxn modelId="{9C69DAA7-CE2D-4FCB-96F5-9AD72BD7F41C}" type="presOf" srcId="{340C1E92-FFC7-40A0-8A0C-98BB301C314F}" destId="{CE5050A1-5A7B-475C-9D82-93F3FD995A94}" srcOrd="1" destOrd="0" presId="urn:microsoft.com/office/officeart/2005/8/layout/list1"/>
    <dgm:cxn modelId="{D7F21DB5-2CA3-4FC4-9E3C-8FC7FB63ED6A}" type="presOf" srcId="{84ACF86D-52C6-40B9-BF30-7DB6EA802036}" destId="{A2E3A230-1D12-45AD-91DD-1C84AC6BE38D}" srcOrd="1" destOrd="0" presId="urn:microsoft.com/office/officeart/2005/8/layout/list1"/>
    <dgm:cxn modelId="{ACA84ABF-89F4-4442-B2D5-E7047BBA2B39}" srcId="{F8A2D232-01DC-4A5F-A827-B4E8AEB766C8}" destId="{41AA2F3E-F268-453C-B9C8-B6950FD92B34}" srcOrd="0" destOrd="0" parTransId="{6ECBF3F1-CD97-4303-A3E5-AF45862F6966}" sibTransId="{D52410F3-1E56-4DD7-964D-47478A1C5AC8}"/>
    <dgm:cxn modelId="{B7A9E4D8-1061-4D81-873F-5D14BFEA5BFC}" type="presOf" srcId="{D7D9B4AC-F389-4A43-AE6F-B8DC11312064}" destId="{66133E24-DA57-4CF9-BC36-A77BDFA00A28}" srcOrd="0" destOrd="1" presId="urn:microsoft.com/office/officeart/2005/8/layout/list1"/>
    <dgm:cxn modelId="{F1794CEB-B852-420B-AD7C-7497867CF33F}" srcId="{340C1E92-FFC7-40A0-8A0C-98BB301C314F}" destId="{FE8CB8CE-28C1-470E-9D16-5067F850A2D2}" srcOrd="1" destOrd="0" parTransId="{ED31D69E-EEE9-4343-815A-B3A5006A8F85}" sibTransId="{DAC58C86-0FB5-4937-B295-D3C2A2F792ED}"/>
    <dgm:cxn modelId="{CAF777FC-0C0D-4326-9FA8-D2A29B5AF57A}" type="presOf" srcId="{FD532764-55F3-4F45-AE05-6B6146ABF8AF}" destId="{8EDC18A3-9C91-4B87-96D1-051C573D1653}" srcOrd="0" destOrd="0" presId="urn:microsoft.com/office/officeart/2005/8/layout/list1"/>
    <dgm:cxn modelId="{5BF044FF-8576-4C20-96AA-03F0144EDC51}" srcId="{340C1E92-FFC7-40A0-8A0C-98BB301C314F}" destId="{BC2B0C8D-BAFF-4D33-AF23-2B7C6EEACA4A}" srcOrd="0" destOrd="0" parTransId="{179EFE8F-E46F-4BE9-9A2F-1477CE7A9E57}" sibTransId="{CD5B2E1C-00EF-4641-84BA-F2E0AB69ED4F}"/>
    <dgm:cxn modelId="{B5E376E7-7BF7-4204-B79B-C5923C69D5D4}" type="presParOf" srcId="{9F5A64B7-65A3-4225-8F92-E9135767FDF9}" destId="{4798F8E7-B9C6-4DE6-91F1-13912F044F5C}" srcOrd="0" destOrd="0" presId="urn:microsoft.com/office/officeart/2005/8/layout/list1"/>
    <dgm:cxn modelId="{3BD14A2B-1A33-418C-B2C5-B37993643005}" type="presParOf" srcId="{4798F8E7-B9C6-4DE6-91F1-13912F044F5C}" destId="{1B79F339-E78D-4482-A4C8-9EB68FB6BA5E}" srcOrd="0" destOrd="0" presId="urn:microsoft.com/office/officeart/2005/8/layout/list1"/>
    <dgm:cxn modelId="{C190EA0F-8169-4DF6-AED4-F1B516779F0D}" type="presParOf" srcId="{4798F8E7-B9C6-4DE6-91F1-13912F044F5C}" destId="{A2E3A230-1D12-45AD-91DD-1C84AC6BE38D}" srcOrd="1" destOrd="0" presId="urn:microsoft.com/office/officeart/2005/8/layout/list1"/>
    <dgm:cxn modelId="{A02B3F54-5DB0-4A3E-9D04-91C984C69661}" type="presParOf" srcId="{9F5A64B7-65A3-4225-8F92-E9135767FDF9}" destId="{18519CF7-3F19-4AF5-BD65-81ACF34FBC32}" srcOrd="1" destOrd="0" presId="urn:microsoft.com/office/officeart/2005/8/layout/list1"/>
    <dgm:cxn modelId="{40E2BF80-4550-48DD-B6B0-9D0AE9BCB889}" type="presParOf" srcId="{9F5A64B7-65A3-4225-8F92-E9135767FDF9}" destId="{8EDC18A3-9C91-4B87-96D1-051C573D1653}" srcOrd="2" destOrd="0" presId="urn:microsoft.com/office/officeart/2005/8/layout/list1"/>
    <dgm:cxn modelId="{A89D6B15-0C9C-4E53-B0CA-C6A59CEF3596}" type="presParOf" srcId="{9F5A64B7-65A3-4225-8F92-E9135767FDF9}" destId="{C4C05583-7EAA-4F0D-8D1B-F13DB3A3F3F3}" srcOrd="3" destOrd="0" presId="urn:microsoft.com/office/officeart/2005/8/layout/list1"/>
    <dgm:cxn modelId="{8E26FC36-FFB6-4D34-95E8-9406C542E280}" type="presParOf" srcId="{9F5A64B7-65A3-4225-8F92-E9135767FDF9}" destId="{FAB06BF0-4732-4EDC-BD39-72AA318A1737}" srcOrd="4" destOrd="0" presId="urn:microsoft.com/office/officeart/2005/8/layout/list1"/>
    <dgm:cxn modelId="{ADA494C4-ABCC-4A36-83A9-4831C14088AD}" type="presParOf" srcId="{FAB06BF0-4732-4EDC-BD39-72AA318A1737}" destId="{D9CF5C3E-02D5-4CA2-8592-67790E232D45}" srcOrd="0" destOrd="0" presId="urn:microsoft.com/office/officeart/2005/8/layout/list1"/>
    <dgm:cxn modelId="{DBB70C87-AC33-4F1D-956C-1B7DED85B86B}" type="presParOf" srcId="{FAB06BF0-4732-4EDC-BD39-72AA318A1737}" destId="{CE5050A1-5A7B-475C-9D82-93F3FD995A94}" srcOrd="1" destOrd="0" presId="urn:microsoft.com/office/officeart/2005/8/layout/list1"/>
    <dgm:cxn modelId="{B2FE0D6E-0AFF-4571-9357-0ED6654D8EA9}" type="presParOf" srcId="{9F5A64B7-65A3-4225-8F92-E9135767FDF9}" destId="{70B63DDE-7DB9-4B5E-B038-973745E80825}" srcOrd="5" destOrd="0" presId="urn:microsoft.com/office/officeart/2005/8/layout/list1"/>
    <dgm:cxn modelId="{5B6DF403-B1DE-46FE-94E7-95740B61BDC2}" type="presParOf" srcId="{9F5A64B7-65A3-4225-8F92-E9135767FDF9}" destId="{189995A7-6A8A-4A72-949C-2E890966DEE1}" srcOrd="6" destOrd="0" presId="urn:microsoft.com/office/officeart/2005/8/layout/list1"/>
    <dgm:cxn modelId="{E711E4C8-3594-4B20-9BD8-69358687B2C5}" type="presParOf" srcId="{9F5A64B7-65A3-4225-8F92-E9135767FDF9}" destId="{70BDD5E2-3DB9-473C-86DD-023EF6ABA81B}" srcOrd="7" destOrd="0" presId="urn:microsoft.com/office/officeart/2005/8/layout/list1"/>
    <dgm:cxn modelId="{184C0266-E8D9-433E-8534-09E2788C3464}" type="presParOf" srcId="{9F5A64B7-65A3-4225-8F92-E9135767FDF9}" destId="{00CB7351-B590-438F-A64D-8C256C2AE8C6}" srcOrd="8" destOrd="0" presId="urn:microsoft.com/office/officeart/2005/8/layout/list1"/>
    <dgm:cxn modelId="{3B8D692B-304A-466D-9D2A-68675D5C1DBB}" type="presParOf" srcId="{00CB7351-B590-438F-A64D-8C256C2AE8C6}" destId="{923DAB0A-CD19-4A1A-9DA7-1CB87D96BB98}" srcOrd="0" destOrd="0" presId="urn:microsoft.com/office/officeart/2005/8/layout/list1"/>
    <dgm:cxn modelId="{6C57E2A8-6B29-4CEE-BE6E-9DBD82DDA53F}" type="presParOf" srcId="{00CB7351-B590-438F-A64D-8C256C2AE8C6}" destId="{055C538F-0CF4-4CC1-AB7E-10FD36587833}" srcOrd="1" destOrd="0" presId="urn:microsoft.com/office/officeart/2005/8/layout/list1"/>
    <dgm:cxn modelId="{699C29C7-64BD-49DB-9BFB-648DF9CFA8E0}" type="presParOf" srcId="{9F5A64B7-65A3-4225-8F92-E9135767FDF9}" destId="{DCD8E394-5ABA-42CC-A542-0F8AE3417936}" srcOrd="9" destOrd="0" presId="urn:microsoft.com/office/officeart/2005/8/layout/list1"/>
    <dgm:cxn modelId="{CF76735D-BA79-4F33-8E60-3B07C20F81A9}" type="presParOf" srcId="{9F5A64B7-65A3-4225-8F92-E9135767FDF9}" destId="{66133E24-DA57-4CF9-BC36-A77BDFA00A2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0988E5-B606-4882-800A-11628209EC91}">
      <dsp:nvSpPr>
        <dsp:cNvPr id="0" name=""/>
        <dsp:cNvSpPr/>
      </dsp:nvSpPr>
      <dsp:spPr>
        <a:xfrm>
          <a:off x="0" y="230444"/>
          <a:ext cx="6467946" cy="5920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3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Structure</a:t>
          </a:r>
          <a:endParaRPr lang="en-US" sz="2300" kern="1200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sp:txBody>
      <dsp:txXfrm>
        <a:off x="28900" y="259344"/>
        <a:ext cx="6410146" cy="534220"/>
      </dsp:txXfrm>
    </dsp:sp>
    <dsp:sp modelId="{3B2AC86E-D991-40BA-9F87-FCFCCCA8BB61}">
      <dsp:nvSpPr>
        <dsp:cNvPr id="0" name=""/>
        <dsp:cNvSpPr/>
      </dsp:nvSpPr>
      <dsp:spPr>
        <a:xfrm>
          <a:off x="0" y="822464"/>
          <a:ext cx="6467946" cy="38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357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LIFO</a:t>
          </a:r>
        </a:p>
      </dsp:txBody>
      <dsp:txXfrm>
        <a:off x="0" y="822464"/>
        <a:ext cx="6467946" cy="380880"/>
      </dsp:txXfrm>
    </dsp:sp>
    <dsp:sp modelId="{63AB12A1-3593-4525-9BE2-AFFBE567F195}">
      <dsp:nvSpPr>
        <dsp:cNvPr id="0" name=""/>
        <dsp:cNvSpPr/>
      </dsp:nvSpPr>
      <dsp:spPr>
        <a:xfrm>
          <a:off x="0" y="1203344"/>
          <a:ext cx="6467946" cy="592020"/>
        </a:xfrm>
        <a:prstGeom prst="roundRect">
          <a:avLst/>
        </a:prstGeom>
        <a:solidFill>
          <a:schemeClr val="accent4">
            <a:hueOff val="3266964"/>
            <a:satOff val="-13592"/>
            <a:lumOff val="320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Op</a:t>
          </a:r>
          <a:r>
            <a:rPr lang="fr-CA" sz="2300" kern="1200" dirty="0" err="1">
              <a:latin typeface="Segoe UI Semibold" panose="020B0702040204020203" pitchFamily="34" charset="0"/>
              <a:cs typeface="Segoe UI Semibold" panose="020B0702040204020203" pitchFamily="34" charset="0"/>
            </a:rPr>
            <a:t>érations</a:t>
          </a:r>
          <a:endParaRPr lang="en-US" sz="2300" kern="1200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sp:txBody>
      <dsp:txXfrm>
        <a:off x="28900" y="1232244"/>
        <a:ext cx="6410146" cy="534220"/>
      </dsp:txXfrm>
    </dsp:sp>
    <dsp:sp modelId="{EE0CDC00-D6EB-45BE-8E56-7CD42232D84A}">
      <dsp:nvSpPr>
        <dsp:cNvPr id="0" name=""/>
        <dsp:cNvSpPr/>
      </dsp:nvSpPr>
      <dsp:spPr>
        <a:xfrm>
          <a:off x="0" y="1795364"/>
          <a:ext cx="6467946" cy="1356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357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 err="1">
              <a:latin typeface="Segoe UI Semibold" panose="020B0702040204020203" pitchFamily="34" charset="0"/>
              <a:cs typeface="Segoe UI Semibold" panose="020B0702040204020203" pitchFamily="34" charset="0"/>
            </a:rPr>
            <a:t>empiler</a:t>
          </a:r>
          <a:r>
            <a:rPr lang="en-US" sz="18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(T element)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 err="1">
              <a:latin typeface="Segoe UI Semibold" panose="020B0702040204020203" pitchFamily="34" charset="0"/>
              <a:cs typeface="Segoe UI Semibold" panose="020B0702040204020203" pitchFamily="34" charset="0"/>
            </a:rPr>
            <a:t>depiler</a:t>
          </a:r>
          <a:r>
            <a:rPr lang="en-US" sz="18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()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 err="1">
              <a:latin typeface="Segoe UI Semibold" panose="020B0702040204020203" pitchFamily="34" charset="0"/>
              <a:cs typeface="Segoe UI Semibold" panose="020B0702040204020203" pitchFamily="34" charset="0"/>
            </a:rPr>
            <a:t>sommet</a:t>
          </a:r>
          <a:r>
            <a:rPr lang="en-US" sz="18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()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 err="1">
              <a:latin typeface="Segoe UI Semibold" panose="020B0702040204020203" pitchFamily="34" charset="0"/>
              <a:cs typeface="Segoe UI Semibold" panose="020B0702040204020203" pitchFamily="34" charset="0"/>
            </a:rPr>
            <a:t>estVide</a:t>
          </a:r>
          <a:r>
            <a:rPr lang="en-US" sz="18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()</a:t>
          </a:r>
        </a:p>
      </dsp:txBody>
      <dsp:txXfrm>
        <a:off x="0" y="1795364"/>
        <a:ext cx="6467946" cy="1356885"/>
      </dsp:txXfrm>
    </dsp:sp>
    <dsp:sp modelId="{3338A241-6EB0-42D9-8121-FD11697D0708}">
      <dsp:nvSpPr>
        <dsp:cNvPr id="0" name=""/>
        <dsp:cNvSpPr/>
      </dsp:nvSpPr>
      <dsp:spPr>
        <a:xfrm>
          <a:off x="0" y="3152249"/>
          <a:ext cx="6467946" cy="592020"/>
        </a:xfrm>
        <a:prstGeom prst="roundRect">
          <a:avLst/>
        </a:prstGeom>
        <a:solidFill>
          <a:schemeClr val="accent4">
            <a:hueOff val="6533927"/>
            <a:satOff val="-27185"/>
            <a:lumOff val="64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>
              <a:latin typeface="Segoe UI Semibold" panose="020B0702040204020203" pitchFamily="34" charset="0"/>
              <a:cs typeface="Segoe UI Semibold" panose="020B0702040204020203" pitchFamily="34" charset="0"/>
            </a:rPr>
            <a:t>Implémentation</a:t>
          </a:r>
          <a:endParaRPr lang="en-US" sz="2300" kern="1200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sp:txBody>
      <dsp:txXfrm>
        <a:off x="28900" y="3181149"/>
        <a:ext cx="6410146" cy="534220"/>
      </dsp:txXfrm>
    </dsp:sp>
    <dsp:sp modelId="{CFE6D60F-101F-4CFE-9BC2-85C7D93DA233}">
      <dsp:nvSpPr>
        <dsp:cNvPr id="0" name=""/>
        <dsp:cNvSpPr/>
      </dsp:nvSpPr>
      <dsp:spPr>
        <a:xfrm>
          <a:off x="0" y="3744269"/>
          <a:ext cx="6467946" cy="1356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357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Tableau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 err="1">
              <a:latin typeface="Segoe UI Semibold" panose="020B0702040204020203" pitchFamily="34" charset="0"/>
              <a:cs typeface="Segoe UI Semibold" panose="020B0702040204020203" pitchFamily="34" charset="0"/>
            </a:rPr>
            <a:t>ArrayList</a:t>
          </a:r>
          <a:endParaRPr lang="en-US" sz="1800" kern="1200" dirty="0">
            <a:latin typeface="Segoe UI Semibold" panose="020B0702040204020203" pitchFamily="34" charset="0"/>
            <a:cs typeface="Segoe UI Semibold" panose="020B0702040204020203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LinkedList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Stack</a:t>
          </a:r>
        </a:p>
      </dsp:txBody>
      <dsp:txXfrm>
        <a:off x="0" y="3744269"/>
        <a:ext cx="6467946" cy="1356885"/>
      </dsp:txXfrm>
    </dsp:sp>
    <dsp:sp modelId="{7964C568-27B5-4DAD-ABA3-5092D79D2D64}">
      <dsp:nvSpPr>
        <dsp:cNvPr id="0" name=""/>
        <dsp:cNvSpPr/>
      </dsp:nvSpPr>
      <dsp:spPr>
        <a:xfrm>
          <a:off x="0" y="5101154"/>
          <a:ext cx="6467946" cy="592020"/>
        </a:xfrm>
        <a:prstGeom prst="round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Segoe UI Semibold" panose="020B0702040204020203" pitchFamily="34" charset="0"/>
              <a:cs typeface="Segoe UI Semibold" panose="020B0702040204020203" pitchFamily="34" charset="0"/>
              <a:hlinkClick xmlns:r="http://schemas.openxmlformats.org/officeDocument/2006/relationships" r:id="rId1"/>
            </a:rPr>
            <a:t>Visualisation Interactive pour </a:t>
          </a:r>
          <a:r>
            <a:rPr lang="en-US" sz="2300" kern="1200" dirty="0" err="1">
              <a:latin typeface="Segoe UI Semibold" panose="020B0702040204020203" pitchFamily="34" charset="0"/>
              <a:cs typeface="Segoe UI Semibold" panose="020B0702040204020203" pitchFamily="34" charset="0"/>
              <a:hlinkClick xmlns:r="http://schemas.openxmlformats.org/officeDocument/2006/relationships" r:id="rId1"/>
            </a:rPr>
            <a:t>mieux</a:t>
          </a:r>
          <a:r>
            <a:rPr lang="en-US" sz="2300" kern="1200" dirty="0">
              <a:latin typeface="Segoe UI Semibold" panose="020B0702040204020203" pitchFamily="34" charset="0"/>
              <a:cs typeface="Segoe UI Semibold" panose="020B0702040204020203" pitchFamily="34" charset="0"/>
              <a:hlinkClick xmlns:r="http://schemas.openxmlformats.org/officeDocument/2006/relationships" r:id="rId1"/>
            </a:rPr>
            <a:t> </a:t>
          </a:r>
          <a:r>
            <a:rPr lang="en-US" sz="2300" kern="1200" dirty="0" err="1">
              <a:latin typeface="Segoe UI Semibold" panose="020B0702040204020203" pitchFamily="34" charset="0"/>
              <a:cs typeface="Segoe UI Semibold" panose="020B0702040204020203" pitchFamily="34" charset="0"/>
              <a:hlinkClick xmlns:r="http://schemas.openxmlformats.org/officeDocument/2006/relationships" r:id="rId1"/>
            </a:rPr>
            <a:t>coprendre</a:t>
          </a:r>
          <a:endParaRPr lang="en-US" sz="2300" kern="1200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sp:txBody>
      <dsp:txXfrm>
        <a:off x="28900" y="5130054"/>
        <a:ext cx="6410146" cy="5342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0988E5-B606-4882-800A-11628209EC91}">
      <dsp:nvSpPr>
        <dsp:cNvPr id="0" name=""/>
        <dsp:cNvSpPr/>
      </dsp:nvSpPr>
      <dsp:spPr>
        <a:xfrm>
          <a:off x="0" y="53188"/>
          <a:ext cx="6467946" cy="5662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2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Structure</a:t>
          </a:r>
          <a:endParaRPr lang="en-US" sz="2200" kern="1200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sp:txBody>
      <dsp:txXfrm>
        <a:off x="27644" y="80832"/>
        <a:ext cx="6412658" cy="510992"/>
      </dsp:txXfrm>
    </dsp:sp>
    <dsp:sp modelId="{3B2AC86E-D991-40BA-9F87-FCFCCCA8BB61}">
      <dsp:nvSpPr>
        <dsp:cNvPr id="0" name=""/>
        <dsp:cNvSpPr/>
      </dsp:nvSpPr>
      <dsp:spPr>
        <a:xfrm>
          <a:off x="0" y="619468"/>
          <a:ext cx="6467946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357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FIFO</a:t>
          </a:r>
        </a:p>
      </dsp:txBody>
      <dsp:txXfrm>
        <a:off x="0" y="619468"/>
        <a:ext cx="6467946" cy="364320"/>
      </dsp:txXfrm>
    </dsp:sp>
    <dsp:sp modelId="{63AB12A1-3593-4525-9BE2-AFFBE567F195}">
      <dsp:nvSpPr>
        <dsp:cNvPr id="0" name=""/>
        <dsp:cNvSpPr/>
      </dsp:nvSpPr>
      <dsp:spPr>
        <a:xfrm>
          <a:off x="0" y="983788"/>
          <a:ext cx="6467946" cy="566280"/>
        </a:xfrm>
        <a:prstGeom prst="roundRect">
          <a:avLst/>
        </a:prstGeom>
        <a:solidFill>
          <a:schemeClr val="accent4">
            <a:hueOff val="3266964"/>
            <a:satOff val="-13592"/>
            <a:lumOff val="320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Op</a:t>
          </a:r>
          <a:r>
            <a:rPr lang="fr-CA" sz="2200" kern="1200" dirty="0" err="1">
              <a:latin typeface="Segoe UI Semibold" panose="020B0702040204020203" pitchFamily="34" charset="0"/>
              <a:cs typeface="Segoe UI Semibold" panose="020B0702040204020203" pitchFamily="34" charset="0"/>
            </a:rPr>
            <a:t>érations</a:t>
          </a:r>
          <a:endParaRPr lang="en-US" sz="2200" kern="1200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sp:txBody>
      <dsp:txXfrm>
        <a:off x="27644" y="1011432"/>
        <a:ext cx="6412658" cy="510992"/>
      </dsp:txXfrm>
    </dsp:sp>
    <dsp:sp modelId="{EE0CDC00-D6EB-45BE-8E56-7CD42232D84A}">
      <dsp:nvSpPr>
        <dsp:cNvPr id="0" name=""/>
        <dsp:cNvSpPr/>
      </dsp:nvSpPr>
      <dsp:spPr>
        <a:xfrm>
          <a:off x="0" y="1550068"/>
          <a:ext cx="6467946" cy="1912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357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 err="1">
              <a:latin typeface="Segoe UI Semibold" panose="020B0702040204020203" pitchFamily="34" charset="0"/>
              <a:cs typeface="Segoe UI Semibold" panose="020B0702040204020203" pitchFamily="34" charset="0"/>
            </a:rPr>
            <a:t>enfiler</a:t>
          </a:r>
          <a:r>
            <a:rPr lang="en-US" sz="17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(T element)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defiler()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tete/premier()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 err="1">
              <a:latin typeface="Segoe UI Semibold" panose="020B0702040204020203" pitchFamily="34" charset="0"/>
              <a:cs typeface="Segoe UI Semibold" panose="020B0702040204020203" pitchFamily="34" charset="0"/>
            </a:rPr>
            <a:t>estVide</a:t>
          </a:r>
          <a:r>
            <a:rPr lang="en-US" sz="17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()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 err="1">
              <a:latin typeface="Segoe UI Semibold" panose="020B0702040204020203" pitchFamily="34" charset="0"/>
              <a:cs typeface="Segoe UI Semibold" panose="020B0702040204020203" pitchFamily="34" charset="0"/>
            </a:rPr>
            <a:t>vider</a:t>
          </a:r>
          <a:r>
            <a:rPr lang="en-US" sz="17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()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taille()</a:t>
          </a:r>
        </a:p>
      </dsp:txBody>
      <dsp:txXfrm>
        <a:off x="0" y="1550068"/>
        <a:ext cx="6467946" cy="1912680"/>
      </dsp:txXfrm>
    </dsp:sp>
    <dsp:sp modelId="{3338A241-6EB0-42D9-8121-FD11697D0708}">
      <dsp:nvSpPr>
        <dsp:cNvPr id="0" name=""/>
        <dsp:cNvSpPr/>
      </dsp:nvSpPr>
      <dsp:spPr>
        <a:xfrm>
          <a:off x="0" y="3462749"/>
          <a:ext cx="6467946" cy="566280"/>
        </a:xfrm>
        <a:prstGeom prst="roundRect">
          <a:avLst/>
        </a:prstGeom>
        <a:solidFill>
          <a:schemeClr val="accent4">
            <a:hueOff val="6533927"/>
            <a:satOff val="-27185"/>
            <a:lumOff val="64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>
              <a:latin typeface="Segoe UI Semibold" panose="020B0702040204020203" pitchFamily="34" charset="0"/>
              <a:cs typeface="Segoe UI Semibold" panose="020B0702040204020203" pitchFamily="34" charset="0"/>
            </a:rPr>
            <a:t>Implémentation</a:t>
          </a:r>
          <a:endParaRPr lang="en-US" sz="2200" kern="1200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sp:txBody>
      <dsp:txXfrm>
        <a:off x="27644" y="3490393"/>
        <a:ext cx="6412658" cy="510992"/>
      </dsp:txXfrm>
    </dsp:sp>
    <dsp:sp modelId="{CFE6D60F-101F-4CFE-9BC2-85C7D93DA233}">
      <dsp:nvSpPr>
        <dsp:cNvPr id="0" name=""/>
        <dsp:cNvSpPr/>
      </dsp:nvSpPr>
      <dsp:spPr>
        <a:xfrm>
          <a:off x="0" y="4029029"/>
          <a:ext cx="6467946" cy="1275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357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Tableau </a:t>
          </a:r>
          <a:r>
            <a:rPr lang="en-US" sz="1700" kern="1200" dirty="0" err="1">
              <a:latin typeface="Segoe UI Semibold" panose="020B0702040204020203" pitchFamily="34" charset="0"/>
              <a:cs typeface="Segoe UI Semibold" panose="020B0702040204020203" pitchFamily="34" charset="0"/>
            </a:rPr>
            <a:t>Circulaire</a:t>
          </a:r>
          <a:endParaRPr lang="en-US" sz="1700" kern="1200" dirty="0">
            <a:latin typeface="Segoe UI Semibold" panose="020B0702040204020203" pitchFamily="34" charset="0"/>
            <a:cs typeface="Segoe UI Semibold" panose="020B0702040204020203" pitchFamily="34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 err="1">
              <a:latin typeface="Segoe UI Semibold" panose="020B0702040204020203" pitchFamily="34" charset="0"/>
              <a:cs typeface="Segoe UI Semibold" panose="020B0702040204020203" pitchFamily="34" charset="0"/>
            </a:rPr>
            <a:t>ArrayList</a:t>
          </a:r>
          <a:endParaRPr lang="en-US" sz="1700" kern="1200" dirty="0">
            <a:latin typeface="Segoe UI Semibold" panose="020B0702040204020203" pitchFamily="34" charset="0"/>
            <a:cs typeface="Segoe UI Semibold" panose="020B0702040204020203" pitchFamily="34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LinkedList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2 Piles</a:t>
          </a:r>
        </a:p>
      </dsp:txBody>
      <dsp:txXfrm>
        <a:off x="0" y="4029029"/>
        <a:ext cx="6467946" cy="1275120"/>
      </dsp:txXfrm>
    </dsp:sp>
    <dsp:sp modelId="{6D3037E2-6B82-4364-9CA7-90528E22A820}">
      <dsp:nvSpPr>
        <dsp:cNvPr id="0" name=""/>
        <dsp:cNvSpPr/>
      </dsp:nvSpPr>
      <dsp:spPr>
        <a:xfrm>
          <a:off x="0" y="5304149"/>
          <a:ext cx="6467946" cy="566280"/>
        </a:xfrm>
        <a:prstGeom prst="round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Segoe UI Semibold" panose="020B0702040204020203" pitchFamily="34" charset="0"/>
              <a:cs typeface="Segoe UI Semibold" panose="020B0702040204020203" pitchFamily="34" charset="0"/>
              <a:hlinkClick xmlns:r="http://schemas.openxmlformats.org/officeDocument/2006/relationships" r:id="rId1"/>
            </a:rPr>
            <a:t>Visualisation Interactive pour </a:t>
          </a:r>
          <a:r>
            <a:rPr lang="en-US" sz="2200" kern="1200" dirty="0" err="1">
              <a:latin typeface="Segoe UI Semibold" panose="020B0702040204020203" pitchFamily="34" charset="0"/>
              <a:cs typeface="Segoe UI Semibold" panose="020B0702040204020203" pitchFamily="34" charset="0"/>
              <a:hlinkClick xmlns:r="http://schemas.openxmlformats.org/officeDocument/2006/relationships" r:id="rId1"/>
            </a:rPr>
            <a:t>mieux</a:t>
          </a:r>
          <a:r>
            <a:rPr lang="en-US" sz="2200" kern="1200" dirty="0">
              <a:latin typeface="Segoe UI Semibold" panose="020B0702040204020203" pitchFamily="34" charset="0"/>
              <a:cs typeface="Segoe UI Semibold" panose="020B0702040204020203" pitchFamily="34" charset="0"/>
              <a:hlinkClick xmlns:r="http://schemas.openxmlformats.org/officeDocument/2006/relationships" r:id="rId1"/>
            </a:rPr>
            <a:t> </a:t>
          </a:r>
          <a:r>
            <a:rPr lang="en-US" sz="2200" kern="1200" dirty="0" err="1">
              <a:latin typeface="Segoe UI Semibold" panose="020B0702040204020203" pitchFamily="34" charset="0"/>
              <a:cs typeface="Segoe UI Semibold" panose="020B0702040204020203" pitchFamily="34" charset="0"/>
              <a:hlinkClick xmlns:r="http://schemas.openxmlformats.org/officeDocument/2006/relationships" r:id="rId1"/>
            </a:rPr>
            <a:t>coprendre</a:t>
          </a:r>
          <a:endParaRPr lang="en-US" sz="2200" kern="1200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sp:txBody>
      <dsp:txXfrm>
        <a:off x="27644" y="5331793"/>
        <a:ext cx="6412658" cy="5109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B9FC8C-B889-4963-820D-BA4FC98FAF2F}">
      <dsp:nvSpPr>
        <dsp:cNvPr id="0" name=""/>
        <dsp:cNvSpPr/>
      </dsp:nvSpPr>
      <dsp:spPr>
        <a:xfrm>
          <a:off x="0" y="546191"/>
          <a:ext cx="10058399" cy="3288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80644" tIns="749808" rIns="780644" bIns="256032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6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Écrire du code réutilisable pour n’importe quel type d’objet</a:t>
          </a:r>
          <a:endParaRPr lang="en-US" sz="3600" kern="1200" dirty="0">
            <a:latin typeface="Segoe UI Semibold" panose="020B0702040204020203" pitchFamily="34" charset="0"/>
            <a:cs typeface="Segoe UI Semibold" panose="020B0702040204020203" pitchFamily="34" charset="0"/>
          </a:endParaRP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6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Ex:</a:t>
          </a:r>
          <a:r>
            <a:rPr lang="en-CA" sz="36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 Pile&lt;Integer&gt;, Pile&lt;String&gt;, Pile&lt;</a:t>
          </a:r>
          <a:r>
            <a:rPr lang="en-CA" sz="3600" kern="1200" dirty="0" err="1">
              <a:latin typeface="Segoe UI Semibold" panose="020B0702040204020203" pitchFamily="34" charset="0"/>
              <a:cs typeface="Segoe UI Semibold" panose="020B0702040204020203" pitchFamily="34" charset="0"/>
            </a:rPr>
            <a:t>MonObjet</a:t>
          </a:r>
          <a:r>
            <a:rPr lang="en-CA" sz="36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&gt;</a:t>
          </a:r>
          <a:endParaRPr lang="en-US" sz="3600" kern="1200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sp:txBody>
      <dsp:txXfrm>
        <a:off x="0" y="546191"/>
        <a:ext cx="10058399" cy="3288600"/>
      </dsp:txXfrm>
    </dsp:sp>
    <dsp:sp modelId="{18A54ACE-5985-4B58-8755-FD0118F69BA1}">
      <dsp:nvSpPr>
        <dsp:cNvPr id="0" name=""/>
        <dsp:cNvSpPr/>
      </dsp:nvSpPr>
      <dsp:spPr>
        <a:xfrm>
          <a:off x="502920" y="14831"/>
          <a:ext cx="7040880" cy="106272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4200000"/>
          </a:lightRig>
        </a:scene3d>
        <a:sp3d prstMaterial="flat">
          <a:bevelT w="50800" h="6350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But</a:t>
          </a:r>
        </a:p>
      </dsp:txBody>
      <dsp:txXfrm>
        <a:off x="554798" y="66709"/>
        <a:ext cx="6937124" cy="95896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DC18A3-9C91-4B87-96D1-051C573D1653}">
      <dsp:nvSpPr>
        <dsp:cNvPr id="0" name=""/>
        <dsp:cNvSpPr/>
      </dsp:nvSpPr>
      <dsp:spPr>
        <a:xfrm>
          <a:off x="0" y="279566"/>
          <a:ext cx="10058399" cy="105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291592" rIns="780644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/>
            <a:t>Valider si une expression a des parenthèses bien </a:t>
          </a:r>
          <a:r>
            <a:rPr lang="fr-FR" sz="1400" b="1" kern="1200"/>
            <a:t>imbriquées et équilibrées</a:t>
          </a:r>
          <a:endParaRPr lang="en-CA" sz="1400" kern="120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b="1" kern="1200"/>
            <a:t>Exemples valides </a:t>
          </a:r>
          <a:r>
            <a:rPr lang="en-CA" sz="1400" kern="1200"/>
            <a:t>: (a + [b]), {[()]}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b="1" kern="1200"/>
            <a:t>Exemples invalides </a:t>
          </a:r>
          <a:r>
            <a:rPr lang="en-CA" sz="1400" kern="1200"/>
            <a:t>: ([)], ({}</a:t>
          </a:r>
        </a:p>
      </dsp:txBody>
      <dsp:txXfrm>
        <a:off x="0" y="279566"/>
        <a:ext cx="10058399" cy="1058400"/>
      </dsp:txXfrm>
    </dsp:sp>
    <dsp:sp modelId="{A2E3A230-1D12-45AD-91DD-1C84AC6BE38D}">
      <dsp:nvSpPr>
        <dsp:cNvPr id="0" name=""/>
        <dsp:cNvSpPr/>
      </dsp:nvSpPr>
      <dsp:spPr>
        <a:xfrm>
          <a:off x="502920" y="72926"/>
          <a:ext cx="7040880" cy="4132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/>
            <a:t>Objectif</a:t>
          </a:r>
        </a:p>
      </dsp:txBody>
      <dsp:txXfrm>
        <a:off x="523095" y="93101"/>
        <a:ext cx="7000530" cy="372930"/>
      </dsp:txXfrm>
    </dsp:sp>
    <dsp:sp modelId="{189995A7-6A8A-4A72-949C-2E890966DEE1}">
      <dsp:nvSpPr>
        <dsp:cNvPr id="0" name=""/>
        <dsp:cNvSpPr/>
      </dsp:nvSpPr>
      <dsp:spPr>
        <a:xfrm>
          <a:off x="0" y="1620206"/>
          <a:ext cx="10058399" cy="815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4900445"/>
              <a:satOff val="-20388"/>
              <a:lumOff val="48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291592" rIns="780644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/>
            <a:t>Très répandu sur des plateformes comme LeetCode, HackerRank, etc.</a:t>
          </a:r>
          <a:endParaRPr lang="en-CA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/>
            <a:t>Permet de tester : La compréhension des </a:t>
          </a:r>
          <a:r>
            <a:rPr lang="fr-FR" sz="1400" b="1" kern="1200"/>
            <a:t>piles</a:t>
          </a:r>
          <a:endParaRPr lang="en-CA" sz="1400" kern="1200"/>
        </a:p>
      </dsp:txBody>
      <dsp:txXfrm>
        <a:off x="0" y="1620206"/>
        <a:ext cx="10058399" cy="815850"/>
      </dsp:txXfrm>
    </dsp:sp>
    <dsp:sp modelId="{CE5050A1-5A7B-475C-9D82-93F3FD995A94}">
      <dsp:nvSpPr>
        <dsp:cNvPr id="0" name=""/>
        <dsp:cNvSpPr/>
      </dsp:nvSpPr>
      <dsp:spPr>
        <a:xfrm>
          <a:off x="502920" y="1413566"/>
          <a:ext cx="7040880" cy="413280"/>
        </a:xfrm>
        <a:prstGeom prst="roundRect">
          <a:avLst/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/>
            <a:t>Un classique des exercices d’entrevue</a:t>
          </a:r>
          <a:endParaRPr lang="en-CA" sz="1400" kern="1200"/>
        </a:p>
      </dsp:txBody>
      <dsp:txXfrm>
        <a:off x="523095" y="1433741"/>
        <a:ext cx="7000530" cy="372930"/>
      </dsp:txXfrm>
    </dsp:sp>
    <dsp:sp modelId="{66133E24-DA57-4CF9-BC36-A77BDFA00A28}">
      <dsp:nvSpPr>
        <dsp:cNvPr id="0" name=""/>
        <dsp:cNvSpPr/>
      </dsp:nvSpPr>
      <dsp:spPr>
        <a:xfrm>
          <a:off x="0" y="2718297"/>
          <a:ext cx="10058399" cy="105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291592" rIns="780644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/>
            <a:t>Mais ici:</a:t>
          </a:r>
          <a:endParaRPr lang="en-CA" sz="1400" kern="120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/>
            <a:t>Vous devez implémenter vous-même la pile (PileTableau).</a:t>
          </a:r>
          <a:endParaRPr lang="en-CA" sz="1400" kern="120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/>
            <a:t>Gérer l’exception EmptyStackException si on essaie de dépiler une pile vide.</a:t>
          </a:r>
          <a:endParaRPr lang="en-CA" sz="1400" kern="1200"/>
        </a:p>
      </dsp:txBody>
      <dsp:txXfrm>
        <a:off x="0" y="2718297"/>
        <a:ext cx="10058399" cy="1058400"/>
      </dsp:txXfrm>
    </dsp:sp>
    <dsp:sp modelId="{055C538F-0CF4-4CC1-AB7E-10FD36587833}">
      <dsp:nvSpPr>
        <dsp:cNvPr id="0" name=""/>
        <dsp:cNvSpPr/>
      </dsp:nvSpPr>
      <dsp:spPr>
        <a:xfrm>
          <a:off x="502920" y="2511656"/>
          <a:ext cx="7040880" cy="413280"/>
        </a:xfrm>
        <a:prstGeom prst="round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/>
            <a:t>Peut </a:t>
          </a:r>
          <a:r>
            <a:rPr lang="fr-CA" sz="1400" kern="1200"/>
            <a:t>être résolue dans </a:t>
          </a:r>
          <a:r>
            <a:rPr lang="fr-CA" sz="1400" b="1" kern="1200"/>
            <a:t>quelques lignes </a:t>
          </a:r>
          <a:r>
            <a:rPr lang="fr-CA" sz="1400" kern="1200"/>
            <a:t>avec les structures natives de Java</a:t>
          </a:r>
          <a:endParaRPr lang="en-CA" sz="1400" kern="1200"/>
        </a:p>
      </dsp:txBody>
      <dsp:txXfrm>
        <a:off x="523095" y="2531831"/>
        <a:ext cx="7000530" cy="372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75A533-9D7B-4A31-B572-40B92C409D15}" type="datetimeFigureOut">
              <a:rPr lang="en-CA" smtClean="0"/>
              <a:t>2025-06-05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060D83-0CAC-4FD5-9D48-91FFA8599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5731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6/5/2025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344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6/5/2025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400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6/5/2025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96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6/5/2025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8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6/5/2025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68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6/5/2025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967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6/5/2025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824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6/5/2025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863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91304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6/5/2025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00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6/5/2025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999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6/5/2025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21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F73848-91FE-4D29-B0DC-BFC408416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839"/>
            <a:ext cx="12191980" cy="6858000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INF2120 Lab 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George Fam</a:t>
            </a:r>
          </a:p>
        </p:txBody>
      </p:sp>
    </p:spTree>
    <p:extLst>
      <p:ext uri="{BB962C8B-B14F-4D97-AF65-F5344CB8AC3E}">
        <p14:creationId xmlns:p14="http://schemas.microsoft.com/office/powerpoint/2010/main" val="4269681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26B267-088E-DBE0-AC6F-1E7599D33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Pile (Stack)</a:t>
            </a:r>
            <a:endParaRPr lang="en-CA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4122323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E71236-B501-B8F6-30F0-E518166DDA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4703913"/>
              </p:ext>
            </p:extLst>
          </p:nvPr>
        </p:nvGraphicFramePr>
        <p:xfrm>
          <a:off x="5150645" y="559477"/>
          <a:ext cx="6467946" cy="59236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9691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0CBAAD-2552-CE46-B9B7-46EC76EFD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16412DE-58E4-24F5-C0CE-0908FF641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2A08ED-853D-8691-47CC-311FA7F0A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AC2F0-E45E-6021-AE00-EB4BDCDD4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File (Queue)</a:t>
            </a:r>
            <a:endParaRPr lang="en-CA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EDA40D5-2393-B399-2C1D-AF013955D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4122323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11A011-BA25-E782-A7FD-8EBBD6D8C1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1205472"/>
              </p:ext>
            </p:extLst>
          </p:nvPr>
        </p:nvGraphicFramePr>
        <p:xfrm>
          <a:off x="5150645" y="559477"/>
          <a:ext cx="6467946" cy="59236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7569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C9974F-956A-FEC0-E6E3-C04484777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D8C53-0674-C72E-0E01-221FC4383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r>
              <a:rPr lang="en-GB"/>
              <a:t>Génériques</a:t>
            </a:r>
            <a:endParaRPr lang="en-C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04E7DD-6B6D-8D5F-F31F-6037D960C8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797669"/>
              </p:ext>
            </p:extLst>
          </p:nvPr>
        </p:nvGraphicFramePr>
        <p:xfrm>
          <a:off x="1066800" y="2103120"/>
          <a:ext cx="10058400" cy="3849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4414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5F41D-C8A0-17A8-F571-DF0E8F07D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Problème classique : Validation de parenthèses</a:t>
            </a:r>
            <a:endParaRPr lang="en-CA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ED0BC5A3-B94D-A154-F0E6-DA13FA29A2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4553579"/>
              </p:ext>
            </p:extLst>
          </p:nvPr>
        </p:nvGraphicFramePr>
        <p:xfrm>
          <a:off x="1066800" y="2103120"/>
          <a:ext cx="10058400" cy="3849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11814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94F055B-D391-44D3-A87A-BCD07BD5A31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DBD101-FC0A-4B21-82B0-57CAA7AEEC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975FBC4-9D33-46BE-911D-419763BA9AF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{9A904AC9-2937-4E51-BBE0-1A68C8F58A65}tf56219246_win32</Template>
  <TotalTime>656</TotalTime>
  <Words>190</Words>
  <Application>Microsoft Office PowerPoint</Application>
  <PresentationFormat>Widescreen</PresentationFormat>
  <Paragraphs>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Arial</vt:lpstr>
      <vt:lpstr>Avenir Next LT Pro</vt:lpstr>
      <vt:lpstr>Avenir Next LT Pro Light</vt:lpstr>
      <vt:lpstr>Garamond</vt:lpstr>
      <vt:lpstr>Segoe UI Semibold</vt:lpstr>
      <vt:lpstr>SavonVTI</vt:lpstr>
      <vt:lpstr>INF2120 Lab 6</vt:lpstr>
      <vt:lpstr>Pile (Stack)</vt:lpstr>
      <vt:lpstr>File (Queue)</vt:lpstr>
      <vt:lpstr>Génériques</vt:lpstr>
      <vt:lpstr>Problème classique : Validation de parenthèses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Fam</dc:creator>
  <cp:lastModifiedBy>George</cp:lastModifiedBy>
  <cp:revision>11</cp:revision>
  <dcterms:created xsi:type="dcterms:W3CDTF">2025-05-15T06:10:43Z</dcterms:created>
  <dcterms:modified xsi:type="dcterms:W3CDTF">2025-06-05T16:07:30Z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