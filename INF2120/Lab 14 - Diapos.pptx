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93" r:id="rId5"/>
    <p:sldId id="294" r:id="rId6"/>
    <p:sldId id="295" r:id="rId7"/>
    <p:sldId id="296" r:id="rId8"/>
    <p:sldId id="2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01" autoAdjust="0"/>
    <p:restoredTop sz="94619" autoAdjust="0"/>
  </p:normalViewPr>
  <p:slideViewPr>
    <p:cSldViewPr snapToGrid="0">
      <p:cViewPr varScale="1">
        <p:scale>
          <a:sx n="120" d="100"/>
          <a:sy n="120" d="100"/>
        </p:scale>
        <p:origin x="86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9" d="100"/>
          <a:sy n="159" d="100"/>
        </p:scale>
        <p:origin x="4891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497E9F-4261-4E32-AB9A-AA06864B8A40}" type="doc">
      <dgm:prSet loTypeId="urn:microsoft.com/office/officeart/2005/8/layout/list1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48F5F02-1CD0-45C5-8A60-6FD6E5247537}">
      <dgm:prSet/>
      <dgm:spPr/>
      <dgm:t>
        <a:bodyPr/>
        <a:lstStyle/>
        <a:p>
          <a:r>
            <a:rPr lang="en-GB" dirty="0"/>
            <a:t>Définition </a:t>
          </a:r>
          <a:endParaRPr lang="en-US" dirty="0"/>
        </a:p>
      </dgm:t>
    </dgm:pt>
    <dgm:pt modelId="{C4CAA385-4559-4725-92FF-53C85FDA5A41}" type="parTrans" cxnId="{F2216108-CE20-4B99-A2C8-7365BBBFB392}">
      <dgm:prSet/>
      <dgm:spPr/>
      <dgm:t>
        <a:bodyPr/>
        <a:lstStyle/>
        <a:p>
          <a:endParaRPr lang="en-US"/>
        </a:p>
      </dgm:t>
    </dgm:pt>
    <dgm:pt modelId="{417B1E5C-E96D-4F9F-B079-D00EBF8D1325}" type="sibTrans" cxnId="{F2216108-CE20-4B99-A2C8-7365BBBFB392}">
      <dgm:prSet/>
      <dgm:spPr/>
      <dgm:t>
        <a:bodyPr/>
        <a:lstStyle/>
        <a:p>
          <a:endParaRPr lang="en-US"/>
        </a:p>
      </dgm:t>
    </dgm:pt>
    <dgm:pt modelId="{BA0ACE67-B412-4AB8-A325-259AC54332A6}">
      <dgm:prSet/>
      <dgm:spPr/>
      <dgm:t>
        <a:bodyPr/>
        <a:lstStyle/>
        <a:p>
          <a:r>
            <a:rPr lang="en-GB"/>
            <a:t>Unit</a:t>
          </a:r>
          <a:r>
            <a:rPr lang="fr-CA"/>
            <a:t>é d’exécution dans un programme qui permet </a:t>
          </a:r>
          <a:r>
            <a:rPr lang="fr-FR"/>
            <a:t>l’exécution concurrente (en parallèle) de tâches dans un même processus Java.</a:t>
          </a:r>
          <a:endParaRPr lang="en-US"/>
        </a:p>
      </dgm:t>
    </dgm:pt>
    <dgm:pt modelId="{5226A08D-25C2-4D91-A08C-0BF87721E095}" type="parTrans" cxnId="{9F701406-DA33-4F86-9DB6-63769A25BC75}">
      <dgm:prSet/>
      <dgm:spPr/>
      <dgm:t>
        <a:bodyPr/>
        <a:lstStyle/>
        <a:p>
          <a:endParaRPr lang="en-US"/>
        </a:p>
      </dgm:t>
    </dgm:pt>
    <dgm:pt modelId="{F5E88899-2FF4-4145-957D-7DCDADC288B5}" type="sibTrans" cxnId="{9F701406-DA33-4F86-9DB6-63769A25BC75}">
      <dgm:prSet/>
      <dgm:spPr/>
      <dgm:t>
        <a:bodyPr/>
        <a:lstStyle/>
        <a:p>
          <a:endParaRPr lang="en-US"/>
        </a:p>
      </dgm:t>
    </dgm:pt>
    <dgm:pt modelId="{AFB191E2-15BF-4D03-9E67-B80666E2222C}">
      <dgm:prSet/>
      <dgm:spPr/>
      <dgm:t>
        <a:bodyPr/>
        <a:lstStyle/>
        <a:p>
          <a:r>
            <a:rPr lang="fr-FR"/>
            <a:t>Plusieurs threads partagent la mémoire mais s'exécutent indépendamment.</a:t>
          </a:r>
          <a:endParaRPr lang="en-US"/>
        </a:p>
      </dgm:t>
    </dgm:pt>
    <dgm:pt modelId="{C8397A6F-93CE-4BBF-8D8C-98E2581DE815}" type="parTrans" cxnId="{80B77215-CA6B-4B0D-88E4-95C26FFE352D}">
      <dgm:prSet/>
      <dgm:spPr/>
      <dgm:t>
        <a:bodyPr/>
        <a:lstStyle/>
        <a:p>
          <a:endParaRPr lang="en-US"/>
        </a:p>
      </dgm:t>
    </dgm:pt>
    <dgm:pt modelId="{C2911769-9199-4EE6-A703-D5910A01825F}" type="sibTrans" cxnId="{80B77215-CA6B-4B0D-88E4-95C26FFE352D}">
      <dgm:prSet/>
      <dgm:spPr/>
      <dgm:t>
        <a:bodyPr/>
        <a:lstStyle/>
        <a:p>
          <a:endParaRPr lang="en-US"/>
        </a:p>
      </dgm:t>
    </dgm:pt>
    <dgm:pt modelId="{94046A87-4604-4F5E-8636-ECBC79FC7B58}">
      <dgm:prSet/>
      <dgm:spPr/>
      <dgm:t>
        <a:bodyPr/>
        <a:lstStyle/>
        <a:p>
          <a:r>
            <a:rPr lang="fr-FR"/>
            <a:t>Avantages</a:t>
          </a:r>
          <a:endParaRPr lang="en-US"/>
        </a:p>
      </dgm:t>
    </dgm:pt>
    <dgm:pt modelId="{9D152120-A37D-4D96-B9E1-714A85208607}" type="parTrans" cxnId="{B5BA90BB-9505-47E5-96BD-B50E0D7331E0}">
      <dgm:prSet/>
      <dgm:spPr/>
      <dgm:t>
        <a:bodyPr/>
        <a:lstStyle/>
        <a:p>
          <a:endParaRPr lang="en-US"/>
        </a:p>
      </dgm:t>
    </dgm:pt>
    <dgm:pt modelId="{59E09ED3-FC27-4803-964D-328BFF7EDBC9}" type="sibTrans" cxnId="{B5BA90BB-9505-47E5-96BD-B50E0D7331E0}">
      <dgm:prSet/>
      <dgm:spPr/>
      <dgm:t>
        <a:bodyPr/>
        <a:lstStyle/>
        <a:p>
          <a:endParaRPr lang="en-US"/>
        </a:p>
      </dgm:t>
    </dgm:pt>
    <dgm:pt modelId="{65390E5A-B9E6-4CAC-9AC4-E6EF92247FE2}">
      <dgm:prSet/>
      <dgm:spPr/>
      <dgm:t>
        <a:bodyPr/>
        <a:lstStyle/>
        <a:p>
          <a:r>
            <a:rPr lang="fr-FR"/>
            <a:t>Améliore la réactivité (ex. : animations, tâches en arrière-plan).</a:t>
          </a:r>
          <a:endParaRPr lang="en-US"/>
        </a:p>
      </dgm:t>
    </dgm:pt>
    <dgm:pt modelId="{826470BE-B7FF-4FF7-92A0-D8902A5FA241}" type="parTrans" cxnId="{45D7894C-B07F-4ED6-97F2-0E23FC27ADD1}">
      <dgm:prSet/>
      <dgm:spPr/>
      <dgm:t>
        <a:bodyPr/>
        <a:lstStyle/>
        <a:p>
          <a:endParaRPr lang="en-US"/>
        </a:p>
      </dgm:t>
    </dgm:pt>
    <dgm:pt modelId="{598E3565-9185-4CEC-A449-52166EB30B98}" type="sibTrans" cxnId="{45D7894C-B07F-4ED6-97F2-0E23FC27ADD1}">
      <dgm:prSet/>
      <dgm:spPr/>
      <dgm:t>
        <a:bodyPr/>
        <a:lstStyle/>
        <a:p>
          <a:endParaRPr lang="en-US"/>
        </a:p>
      </dgm:t>
    </dgm:pt>
    <dgm:pt modelId="{70F86EC9-9900-40B5-976D-68D23D114AAC}">
      <dgm:prSet/>
      <dgm:spPr/>
      <dgm:t>
        <a:bodyPr/>
        <a:lstStyle/>
        <a:p>
          <a:r>
            <a:rPr lang="fr-FR"/>
            <a:t>Permet de simuler la concurrence réelle (plusieurs pilotes qui courent en même temps).</a:t>
          </a:r>
          <a:endParaRPr lang="en-US"/>
        </a:p>
      </dgm:t>
    </dgm:pt>
    <dgm:pt modelId="{ED162650-31E5-43DE-A0FC-4F769A8BF9C6}" type="parTrans" cxnId="{850EE639-7497-48D8-A192-1FB76FAA6D33}">
      <dgm:prSet/>
      <dgm:spPr/>
      <dgm:t>
        <a:bodyPr/>
        <a:lstStyle/>
        <a:p>
          <a:endParaRPr lang="en-US"/>
        </a:p>
      </dgm:t>
    </dgm:pt>
    <dgm:pt modelId="{CA0AB1AA-176B-4EC4-BAB6-80AB4D4A10C8}" type="sibTrans" cxnId="{850EE639-7497-48D8-A192-1FB76FAA6D33}">
      <dgm:prSet/>
      <dgm:spPr/>
      <dgm:t>
        <a:bodyPr/>
        <a:lstStyle/>
        <a:p>
          <a:endParaRPr lang="en-US"/>
        </a:p>
      </dgm:t>
    </dgm:pt>
    <dgm:pt modelId="{B68B9DAF-784F-41E3-ABCB-AE9E41FB8003}">
      <dgm:prSet/>
      <dgm:spPr/>
      <dgm:t>
        <a:bodyPr/>
        <a:lstStyle/>
        <a:p>
          <a:r>
            <a:rPr lang="fr-FR"/>
            <a:t>Utilise mieux les processeurs multi-cœurs.</a:t>
          </a:r>
          <a:endParaRPr lang="en-US"/>
        </a:p>
      </dgm:t>
    </dgm:pt>
    <dgm:pt modelId="{A1441E80-777D-47E0-B705-62F20A9B0917}" type="parTrans" cxnId="{BDDDB3EF-1BB0-405E-9147-0C080AA91AAE}">
      <dgm:prSet/>
      <dgm:spPr/>
      <dgm:t>
        <a:bodyPr/>
        <a:lstStyle/>
        <a:p>
          <a:endParaRPr lang="en-US"/>
        </a:p>
      </dgm:t>
    </dgm:pt>
    <dgm:pt modelId="{E495F0E2-7DE0-4C49-9F3A-ED28632EA6EA}" type="sibTrans" cxnId="{BDDDB3EF-1BB0-405E-9147-0C080AA91AAE}">
      <dgm:prSet/>
      <dgm:spPr/>
      <dgm:t>
        <a:bodyPr/>
        <a:lstStyle/>
        <a:p>
          <a:endParaRPr lang="en-US"/>
        </a:p>
      </dgm:t>
    </dgm:pt>
    <dgm:pt modelId="{F875BBAA-E02F-4C62-846A-069B6C8F06AA}" type="pres">
      <dgm:prSet presAssocID="{F9497E9F-4261-4E32-AB9A-AA06864B8A40}" presName="linear" presStyleCnt="0">
        <dgm:presLayoutVars>
          <dgm:dir/>
          <dgm:animLvl val="lvl"/>
          <dgm:resizeHandles val="exact"/>
        </dgm:presLayoutVars>
      </dgm:prSet>
      <dgm:spPr/>
    </dgm:pt>
    <dgm:pt modelId="{A091B227-907F-45E2-8534-7FA9517B2F0E}" type="pres">
      <dgm:prSet presAssocID="{148F5F02-1CD0-45C5-8A60-6FD6E5247537}" presName="parentLin" presStyleCnt="0"/>
      <dgm:spPr/>
    </dgm:pt>
    <dgm:pt modelId="{C63DEF52-0852-4DCC-82E0-289FB8FC9DF1}" type="pres">
      <dgm:prSet presAssocID="{148F5F02-1CD0-45C5-8A60-6FD6E5247537}" presName="parentLeftMargin" presStyleLbl="node1" presStyleIdx="0" presStyleCnt="2"/>
      <dgm:spPr/>
    </dgm:pt>
    <dgm:pt modelId="{CDE29748-6ECB-48D3-984F-3E4C6CF24DE7}" type="pres">
      <dgm:prSet presAssocID="{148F5F02-1CD0-45C5-8A60-6FD6E524753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BF4CFD1-B255-46CA-A1CE-3243603815C3}" type="pres">
      <dgm:prSet presAssocID="{148F5F02-1CD0-45C5-8A60-6FD6E5247537}" presName="negativeSpace" presStyleCnt="0"/>
      <dgm:spPr/>
    </dgm:pt>
    <dgm:pt modelId="{821DC0F3-A025-4AA2-9BA3-774F6992A971}" type="pres">
      <dgm:prSet presAssocID="{148F5F02-1CD0-45C5-8A60-6FD6E5247537}" presName="childText" presStyleLbl="conFgAcc1" presStyleIdx="0" presStyleCnt="2">
        <dgm:presLayoutVars>
          <dgm:bulletEnabled val="1"/>
        </dgm:presLayoutVars>
      </dgm:prSet>
      <dgm:spPr/>
    </dgm:pt>
    <dgm:pt modelId="{0FF88601-152D-491A-8632-F4157B75E6B6}" type="pres">
      <dgm:prSet presAssocID="{417B1E5C-E96D-4F9F-B079-D00EBF8D1325}" presName="spaceBetweenRectangles" presStyleCnt="0"/>
      <dgm:spPr/>
    </dgm:pt>
    <dgm:pt modelId="{F1C28FFA-105F-4C25-BE26-8C47BA8C6DF5}" type="pres">
      <dgm:prSet presAssocID="{94046A87-4604-4F5E-8636-ECBC79FC7B58}" presName="parentLin" presStyleCnt="0"/>
      <dgm:spPr/>
    </dgm:pt>
    <dgm:pt modelId="{4DE34788-2A08-4160-A07E-5EA42AA323EC}" type="pres">
      <dgm:prSet presAssocID="{94046A87-4604-4F5E-8636-ECBC79FC7B58}" presName="parentLeftMargin" presStyleLbl="node1" presStyleIdx="0" presStyleCnt="2"/>
      <dgm:spPr/>
    </dgm:pt>
    <dgm:pt modelId="{7B18899A-B41B-434A-A6CD-5A00ECBC7000}" type="pres">
      <dgm:prSet presAssocID="{94046A87-4604-4F5E-8636-ECBC79FC7B5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E109589-5D44-4B03-BBD6-AD757408A037}" type="pres">
      <dgm:prSet presAssocID="{94046A87-4604-4F5E-8636-ECBC79FC7B58}" presName="negativeSpace" presStyleCnt="0"/>
      <dgm:spPr/>
    </dgm:pt>
    <dgm:pt modelId="{306C7BE1-01B5-458B-A7DC-982CDC798842}" type="pres">
      <dgm:prSet presAssocID="{94046A87-4604-4F5E-8636-ECBC79FC7B5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EA6F805-5CA8-4FB0-91CB-476F8AE71BC4}" type="presOf" srcId="{BA0ACE67-B412-4AB8-A325-259AC54332A6}" destId="{821DC0F3-A025-4AA2-9BA3-774F6992A971}" srcOrd="0" destOrd="0" presId="urn:microsoft.com/office/officeart/2005/8/layout/list1"/>
    <dgm:cxn modelId="{9F701406-DA33-4F86-9DB6-63769A25BC75}" srcId="{148F5F02-1CD0-45C5-8A60-6FD6E5247537}" destId="{BA0ACE67-B412-4AB8-A325-259AC54332A6}" srcOrd="0" destOrd="0" parTransId="{5226A08D-25C2-4D91-A08C-0BF87721E095}" sibTransId="{F5E88899-2FF4-4145-957D-7DCDADC288B5}"/>
    <dgm:cxn modelId="{F2216108-CE20-4B99-A2C8-7365BBBFB392}" srcId="{F9497E9F-4261-4E32-AB9A-AA06864B8A40}" destId="{148F5F02-1CD0-45C5-8A60-6FD6E5247537}" srcOrd="0" destOrd="0" parTransId="{C4CAA385-4559-4725-92FF-53C85FDA5A41}" sibTransId="{417B1E5C-E96D-4F9F-B079-D00EBF8D1325}"/>
    <dgm:cxn modelId="{80B77215-CA6B-4B0D-88E4-95C26FFE352D}" srcId="{148F5F02-1CD0-45C5-8A60-6FD6E5247537}" destId="{AFB191E2-15BF-4D03-9E67-B80666E2222C}" srcOrd="1" destOrd="0" parTransId="{C8397A6F-93CE-4BBF-8D8C-98E2581DE815}" sibTransId="{C2911769-9199-4EE6-A703-D5910A01825F}"/>
    <dgm:cxn modelId="{27245830-84FF-438A-9E3A-BC25A03BCEC1}" type="presOf" srcId="{94046A87-4604-4F5E-8636-ECBC79FC7B58}" destId="{7B18899A-B41B-434A-A6CD-5A00ECBC7000}" srcOrd="1" destOrd="0" presId="urn:microsoft.com/office/officeart/2005/8/layout/list1"/>
    <dgm:cxn modelId="{850EE639-7497-48D8-A192-1FB76FAA6D33}" srcId="{94046A87-4604-4F5E-8636-ECBC79FC7B58}" destId="{70F86EC9-9900-40B5-976D-68D23D114AAC}" srcOrd="1" destOrd="0" parTransId="{ED162650-31E5-43DE-A0FC-4F769A8BF9C6}" sibTransId="{CA0AB1AA-176B-4EC4-BAB6-80AB4D4A10C8}"/>
    <dgm:cxn modelId="{45D7894C-B07F-4ED6-97F2-0E23FC27ADD1}" srcId="{94046A87-4604-4F5E-8636-ECBC79FC7B58}" destId="{65390E5A-B9E6-4CAC-9AC4-E6EF92247FE2}" srcOrd="0" destOrd="0" parTransId="{826470BE-B7FF-4FF7-92A0-D8902A5FA241}" sibTransId="{598E3565-9185-4CEC-A449-52166EB30B98}"/>
    <dgm:cxn modelId="{9F3AF44F-421F-47EB-999A-83C4A320A961}" type="presOf" srcId="{70F86EC9-9900-40B5-976D-68D23D114AAC}" destId="{306C7BE1-01B5-458B-A7DC-982CDC798842}" srcOrd="0" destOrd="1" presId="urn:microsoft.com/office/officeart/2005/8/layout/list1"/>
    <dgm:cxn modelId="{D2167274-4154-470C-9A94-39EACAAC78E2}" type="presOf" srcId="{AFB191E2-15BF-4D03-9E67-B80666E2222C}" destId="{821DC0F3-A025-4AA2-9BA3-774F6992A971}" srcOrd="0" destOrd="1" presId="urn:microsoft.com/office/officeart/2005/8/layout/list1"/>
    <dgm:cxn modelId="{51702677-1403-4BB4-960B-EA3678F38F39}" type="presOf" srcId="{65390E5A-B9E6-4CAC-9AC4-E6EF92247FE2}" destId="{306C7BE1-01B5-458B-A7DC-982CDC798842}" srcOrd="0" destOrd="0" presId="urn:microsoft.com/office/officeart/2005/8/layout/list1"/>
    <dgm:cxn modelId="{1765B9B1-38E0-4927-A722-350EA57C728C}" type="presOf" srcId="{148F5F02-1CD0-45C5-8A60-6FD6E5247537}" destId="{CDE29748-6ECB-48D3-984F-3E4C6CF24DE7}" srcOrd="1" destOrd="0" presId="urn:microsoft.com/office/officeart/2005/8/layout/list1"/>
    <dgm:cxn modelId="{7F0472B3-70F9-403D-AE1C-6A31396D2AF7}" type="presOf" srcId="{F9497E9F-4261-4E32-AB9A-AA06864B8A40}" destId="{F875BBAA-E02F-4C62-846A-069B6C8F06AA}" srcOrd="0" destOrd="0" presId="urn:microsoft.com/office/officeart/2005/8/layout/list1"/>
    <dgm:cxn modelId="{B5BA90BB-9505-47E5-96BD-B50E0D7331E0}" srcId="{F9497E9F-4261-4E32-AB9A-AA06864B8A40}" destId="{94046A87-4604-4F5E-8636-ECBC79FC7B58}" srcOrd="1" destOrd="0" parTransId="{9D152120-A37D-4D96-B9E1-714A85208607}" sibTransId="{59E09ED3-FC27-4803-964D-328BFF7EDBC9}"/>
    <dgm:cxn modelId="{2A2B40E2-D88D-4066-AE95-BF06E15E66CB}" type="presOf" srcId="{94046A87-4604-4F5E-8636-ECBC79FC7B58}" destId="{4DE34788-2A08-4160-A07E-5EA42AA323EC}" srcOrd="0" destOrd="0" presId="urn:microsoft.com/office/officeart/2005/8/layout/list1"/>
    <dgm:cxn modelId="{BDDDB3EF-1BB0-405E-9147-0C080AA91AAE}" srcId="{94046A87-4604-4F5E-8636-ECBC79FC7B58}" destId="{B68B9DAF-784F-41E3-ABCB-AE9E41FB8003}" srcOrd="2" destOrd="0" parTransId="{A1441E80-777D-47E0-B705-62F20A9B0917}" sibTransId="{E495F0E2-7DE0-4C49-9F3A-ED28632EA6EA}"/>
    <dgm:cxn modelId="{46818CF4-0AF3-455C-9B06-520BDB05C426}" type="presOf" srcId="{148F5F02-1CD0-45C5-8A60-6FD6E5247537}" destId="{C63DEF52-0852-4DCC-82E0-289FB8FC9DF1}" srcOrd="0" destOrd="0" presId="urn:microsoft.com/office/officeart/2005/8/layout/list1"/>
    <dgm:cxn modelId="{C25C73FD-C7B0-402B-A0FC-A69BAD5F8A70}" type="presOf" srcId="{B68B9DAF-784F-41E3-ABCB-AE9E41FB8003}" destId="{306C7BE1-01B5-458B-A7DC-982CDC798842}" srcOrd="0" destOrd="2" presId="urn:microsoft.com/office/officeart/2005/8/layout/list1"/>
    <dgm:cxn modelId="{10F2EA30-8499-44A2-A057-BA648B7CC9C1}" type="presParOf" srcId="{F875BBAA-E02F-4C62-846A-069B6C8F06AA}" destId="{A091B227-907F-45E2-8534-7FA9517B2F0E}" srcOrd="0" destOrd="0" presId="urn:microsoft.com/office/officeart/2005/8/layout/list1"/>
    <dgm:cxn modelId="{36038DC2-C89B-4E27-862D-FB77609B5899}" type="presParOf" srcId="{A091B227-907F-45E2-8534-7FA9517B2F0E}" destId="{C63DEF52-0852-4DCC-82E0-289FB8FC9DF1}" srcOrd="0" destOrd="0" presId="urn:microsoft.com/office/officeart/2005/8/layout/list1"/>
    <dgm:cxn modelId="{EF5FE0E9-EA24-483F-B41A-1053C49BE7C3}" type="presParOf" srcId="{A091B227-907F-45E2-8534-7FA9517B2F0E}" destId="{CDE29748-6ECB-48D3-984F-3E4C6CF24DE7}" srcOrd="1" destOrd="0" presId="urn:microsoft.com/office/officeart/2005/8/layout/list1"/>
    <dgm:cxn modelId="{9FFEF3E3-08AA-4FB6-81B7-B5EFBC27C52D}" type="presParOf" srcId="{F875BBAA-E02F-4C62-846A-069B6C8F06AA}" destId="{DBF4CFD1-B255-46CA-A1CE-3243603815C3}" srcOrd="1" destOrd="0" presId="urn:microsoft.com/office/officeart/2005/8/layout/list1"/>
    <dgm:cxn modelId="{5C8C282A-89FD-44A8-AFAC-E57C9AB4AC52}" type="presParOf" srcId="{F875BBAA-E02F-4C62-846A-069B6C8F06AA}" destId="{821DC0F3-A025-4AA2-9BA3-774F6992A971}" srcOrd="2" destOrd="0" presId="urn:microsoft.com/office/officeart/2005/8/layout/list1"/>
    <dgm:cxn modelId="{6A98827A-46C3-4898-9B1F-FB5D79E158B6}" type="presParOf" srcId="{F875BBAA-E02F-4C62-846A-069B6C8F06AA}" destId="{0FF88601-152D-491A-8632-F4157B75E6B6}" srcOrd="3" destOrd="0" presId="urn:microsoft.com/office/officeart/2005/8/layout/list1"/>
    <dgm:cxn modelId="{9929052A-0D24-4E88-9F6E-8F742F5FBEB6}" type="presParOf" srcId="{F875BBAA-E02F-4C62-846A-069B6C8F06AA}" destId="{F1C28FFA-105F-4C25-BE26-8C47BA8C6DF5}" srcOrd="4" destOrd="0" presId="urn:microsoft.com/office/officeart/2005/8/layout/list1"/>
    <dgm:cxn modelId="{E6F74410-7E38-49ED-89F4-7F90DF77FCE4}" type="presParOf" srcId="{F1C28FFA-105F-4C25-BE26-8C47BA8C6DF5}" destId="{4DE34788-2A08-4160-A07E-5EA42AA323EC}" srcOrd="0" destOrd="0" presId="urn:microsoft.com/office/officeart/2005/8/layout/list1"/>
    <dgm:cxn modelId="{DF37276C-9369-48B8-8EFB-46847A2806A2}" type="presParOf" srcId="{F1C28FFA-105F-4C25-BE26-8C47BA8C6DF5}" destId="{7B18899A-B41B-434A-A6CD-5A00ECBC7000}" srcOrd="1" destOrd="0" presId="urn:microsoft.com/office/officeart/2005/8/layout/list1"/>
    <dgm:cxn modelId="{7C183B0B-2BE8-4FE9-8674-9F5B9C97C4ED}" type="presParOf" srcId="{F875BBAA-E02F-4C62-846A-069B6C8F06AA}" destId="{AE109589-5D44-4B03-BBD6-AD757408A037}" srcOrd="5" destOrd="0" presId="urn:microsoft.com/office/officeart/2005/8/layout/list1"/>
    <dgm:cxn modelId="{402D06EC-7257-4C5A-9E97-460303F01FC9}" type="presParOf" srcId="{F875BBAA-E02F-4C62-846A-069B6C8F06AA}" destId="{306C7BE1-01B5-458B-A7DC-982CDC79884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19693D-3270-46AB-976B-3382FA395F13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A276BCE-3ACF-4DCD-8935-9481C825BD7A}">
      <dgm:prSet/>
      <dgm:spPr/>
      <dgm:t>
        <a:bodyPr/>
        <a:lstStyle/>
        <a:p>
          <a:r>
            <a:rPr lang="fr-FR" dirty="0"/>
            <a:t>Implémenter l’interface </a:t>
          </a:r>
          <a:r>
            <a:rPr lang="fr-FR" dirty="0">
              <a:latin typeface="Cascadia Code" panose="020B0609020000020004" pitchFamily="49" charset="0"/>
              <a:cs typeface="Cascadia Code" panose="020B0609020000020004" pitchFamily="49" charset="0"/>
            </a:rPr>
            <a:t>Runnable</a:t>
          </a:r>
          <a:r>
            <a:rPr lang="fr-FR" dirty="0"/>
            <a:t> avec une méthode </a:t>
          </a:r>
          <a:r>
            <a:rPr lang="fr-FR" dirty="0">
              <a:latin typeface="Cascadia Code" panose="020B0609020000020004" pitchFamily="49" charset="0"/>
              <a:cs typeface="Cascadia Code" panose="020B0609020000020004" pitchFamily="49" charset="0"/>
            </a:rPr>
            <a:t>run() </a:t>
          </a:r>
          <a:r>
            <a:rPr lang="fr-FR" dirty="0"/>
            <a:t>qui contient la logique du thread</a:t>
          </a:r>
          <a:endParaRPr lang="en-US" dirty="0"/>
        </a:p>
      </dgm:t>
    </dgm:pt>
    <dgm:pt modelId="{92EED69A-AB11-4E39-8DA0-EB832B7C4A61}" type="parTrans" cxnId="{6A8FC81C-BFB4-4EE2-8BB8-7CA286AE2189}">
      <dgm:prSet/>
      <dgm:spPr/>
      <dgm:t>
        <a:bodyPr/>
        <a:lstStyle/>
        <a:p>
          <a:endParaRPr lang="en-US"/>
        </a:p>
      </dgm:t>
    </dgm:pt>
    <dgm:pt modelId="{B8FF27DB-C231-4731-A874-8320A0972D71}" type="sibTrans" cxnId="{6A8FC81C-BFB4-4EE2-8BB8-7CA286AE2189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1B9DF7D1-98DD-4E72-8983-C8EC190FD8C6}">
      <dgm:prSet/>
      <dgm:spPr/>
      <dgm:t>
        <a:bodyPr/>
        <a:lstStyle/>
        <a:p>
          <a:r>
            <a:rPr lang="fr-FR" dirty="0"/>
            <a:t>Créer un objet </a:t>
          </a:r>
          <a:r>
            <a:rPr lang="fr-FR" dirty="0">
              <a:latin typeface="Cascadia Code" panose="020B0609020000020004" pitchFamily="49" charset="0"/>
              <a:cs typeface="Cascadia Code" panose="020B0609020000020004" pitchFamily="49" charset="0"/>
            </a:rPr>
            <a:t>Thread</a:t>
          </a:r>
          <a:r>
            <a:rPr lang="fr-FR" dirty="0"/>
            <a:t> avec une instance de la classe qui implémente </a:t>
          </a:r>
          <a:r>
            <a:rPr lang="fr-FR" dirty="0">
              <a:latin typeface="Cascadia Code" panose="020B0609020000020004" pitchFamily="49" charset="0"/>
              <a:cs typeface="Cascadia Code" panose="020B0609020000020004" pitchFamily="49" charset="0"/>
            </a:rPr>
            <a:t>Runnable</a:t>
          </a:r>
          <a:endParaRPr lang="en-US" dirty="0">
            <a:latin typeface="Cascadia Code" panose="020B0609020000020004" pitchFamily="49" charset="0"/>
            <a:cs typeface="Cascadia Code" panose="020B0609020000020004" pitchFamily="49" charset="0"/>
          </a:endParaRPr>
        </a:p>
      </dgm:t>
    </dgm:pt>
    <dgm:pt modelId="{6975E9BD-9291-45BC-A052-7BCC00D877D5}" type="parTrans" cxnId="{B110C20F-51A4-4BDB-B6A6-AFA1921A7D75}">
      <dgm:prSet/>
      <dgm:spPr/>
      <dgm:t>
        <a:bodyPr/>
        <a:lstStyle/>
        <a:p>
          <a:endParaRPr lang="en-US"/>
        </a:p>
      </dgm:t>
    </dgm:pt>
    <dgm:pt modelId="{B25889C9-D873-4B70-9188-DAA201A23C36}" type="sibTrans" cxnId="{B110C20F-51A4-4BDB-B6A6-AFA1921A7D75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EA601FA4-112A-4C35-82B7-41D44692853F}">
      <dgm:prSet/>
      <dgm:spPr/>
      <dgm:t>
        <a:bodyPr/>
        <a:lstStyle/>
        <a:p>
          <a:r>
            <a:rPr lang="fr-FR" dirty="0"/>
            <a:t>Démarrer l’exécution avec la méthode </a:t>
          </a:r>
          <a:r>
            <a:rPr lang="fr-FR" dirty="0">
              <a:latin typeface="Cascadia Code" panose="020B0609020000020004" pitchFamily="49" charset="0"/>
              <a:cs typeface="Cascadia Code" panose="020B0609020000020004" pitchFamily="49" charset="0"/>
            </a:rPr>
            <a:t>.start()</a:t>
          </a:r>
          <a:endParaRPr lang="en-US" dirty="0">
            <a:latin typeface="Cascadia Code" panose="020B0609020000020004" pitchFamily="49" charset="0"/>
            <a:cs typeface="Cascadia Code" panose="020B0609020000020004" pitchFamily="49" charset="0"/>
          </a:endParaRPr>
        </a:p>
      </dgm:t>
    </dgm:pt>
    <dgm:pt modelId="{D7AA7B04-BC9B-4051-8F0E-FFDE881078F9}" type="parTrans" cxnId="{3BBC8C66-496B-48A0-8655-13C93F09DA60}">
      <dgm:prSet/>
      <dgm:spPr/>
      <dgm:t>
        <a:bodyPr/>
        <a:lstStyle/>
        <a:p>
          <a:endParaRPr lang="en-US"/>
        </a:p>
      </dgm:t>
    </dgm:pt>
    <dgm:pt modelId="{F1D131EF-FFD3-42F3-B14E-E3280AD0DB7E}" type="sibTrans" cxnId="{3BBC8C66-496B-48A0-8655-13C93F09DA60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3035FE60-75EB-4B7B-8758-81CE737B0AD8}" type="pres">
      <dgm:prSet presAssocID="{7919693D-3270-46AB-976B-3382FA395F13}" presName="Name0" presStyleCnt="0">
        <dgm:presLayoutVars>
          <dgm:animLvl val="lvl"/>
          <dgm:resizeHandles val="exact"/>
        </dgm:presLayoutVars>
      </dgm:prSet>
      <dgm:spPr/>
    </dgm:pt>
    <dgm:pt modelId="{4B4CE204-5023-4654-9681-E81A123223F1}" type="pres">
      <dgm:prSet presAssocID="{5A276BCE-3ACF-4DCD-8935-9481C825BD7A}" presName="compositeNode" presStyleCnt="0">
        <dgm:presLayoutVars>
          <dgm:bulletEnabled val="1"/>
        </dgm:presLayoutVars>
      </dgm:prSet>
      <dgm:spPr/>
    </dgm:pt>
    <dgm:pt modelId="{6234C38A-0B16-4879-8139-D24CD3B98B97}" type="pres">
      <dgm:prSet presAssocID="{5A276BCE-3ACF-4DCD-8935-9481C825BD7A}" presName="bgRect" presStyleLbl="alignNode1" presStyleIdx="0" presStyleCnt="3"/>
      <dgm:spPr/>
    </dgm:pt>
    <dgm:pt modelId="{33C4EE00-BD4F-4D5F-84F4-08822E68A42A}" type="pres">
      <dgm:prSet presAssocID="{B8FF27DB-C231-4731-A874-8320A0972D71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67532D22-C9E2-45EA-AEC2-D2DC30B35663}" type="pres">
      <dgm:prSet presAssocID="{5A276BCE-3ACF-4DCD-8935-9481C825BD7A}" presName="nodeRect" presStyleLbl="alignNode1" presStyleIdx="0" presStyleCnt="3">
        <dgm:presLayoutVars>
          <dgm:bulletEnabled val="1"/>
        </dgm:presLayoutVars>
      </dgm:prSet>
      <dgm:spPr/>
    </dgm:pt>
    <dgm:pt modelId="{BA4155D7-A7FA-47DA-9711-1EC7FBBFBAC9}" type="pres">
      <dgm:prSet presAssocID="{B8FF27DB-C231-4731-A874-8320A0972D71}" presName="sibTrans" presStyleCnt="0"/>
      <dgm:spPr/>
    </dgm:pt>
    <dgm:pt modelId="{A9174F2C-2CC1-437B-BC4C-C480A6E676BA}" type="pres">
      <dgm:prSet presAssocID="{1B9DF7D1-98DD-4E72-8983-C8EC190FD8C6}" presName="compositeNode" presStyleCnt="0">
        <dgm:presLayoutVars>
          <dgm:bulletEnabled val="1"/>
        </dgm:presLayoutVars>
      </dgm:prSet>
      <dgm:spPr/>
    </dgm:pt>
    <dgm:pt modelId="{AFFEAFA6-93A3-4746-9BE0-7F5F244190DD}" type="pres">
      <dgm:prSet presAssocID="{1B9DF7D1-98DD-4E72-8983-C8EC190FD8C6}" presName="bgRect" presStyleLbl="alignNode1" presStyleIdx="1" presStyleCnt="3"/>
      <dgm:spPr/>
    </dgm:pt>
    <dgm:pt modelId="{8F3151D0-702D-4228-99CB-2990A2CBAA7E}" type="pres">
      <dgm:prSet presAssocID="{B25889C9-D873-4B70-9188-DAA201A23C36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70991004-9B4B-4947-AC52-A4E5CE4D55A4}" type="pres">
      <dgm:prSet presAssocID="{1B9DF7D1-98DD-4E72-8983-C8EC190FD8C6}" presName="nodeRect" presStyleLbl="alignNode1" presStyleIdx="1" presStyleCnt="3">
        <dgm:presLayoutVars>
          <dgm:bulletEnabled val="1"/>
        </dgm:presLayoutVars>
      </dgm:prSet>
      <dgm:spPr/>
    </dgm:pt>
    <dgm:pt modelId="{308A07C4-BBA9-494B-AC4B-B6877064FA6C}" type="pres">
      <dgm:prSet presAssocID="{B25889C9-D873-4B70-9188-DAA201A23C36}" presName="sibTrans" presStyleCnt="0"/>
      <dgm:spPr/>
    </dgm:pt>
    <dgm:pt modelId="{EADFCAD5-0955-403D-961D-C46D4C690816}" type="pres">
      <dgm:prSet presAssocID="{EA601FA4-112A-4C35-82B7-41D44692853F}" presName="compositeNode" presStyleCnt="0">
        <dgm:presLayoutVars>
          <dgm:bulletEnabled val="1"/>
        </dgm:presLayoutVars>
      </dgm:prSet>
      <dgm:spPr/>
    </dgm:pt>
    <dgm:pt modelId="{91E6062E-39D9-4B76-9AED-6B7BB1248015}" type="pres">
      <dgm:prSet presAssocID="{EA601FA4-112A-4C35-82B7-41D44692853F}" presName="bgRect" presStyleLbl="alignNode1" presStyleIdx="2" presStyleCnt="3"/>
      <dgm:spPr/>
    </dgm:pt>
    <dgm:pt modelId="{476278BB-CAF9-4348-83B0-0BCBEE1A0F33}" type="pres">
      <dgm:prSet presAssocID="{F1D131EF-FFD3-42F3-B14E-E3280AD0DB7E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A36284C7-6FF5-427E-BA83-D1A567E6F578}" type="pres">
      <dgm:prSet presAssocID="{EA601FA4-112A-4C35-82B7-41D44692853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B110C20F-51A4-4BDB-B6A6-AFA1921A7D75}" srcId="{7919693D-3270-46AB-976B-3382FA395F13}" destId="{1B9DF7D1-98DD-4E72-8983-C8EC190FD8C6}" srcOrd="1" destOrd="0" parTransId="{6975E9BD-9291-45BC-A052-7BCC00D877D5}" sibTransId="{B25889C9-D873-4B70-9188-DAA201A23C36}"/>
    <dgm:cxn modelId="{6A8FC81C-BFB4-4EE2-8BB8-7CA286AE2189}" srcId="{7919693D-3270-46AB-976B-3382FA395F13}" destId="{5A276BCE-3ACF-4DCD-8935-9481C825BD7A}" srcOrd="0" destOrd="0" parTransId="{92EED69A-AB11-4E39-8DA0-EB832B7C4A61}" sibTransId="{B8FF27DB-C231-4731-A874-8320A0972D71}"/>
    <dgm:cxn modelId="{3BBC8C66-496B-48A0-8655-13C93F09DA60}" srcId="{7919693D-3270-46AB-976B-3382FA395F13}" destId="{EA601FA4-112A-4C35-82B7-41D44692853F}" srcOrd="2" destOrd="0" parTransId="{D7AA7B04-BC9B-4051-8F0E-FFDE881078F9}" sibTransId="{F1D131EF-FFD3-42F3-B14E-E3280AD0DB7E}"/>
    <dgm:cxn modelId="{4AA5B176-F2EE-4EC3-812F-B2E3B1142366}" type="presOf" srcId="{EA601FA4-112A-4C35-82B7-41D44692853F}" destId="{A36284C7-6FF5-427E-BA83-D1A567E6F578}" srcOrd="1" destOrd="0" presId="urn:microsoft.com/office/officeart/2016/7/layout/LinearBlockProcessNumbered"/>
    <dgm:cxn modelId="{64034A79-1C3E-46C7-883E-BA678BA217EB}" type="presOf" srcId="{1B9DF7D1-98DD-4E72-8983-C8EC190FD8C6}" destId="{70991004-9B4B-4947-AC52-A4E5CE4D55A4}" srcOrd="1" destOrd="0" presId="urn:microsoft.com/office/officeart/2016/7/layout/LinearBlockProcessNumbered"/>
    <dgm:cxn modelId="{1744E482-14B5-4FD9-ADE9-BF3F532A9B36}" type="presOf" srcId="{5A276BCE-3ACF-4DCD-8935-9481C825BD7A}" destId="{6234C38A-0B16-4879-8139-D24CD3B98B97}" srcOrd="0" destOrd="0" presId="urn:microsoft.com/office/officeart/2016/7/layout/LinearBlockProcessNumbered"/>
    <dgm:cxn modelId="{A33D0590-8526-4172-88BA-ED449E58BE78}" type="presOf" srcId="{7919693D-3270-46AB-976B-3382FA395F13}" destId="{3035FE60-75EB-4B7B-8758-81CE737B0AD8}" srcOrd="0" destOrd="0" presId="urn:microsoft.com/office/officeart/2016/7/layout/LinearBlockProcessNumbered"/>
    <dgm:cxn modelId="{98E612B1-759A-4B37-8989-BD9BEC7ED63E}" type="presOf" srcId="{EA601FA4-112A-4C35-82B7-41D44692853F}" destId="{91E6062E-39D9-4B76-9AED-6B7BB1248015}" srcOrd="0" destOrd="0" presId="urn:microsoft.com/office/officeart/2016/7/layout/LinearBlockProcessNumbered"/>
    <dgm:cxn modelId="{F3D496BB-2300-4C32-BDBC-984BD2BCDE06}" type="presOf" srcId="{B8FF27DB-C231-4731-A874-8320A0972D71}" destId="{33C4EE00-BD4F-4D5F-84F4-08822E68A42A}" srcOrd="0" destOrd="0" presId="urn:microsoft.com/office/officeart/2016/7/layout/LinearBlockProcessNumbered"/>
    <dgm:cxn modelId="{297E02C1-F213-4E8A-8586-E87E2CC3B27C}" type="presOf" srcId="{1B9DF7D1-98DD-4E72-8983-C8EC190FD8C6}" destId="{AFFEAFA6-93A3-4746-9BE0-7F5F244190DD}" srcOrd="0" destOrd="0" presId="urn:microsoft.com/office/officeart/2016/7/layout/LinearBlockProcessNumbered"/>
    <dgm:cxn modelId="{3428E4C4-7851-47BB-B5A6-DF1F391616FF}" type="presOf" srcId="{B25889C9-D873-4B70-9188-DAA201A23C36}" destId="{8F3151D0-702D-4228-99CB-2990A2CBAA7E}" srcOrd="0" destOrd="0" presId="urn:microsoft.com/office/officeart/2016/7/layout/LinearBlockProcessNumbered"/>
    <dgm:cxn modelId="{529D73E3-5155-440E-A2A7-2BD382ECC3B3}" type="presOf" srcId="{5A276BCE-3ACF-4DCD-8935-9481C825BD7A}" destId="{67532D22-C9E2-45EA-AEC2-D2DC30B35663}" srcOrd="1" destOrd="0" presId="urn:microsoft.com/office/officeart/2016/7/layout/LinearBlockProcessNumbered"/>
    <dgm:cxn modelId="{F9C5D8E5-943C-4A75-ADFA-E8F426758CEB}" type="presOf" srcId="{F1D131EF-FFD3-42F3-B14E-E3280AD0DB7E}" destId="{476278BB-CAF9-4348-83B0-0BCBEE1A0F33}" srcOrd="0" destOrd="0" presId="urn:microsoft.com/office/officeart/2016/7/layout/LinearBlockProcessNumbered"/>
    <dgm:cxn modelId="{764B5D73-23E6-470B-B62D-B79064FBA5B6}" type="presParOf" srcId="{3035FE60-75EB-4B7B-8758-81CE737B0AD8}" destId="{4B4CE204-5023-4654-9681-E81A123223F1}" srcOrd="0" destOrd="0" presId="urn:microsoft.com/office/officeart/2016/7/layout/LinearBlockProcessNumbered"/>
    <dgm:cxn modelId="{977AB01D-6F36-4698-99EC-21D7F9191C1A}" type="presParOf" srcId="{4B4CE204-5023-4654-9681-E81A123223F1}" destId="{6234C38A-0B16-4879-8139-D24CD3B98B97}" srcOrd="0" destOrd="0" presId="urn:microsoft.com/office/officeart/2016/7/layout/LinearBlockProcessNumbered"/>
    <dgm:cxn modelId="{618316E7-B45E-460C-BEA1-6537F144F0DD}" type="presParOf" srcId="{4B4CE204-5023-4654-9681-E81A123223F1}" destId="{33C4EE00-BD4F-4D5F-84F4-08822E68A42A}" srcOrd="1" destOrd="0" presId="urn:microsoft.com/office/officeart/2016/7/layout/LinearBlockProcessNumbered"/>
    <dgm:cxn modelId="{5703E312-9BB4-4C1D-95FF-F0857BD089F4}" type="presParOf" srcId="{4B4CE204-5023-4654-9681-E81A123223F1}" destId="{67532D22-C9E2-45EA-AEC2-D2DC30B35663}" srcOrd="2" destOrd="0" presId="urn:microsoft.com/office/officeart/2016/7/layout/LinearBlockProcessNumbered"/>
    <dgm:cxn modelId="{9AEA3F7F-4720-42E1-AA4C-22A0E881CFF2}" type="presParOf" srcId="{3035FE60-75EB-4B7B-8758-81CE737B0AD8}" destId="{BA4155D7-A7FA-47DA-9711-1EC7FBBFBAC9}" srcOrd="1" destOrd="0" presId="urn:microsoft.com/office/officeart/2016/7/layout/LinearBlockProcessNumbered"/>
    <dgm:cxn modelId="{765DCFFD-A43A-42DA-814C-41204C9BEE9C}" type="presParOf" srcId="{3035FE60-75EB-4B7B-8758-81CE737B0AD8}" destId="{A9174F2C-2CC1-437B-BC4C-C480A6E676BA}" srcOrd="2" destOrd="0" presId="urn:microsoft.com/office/officeart/2016/7/layout/LinearBlockProcessNumbered"/>
    <dgm:cxn modelId="{2E5C4171-D1FF-46F7-9123-4727EE68C962}" type="presParOf" srcId="{A9174F2C-2CC1-437B-BC4C-C480A6E676BA}" destId="{AFFEAFA6-93A3-4746-9BE0-7F5F244190DD}" srcOrd="0" destOrd="0" presId="urn:microsoft.com/office/officeart/2016/7/layout/LinearBlockProcessNumbered"/>
    <dgm:cxn modelId="{7AC1AC77-04B0-4D96-B7CF-7866327084AE}" type="presParOf" srcId="{A9174F2C-2CC1-437B-BC4C-C480A6E676BA}" destId="{8F3151D0-702D-4228-99CB-2990A2CBAA7E}" srcOrd="1" destOrd="0" presId="urn:microsoft.com/office/officeart/2016/7/layout/LinearBlockProcessNumbered"/>
    <dgm:cxn modelId="{66196F60-7CA8-4AC7-BDF7-C737CBB300C9}" type="presParOf" srcId="{A9174F2C-2CC1-437B-BC4C-C480A6E676BA}" destId="{70991004-9B4B-4947-AC52-A4E5CE4D55A4}" srcOrd="2" destOrd="0" presId="urn:microsoft.com/office/officeart/2016/7/layout/LinearBlockProcessNumbered"/>
    <dgm:cxn modelId="{8719CA6D-1065-41C1-8B0F-3BF61BF32510}" type="presParOf" srcId="{3035FE60-75EB-4B7B-8758-81CE737B0AD8}" destId="{308A07C4-BBA9-494B-AC4B-B6877064FA6C}" srcOrd="3" destOrd="0" presId="urn:microsoft.com/office/officeart/2016/7/layout/LinearBlockProcessNumbered"/>
    <dgm:cxn modelId="{2E0D713A-170B-4D88-8E50-973B7161B32D}" type="presParOf" srcId="{3035FE60-75EB-4B7B-8758-81CE737B0AD8}" destId="{EADFCAD5-0955-403D-961D-C46D4C690816}" srcOrd="4" destOrd="0" presId="urn:microsoft.com/office/officeart/2016/7/layout/LinearBlockProcessNumbered"/>
    <dgm:cxn modelId="{DD3892F8-AEA8-4D02-A5FB-C715A15EB72D}" type="presParOf" srcId="{EADFCAD5-0955-403D-961D-C46D4C690816}" destId="{91E6062E-39D9-4B76-9AED-6B7BB1248015}" srcOrd="0" destOrd="0" presId="urn:microsoft.com/office/officeart/2016/7/layout/LinearBlockProcessNumbered"/>
    <dgm:cxn modelId="{82FEAE51-3917-411D-A472-2D945CA1B125}" type="presParOf" srcId="{EADFCAD5-0955-403D-961D-C46D4C690816}" destId="{476278BB-CAF9-4348-83B0-0BCBEE1A0F33}" srcOrd="1" destOrd="0" presId="urn:microsoft.com/office/officeart/2016/7/layout/LinearBlockProcessNumbered"/>
    <dgm:cxn modelId="{D1B4C5AB-F3F7-4F35-87BA-DB3CF918B252}" type="presParOf" srcId="{EADFCAD5-0955-403D-961D-C46D4C690816}" destId="{A36284C7-6FF5-427E-BA83-D1A567E6F57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D175B6-73A0-48E8-BF8D-FC45FEFE7C36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2FCDC88-8F9B-4897-A0CD-34DA15DDF4F5}">
      <dgm:prSet/>
      <dgm:spPr/>
      <dgm:t>
        <a:bodyPr/>
        <a:lstStyle/>
        <a:p>
          <a:r>
            <a:rPr lang="en-US" dirty="0">
              <a:latin typeface="Cascadia Code" panose="020B0609020000020004" pitchFamily="49" charset="0"/>
              <a:cs typeface="Cascadia Code" panose="020B0609020000020004" pitchFamily="49" charset="0"/>
            </a:rPr>
            <a:t>start()</a:t>
          </a:r>
        </a:p>
      </dgm:t>
    </dgm:pt>
    <dgm:pt modelId="{231CD49F-A0D9-459E-8EC9-F21940579BC9}" type="parTrans" cxnId="{DC466FEC-5BD1-48F4-A07C-06C988DC4309}">
      <dgm:prSet/>
      <dgm:spPr/>
      <dgm:t>
        <a:bodyPr/>
        <a:lstStyle/>
        <a:p>
          <a:endParaRPr lang="en-US"/>
        </a:p>
      </dgm:t>
    </dgm:pt>
    <dgm:pt modelId="{77FEE8AB-F48E-4726-A078-1EE948AFC1D1}" type="sibTrans" cxnId="{DC466FEC-5BD1-48F4-A07C-06C988DC4309}">
      <dgm:prSet/>
      <dgm:spPr/>
      <dgm:t>
        <a:bodyPr/>
        <a:lstStyle/>
        <a:p>
          <a:endParaRPr lang="en-US"/>
        </a:p>
      </dgm:t>
    </dgm:pt>
    <dgm:pt modelId="{B4DF1C49-2A4C-4A3D-AAF5-5051B662EC54}">
      <dgm:prSet/>
      <dgm:spPr/>
      <dgm:t>
        <a:bodyPr/>
        <a:lstStyle/>
        <a:p>
          <a:r>
            <a:rPr lang="en-US" dirty="0">
              <a:latin typeface="Cascadia Code" panose="020B0609020000020004" pitchFamily="49" charset="0"/>
              <a:cs typeface="Cascadia Code" panose="020B0609020000020004" pitchFamily="49" charset="0"/>
            </a:rPr>
            <a:t>sleep(</a:t>
          </a:r>
          <a:r>
            <a:rPr lang="en-US" dirty="0" err="1">
              <a:latin typeface="Cascadia Code" panose="020B0609020000020004" pitchFamily="49" charset="0"/>
              <a:cs typeface="Cascadia Code" panose="020B0609020000020004" pitchFamily="49" charset="0"/>
            </a:rPr>
            <a:t>ms</a:t>
          </a:r>
          <a:r>
            <a:rPr lang="en-US" dirty="0">
              <a:latin typeface="Cascadia Code" panose="020B0609020000020004" pitchFamily="49" charset="0"/>
              <a:cs typeface="Cascadia Code" panose="020B0609020000020004" pitchFamily="49" charset="0"/>
            </a:rPr>
            <a:t>)</a:t>
          </a:r>
        </a:p>
      </dgm:t>
    </dgm:pt>
    <dgm:pt modelId="{D3893470-855A-4139-835C-94F44BB7ACF5}" type="parTrans" cxnId="{07D1549E-4FD9-4819-B0A6-229049BCCE00}">
      <dgm:prSet/>
      <dgm:spPr/>
      <dgm:t>
        <a:bodyPr/>
        <a:lstStyle/>
        <a:p>
          <a:endParaRPr lang="en-US"/>
        </a:p>
      </dgm:t>
    </dgm:pt>
    <dgm:pt modelId="{830E1E6E-00A0-4EBB-9E5C-389E17B53B4F}" type="sibTrans" cxnId="{07D1549E-4FD9-4819-B0A6-229049BCCE00}">
      <dgm:prSet/>
      <dgm:spPr/>
      <dgm:t>
        <a:bodyPr/>
        <a:lstStyle/>
        <a:p>
          <a:endParaRPr lang="en-US"/>
        </a:p>
      </dgm:t>
    </dgm:pt>
    <dgm:pt modelId="{06661460-B1E8-4C03-AD30-75DE79543D90}">
      <dgm:prSet/>
      <dgm:spPr/>
      <dgm:t>
        <a:bodyPr/>
        <a:lstStyle/>
        <a:p>
          <a:r>
            <a:rPr lang="en-US" dirty="0"/>
            <a:t>Démarre l’exécution du thread</a:t>
          </a:r>
        </a:p>
      </dgm:t>
    </dgm:pt>
    <dgm:pt modelId="{D67A300C-A09A-4AEF-94B0-5DC2F0C13F89}" type="parTrans" cxnId="{C73FD55E-2E30-46D8-8B1A-ACCDE0201FBE}">
      <dgm:prSet/>
      <dgm:spPr/>
      <dgm:t>
        <a:bodyPr/>
        <a:lstStyle/>
        <a:p>
          <a:endParaRPr lang="en-CA"/>
        </a:p>
      </dgm:t>
    </dgm:pt>
    <dgm:pt modelId="{EA93908C-82AF-4B25-9A61-8060FCB57B87}" type="sibTrans" cxnId="{C73FD55E-2E30-46D8-8B1A-ACCDE0201FBE}">
      <dgm:prSet/>
      <dgm:spPr/>
      <dgm:t>
        <a:bodyPr/>
        <a:lstStyle/>
        <a:p>
          <a:endParaRPr lang="en-CA"/>
        </a:p>
      </dgm:t>
    </dgm:pt>
    <dgm:pt modelId="{A13810CA-AE0B-4C28-984B-63E730B71DC7}">
      <dgm:prSet/>
      <dgm:spPr/>
      <dgm:t>
        <a:bodyPr/>
        <a:lstStyle/>
        <a:p>
          <a:r>
            <a:rPr lang="fr-FR" dirty="0"/>
            <a:t>Suspend le thread pendant un certain temps (en millisecondes).</a:t>
          </a:r>
          <a:endParaRPr lang="en-US" dirty="0"/>
        </a:p>
      </dgm:t>
    </dgm:pt>
    <dgm:pt modelId="{59B3D286-29D0-4F6C-8A41-88DE9BB6E2F3}" type="parTrans" cxnId="{ED2FE2CD-18C7-439A-A382-B364B3E98E6E}">
      <dgm:prSet/>
      <dgm:spPr/>
      <dgm:t>
        <a:bodyPr/>
        <a:lstStyle/>
        <a:p>
          <a:endParaRPr lang="en-CA"/>
        </a:p>
      </dgm:t>
    </dgm:pt>
    <dgm:pt modelId="{D77E50CC-1606-442C-871A-0531AADB9A55}" type="sibTrans" cxnId="{ED2FE2CD-18C7-439A-A382-B364B3E98E6E}">
      <dgm:prSet/>
      <dgm:spPr/>
      <dgm:t>
        <a:bodyPr/>
        <a:lstStyle/>
        <a:p>
          <a:endParaRPr lang="en-CA"/>
        </a:p>
      </dgm:t>
    </dgm:pt>
    <dgm:pt modelId="{16734307-35EB-4823-8747-851321869C29}">
      <dgm:prSet/>
      <dgm:spPr/>
      <dgm:t>
        <a:bodyPr/>
        <a:lstStyle/>
        <a:p>
          <a:r>
            <a:rPr lang="en-US" dirty="0">
              <a:latin typeface="Cascadia Code" panose="020B0609020000020004" pitchFamily="49" charset="0"/>
              <a:cs typeface="Cascadia Code" panose="020B0609020000020004" pitchFamily="49" charset="0"/>
            </a:rPr>
            <a:t>isAlive()</a:t>
          </a:r>
        </a:p>
      </dgm:t>
    </dgm:pt>
    <dgm:pt modelId="{3077F110-E827-4D56-8125-70E5B8D7F331}" type="parTrans" cxnId="{B9B08538-347B-4381-9968-471600042D4D}">
      <dgm:prSet/>
      <dgm:spPr/>
      <dgm:t>
        <a:bodyPr/>
        <a:lstStyle/>
        <a:p>
          <a:endParaRPr lang="en-CA"/>
        </a:p>
      </dgm:t>
    </dgm:pt>
    <dgm:pt modelId="{50EEF60D-D6AE-46BB-A7B6-B49B4B7DE6DA}" type="sibTrans" cxnId="{B9B08538-347B-4381-9968-471600042D4D}">
      <dgm:prSet/>
      <dgm:spPr/>
      <dgm:t>
        <a:bodyPr/>
        <a:lstStyle/>
        <a:p>
          <a:endParaRPr lang="en-CA"/>
        </a:p>
      </dgm:t>
    </dgm:pt>
    <dgm:pt modelId="{73377F13-25A0-42B2-8D49-4A23FBB311F3}">
      <dgm:prSet/>
      <dgm:spPr/>
      <dgm:t>
        <a:bodyPr/>
        <a:lstStyle/>
        <a:p>
          <a:r>
            <a:rPr lang="fr-FR"/>
            <a:t>retourne </a:t>
          </a:r>
          <a:r>
            <a:rPr lang="fr-FR">
              <a:latin typeface="Cascadia Code" panose="020B0609020000020004" pitchFamily="49" charset="0"/>
              <a:cs typeface="Cascadia Code" panose="020B0609020000020004" pitchFamily="49" charset="0"/>
            </a:rPr>
            <a:t>true</a:t>
          </a:r>
          <a:r>
            <a:rPr lang="fr-FR"/>
            <a:t> si le thread est toujours actif (en cours ou en attente).</a:t>
          </a:r>
          <a:endParaRPr lang="en-US"/>
        </a:p>
      </dgm:t>
    </dgm:pt>
    <dgm:pt modelId="{7B91252F-CFB1-4584-BE05-473FDDE53E5C}" type="parTrans" cxnId="{9C65CE76-AE98-4A87-BFAD-AFBAF7F6DCAF}">
      <dgm:prSet/>
      <dgm:spPr/>
      <dgm:t>
        <a:bodyPr/>
        <a:lstStyle/>
        <a:p>
          <a:endParaRPr lang="en-CA"/>
        </a:p>
      </dgm:t>
    </dgm:pt>
    <dgm:pt modelId="{A0738707-0738-445C-97AB-00D25CBA188F}" type="sibTrans" cxnId="{9C65CE76-AE98-4A87-BFAD-AFBAF7F6DCAF}">
      <dgm:prSet/>
      <dgm:spPr/>
      <dgm:t>
        <a:bodyPr/>
        <a:lstStyle/>
        <a:p>
          <a:endParaRPr lang="en-CA"/>
        </a:p>
      </dgm:t>
    </dgm:pt>
    <dgm:pt modelId="{C35D7A17-2E53-4005-B712-B1290F8D1D04}">
      <dgm:prSet/>
      <dgm:spPr/>
      <dgm:t>
        <a:bodyPr/>
        <a:lstStyle/>
        <a:p>
          <a:r>
            <a:rPr lang="en-US" dirty="0"/>
            <a:t>Ex: </a:t>
          </a:r>
          <a:r>
            <a:rPr lang="en-US" dirty="0">
              <a:latin typeface="Cascadia Code" panose="020B0609020000020004" pitchFamily="49" charset="0"/>
              <a:cs typeface="Cascadia Code" panose="020B0609020000020004" pitchFamily="49" charset="0"/>
            </a:rPr>
            <a:t>T</a:t>
          </a:r>
          <a:r>
            <a:rPr lang="en-GB" dirty="0">
              <a:latin typeface="Cascadia Code" panose="020B0609020000020004" pitchFamily="49" charset="0"/>
              <a:cs typeface="Cascadia Code" panose="020B0609020000020004" pitchFamily="49" charset="0"/>
            </a:rPr>
            <a:t>hread.sleep((int)(Math.random() * 5000));</a:t>
          </a:r>
          <a:endParaRPr lang="en-US" dirty="0">
            <a:latin typeface="Cascadia Code" panose="020B0609020000020004" pitchFamily="49" charset="0"/>
            <a:cs typeface="Cascadia Code" panose="020B0609020000020004" pitchFamily="49" charset="0"/>
          </a:endParaRPr>
        </a:p>
      </dgm:t>
    </dgm:pt>
    <dgm:pt modelId="{9286FB68-3FF6-4027-9898-392C0248CF69}" type="parTrans" cxnId="{774DFE8E-52A4-40AB-BBBF-90FA412D6204}">
      <dgm:prSet/>
      <dgm:spPr/>
      <dgm:t>
        <a:bodyPr/>
        <a:lstStyle/>
        <a:p>
          <a:endParaRPr lang="en-CA"/>
        </a:p>
      </dgm:t>
    </dgm:pt>
    <dgm:pt modelId="{41C08DA1-5841-4934-8684-1CE797A9CE6F}" type="sibTrans" cxnId="{774DFE8E-52A4-40AB-BBBF-90FA412D6204}">
      <dgm:prSet/>
      <dgm:spPr/>
      <dgm:t>
        <a:bodyPr/>
        <a:lstStyle/>
        <a:p>
          <a:endParaRPr lang="en-CA"/>
        </a:p>
      </dgm:t>
    </dgm:pt>
    <dgm:pt modelId="{7849AFB6-FF15-4AE5-8FBB-F105ABF2B0AD}" type="pres">
      <dgm:prSet presAssocID="{D8D175B6-73A0-48E8-BF8D-FC45FEFE7C36}" presName="linear" presStyleCnt="0">
        <dgm:presLayoutVars>
          <dgm:dir/>
          <dgm:animLvl val="lvl"/>
          <dgm:resizeHandles val="exact"/>
        </dgm:presLayoutVars>
      </dgm:prSet>
      <dgm:spPr/>
    </dgm:pt>
    <dgm:pt modelId="{5E9D671E-662D-4FF2-BBF4-E6A0F4CE2710}" type="pres">
      <dgm:prSet presAssocID="{C2FCDC88-8F9B-4897-A0CD-34DA15DDF4F5}" presName="parentLin" presStyleCnt="0"/>
      <dgm:spPr/>
    </dgm:pt>
    <dgm:pt modelId="{C30ACF37-FD23-4FEE-893D-817711B8499E}" type="pres">
      <dgm:prSet presAssocID="{C2FCDC88-8F9B-4897-A0CD-34DA15DDF4F5}" presName="parentLeftMargin" presStyleLbl="node1" presStyleIdx="0" presStyleCnt="3"/>
      <dgm:spPr/>
    </dgm:pt>
    <dgm:pt modelId="{08AF5CA2-BEF2-447C-B2A8-22896AE51679}" type="pres">
      <dgm:prSet presAssocID="{C2FCDC88-8F9B-4897-A0CD-34DA15DDF4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5F5746A-A3A6-40F7-A23B-4E631912B4D8}" type="pres">
      <dgm:prSet presAssocID="{C2FCDC88-8F9B-4897-A0CD-34DA15DDF4F5}" presName="negativeSpace" presStyleCnt="0"/>
      <dgm:spPr/>
    </dgm:pt>
    <dgm:pt modelId="{FC8C35C5-AC81-44D0-99AF-E46BE2676EAA}" type="pres">
      <dgm:prSet presAssocID="{C2FCDC88-8F9B-4897-A0CD-34DA15DDF4F5}" presName="childText" presStyleLbl="conFgAcc1" presStyleIdx="0" presStyleCnt="3">
        <dgm:presLayoutVars>
          <dgm:bulletEnabled val="1"/>
        </dgm:presLayoutVars>
      </dgm:prSet>
      <dgm:spPr/>
    </dgm:pt>
    <dgm:pt modelId="{27E60E92-788B-4583-96A5-5A1C55A1D440}" type="pres">
      <dgm:prSet presAssocID="{77FEE8AB-F48E-4726-A078-1EE948AFC1D1}" presName="spaceBetweenRectangles" presStyleCnt="0"/>
      <dgm:spPr/>
    </dgm:pt>
    <dgm:pt modelId="{2255FD91-5A37-42CF-B764-2105E5BB3FBA}" type="pres">
      <dgm:prSet presAssocID="{B4DF1C49-2A4C-4A3D-AAF5-5051B662EC54}" presName="parentLin" presStyleCnt="0"/>
      <dgm:spPr/>
    </dgm:pt>
    <dgm:pt modelId="{F47C8BA3-1118-415C-82C6-89086F1A1C7D}" type="pres">
      <dgm:prSet presAssocID="{B4DF1C49-2A4C-4A3D-AAF5-5051B662EC54}" presName="parentLeftMargin" presStyleLbl="node1" presStyleIdx="0" presStyleCnt="3"/>
      <dgm:spPr/>
    </dgm:pt>
    <dgm:pt modelId="{9EA3F7C3-0837-4E88-A87D-D9BF6D98E09A}" type="pres">
      <dgm:prSet presAssocID="{B4DF1C49-2A4C-4A3D-AAF5-5051B662EC5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B384477-512C-49EA-868C-13B1FF33F4BA}" type="pres">
      <dgm:prSet presAssocID="{B4DF1C49-2A4C-4A3D-AAF5-5051B662EC54}" presName="negativeSpace" presStyleCnt="0"/>
      <dgm:spPr/>
    </dgm:pt>
    <dgm:pt modelId="{883B4126-D0D2-4F21-86C5-A64B463168CA}" type="pres">
      <dgm:prSet presAssocID="{B4DF1C49-2A4C-4A3D-AAF5-5051B662EC54}" presName="childText" presStyleLbl="conFgAcc1" presStyleIdx="1" presStyleCnt="3">
        <dgm:presLayoutVars>
          <dgm:bulletEnabled val="1"/>
        </dgm:presLayoutVars>
      </dgm:prSet>
      <dgm:spPr/>
    </dgm:pt>
    <dgm:pt modelId="{FABBE908-CFF5-4071-95DF-3669E36E4C07}" type="pres">
      <dgm:prSet presAssocID="{830E1E6E-00A0-4EBB-9E5C-389E17B53B4F}" presName="spaceBetweenRectangles" presStyleCnt="0"/>
      <dgm:spPr/>
    </dgm:pt>
    <dgm:pt modelId="{E40A0BA4-C20F-49FB-9189-65ADF3382406}" type="pres">
      <dgm:prSet presAssocID="{16734307-35EB-4823-8747-851321869C29}" presName="parentLin" presStyleCnt="0"/>
      <dgm:spPr/>
    </dgm:pt>
    <dgm:pt modelId="{8F53F322-D235-4D5A-81D9-83BCD6A1D2C4}" type="pres">
      <dgm:prSet presAssocID="{16734307-35EB-4823-8747-851321869C29}" presName="parentLeftMargin" presStyleLbl="node1" presStyleIdx="1" presStyleCnt="3"/>
      <dgm:spPr/>
    </dgm:pt>
    <dgm:pt modelId="{479E7FA3-BDFE-4A5F-B468-0557EF3BC5FF}" type="pres">
      <dgm:prSet presAssocID="{16734307-35EB-4823-8747-851321869C2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FC3B74C-090E-4796-BCAF-0CBE62FF4F3F}" type="pres">
      <dgm:prSet presAssocID="{16734307-35EB-4823-8747-851321869C29}" presName="negativeSpace" presStyleCnt="0"/>
      <dgm:spPr/>
    </dgm:pt>
    <dgm:pt modelId="{A1702177-6728-4204-995B-88557CD29EC8}" type="pres">
      <dgm:prSet presAssocID="{16734307-35EB-4823-8747-851321869C2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CA47702-FCFE-42D0-8A4D-261ECFEC3126}" type="presOf" srcId="{B4DF1C49-2A4C-4A3D-AAF5-5051B662EC54}" destId="{F47C8BA3-1118-415C-82C6-89086F1A1C7D}" srcOrd="0" destOrd="0" presId="urn:microsoft.com/office/officeart/2005/8/layout/list1"/>
    <dgm:cxn modelId="{8E12C121-255E-4DA9-944A-27340F9FD06F}" type="presOf" srcId="{16734307-35EB-4823-8747-851321869C29}" destId="{8F53F322-D235-4D5A-81D9-83BCD6A1D2C4}" srcOrd="0" destOrd="0" presId="urn:microsoft.com/office/officeart/2005/8/layout/list1"/>
    <dgm:cxn modelId="{C207CF30-9DA5-4800-8966-E0BB0E2772C2}" type="presOf" srcId="{73377F13-25A0-42B2-8D49-4A23FBB311F3}" destId="{A1702177-6728-4204-995B-88557CD29EC8}" srcOrd="0" destOrd="0" presId="urn:microsoft.com/office/officeart/2005/8/layout/list1"/>
    <dgm:cxn modelId="{59C54C36-85D1-4FB6-BD90-DB53876081F8}" type="presOf" srcId="{16734307-35EB-4823-8747-851321869C29}" destId="{479E7FA3-BDFE-4A5F-B468-0557EF3BC5FF}" srcOrd="1" destOrd="0" presId="urn:microsoft.com/office/officeart/2005/8/layout/list1"/>
    <dgm:cxn modelId="{B9B08538-347B-4381-9968-471600042D4D}" srcId="{D8D175B6-73A0-48E8-BF8D-FC45FEFE7C36}" destId="{16734307-35EB-4823-8747-851321869C29}" srcOrd="2" destOrd="0" parTransId="{3077F110-E827-4D56-8125-70E5B8D7F331}" sibTransId="{50EEF60D-D6AE-46BB-A7B6-B49B4B7DE6DA}"/>
    <dgm:cxn modelId="{99D3DC5C-EA47-4BC0-98F5-DF63AD1EF5A3}" type="presOf" srcId="{B4DF1C49-2A4C-4A3D-AAF5-5051B662EC54}" destId="{9EA3F7C3-0837-4E88-A87D-D9BF6D98E09A}" srcOrd="1" destOrd="0" presId="urn:microsoft.com/office/officeart/2005/8/layout/list1"/>
    <dgm:cxn modelId="{C73FD55E-2E30-46D8-8B1A-ACCDE0201FBE}" srcId="{C2FCDC88-8F9B-4897-A0CD-34DA15DDF4F5}" destId="{06661460-B1E8-4C03-AD30-75DE79543D90}" srcOrd="0" destOrd="0" parTransId="{D67A300C-A09A-4AEF-94B0-5DC2F0C13F89}" sibTransId="{EA93908C-82AF-4B25-9A61-8060FCB57B87}"/>
    <dgm:cxn modelId="{97E48246-40EF-4575-8F35-11C1CA7535DF}" type="presOf" srcId="{C2FCDC88-8F9B-4897-A0CD-34DA15DDF4F5}" destId="{C30ACF37-FD23-4FEE-893D-817711B8499E}" srcOrd="0" destOrd="0" presId="urn:microsoft.com/office/officeart/2005/8/layout/list1"/>
    <dgm:cxn modelId="{4F42C86E-A642-4BCE-91BB-F9F8D493B06E}" type="presOf" srcId="{A13810CA-AE0B-4C28-984B-63E730B71DC7}" destId="{883B4126-D0D2-4F21-86C5-A64B463168CA}" srcOrd="0" destOrd="0" presId="urn:microsoft.com/office/officeart/2005/8/layout/list1"/>
    <dgm:cxn modelId="{9C65CE76-AE98-4A87-BFAD-AFBAF7F6DCAF}" srcId="{16734307-35EB-4823-8747-851321869C29}" destId="{73377F13-25A0-42B2-8D49-4A23FBB311F3}" srcOrd="0" destOrd="0" parTransId="{7B91252F-CFB1-4584-BE05-473FDDE53E5C}" sibTransId="{A0738707-0738-445C-97AB-00D25CBA188F}"/>
    <dgm:cxn modelId="{774DFE8E-52A4-40AB-BBBF-90FA412D6204}" srcId="{B4DF1C49-2A4C-4A3D-AAF5-5051B662EC54}" destId="{C35D7A17-2E53-4005-B712-B1290F8D1D04}" srcOrd="1" destOrd="0" parTransId="{9286FB68-3FF6-4027-9898-392C0248CF69}" sibTransId="{41C08DA1-5841-4934-8684-1CE797A9CE6F}"/>
    <dgm:cxn modelId="{2646D299-D504-4B4D-B0B2-DD8A7CF8A025}" type="presOf" srcId="{06661460-B1E8-4C03-AD30-75DE79543D90}" destId="{FC8C35C5-AC81-44D0-99AF-E46BE2676EAA}" srcOrd="0" destOrd="0" presId="urn:microsoft.com/office/officeart/2005/8/layout/list1"/>
    <dgm:cxn modelId="{07D1549E-4FD9-4819-B0A6-229049BCCE00}" srcId="{D8D175B6-73A0-48E8-BF8D-FC45FEFE7C36}" destId="{B4DF1C49-2A4C-4A3D-AAF5-5051B662EC54}" srcOrd="1" destOrd="0" parTransId="{D3893470-855A-4139-835C-94F44BB7ACF5}" sibTransId="{830E1E6E-00A0-4EBB-9E5C-389E17B53B4F}"/>
    <dgm:cxn modelId="{ED2FE2CD-18C7-439A-A382-B364B3E98E6E}" srcId="{B4DF1C49-2A4C-4A3D-AAF5-5051B662EC54}" destId="{A13810CA-AE0B-4C28-984B-63E730B71DC7}" srcOrd="0" destOrd="0" parTransId="{59B3D286-29D0-4F6C-8A41-88DE9BB6E2F3}" sibTransId="{D77E50CC-1606-442C-871A-0531AADB9A55}"/>
    <dgm:cxn modelId="{0AD498CE-7BF6-4473-B95B-9DCAF1306BFA}" type="presOf" srcId="{C35D7A17-2E53-4005-B712-B1290F8D1D04}" destId="{883B4126-D0D2-4F21-86C5-A64B463168CA}" srcOrd="0" destOrd="1" presId="urn:microsoft.com/office/officeart/2005/8/layout/list1"/>
    <dgm:cxn modelId="{7FAAE4D0-3AC7-47B2-85EA-952D873F1BBD}" type="presOf" srcId="{D8D175B6-73A0-48E8-BF8D-FC45FEFE7C36}" destId="{7849AFB6-FF15-4AE5-8FBB-F105ABF2B0AD}" srcOrd="0" destOrd="0" presId="urn:microsoft.com/office/officeart/2005/8/layout/list1"/>
    <dgm:cxn modelId="{DC466FEC-5BD1-48F4-A07C-06C988DC4309}" srcId="{D8D175B6-73A0-48E8-BF8D-FC45FEFE7C36}" destId="{C2FCDC88-8F9B-4897-A0CD-34DA15DDF4F5}" srcOrd="0" destOrd="0" parTransId="{231CD49F-A0D9-459E-8EC9-F21940579BC9}" sibTransId="{77FEE8AB-F48E-4726-A078-1EE948AFC1D1}"/>
    <dgm:cxn modelId="{913AD6F5-92B0-493F-A1E6-DC77630AA6CB}" type="presOf" srcId="{C2FCDC88-8F9B-4897-A0CD-34DA15DDF4F5}" destId="{08AF5CA2-BEF2-447C-B2A8-22896AE51679}" srcOrd="1" destOrd="0" presId="urn:microsoft.com/office/officeart/2005/8/layout/list1"/>
    <dgm:cxn modelId="{4B8CC5CD-A753-4B7E-A7ED-0013FFB0F2A5}" type="presParOf" srcId="{7849AFB6-FF15-4AE5-8FBB-F105ABF2B0AD}" destId="{5E9D671E-662D-4FF2-BBF4-E6A0F4CE2710}" srcOrd="0" destOrd="0" presId="urn:microsoft.com/office/officeart/2005/8/layout/list1"/>
    <dgm:cxn modelId="{205035B7-78A6-44D5-9264-C3C1CB0E0720}" type="presParOf" srcId="{5E9D671E-662D-4FF2-BBF4-E6A0F4CE2710}" destId="{C30ACF37-FD23-4FEE-893D-817711B8499E}" srcOrd="0" destOrd="0" presId="urn:microsoft.com/office/officeart/2005/8/layout/list1"/>
    <dgm:cxn modelId="{24DD01B5-DB88-4229-9BD5-814761D99BE7}" type="presParOf" srcId="{5E9D671E-662D-4FF2-BBF4-E6A0F4CE2710}" destId="{08AF5CA2-BEF2-447C-B2A8-22896AE51679}" srcOrd="1" destOrd="0" presId="urn:microsoft.com/office/officeart/2005/8/layout/list1"/>
    <dgm:cxn modelId="{2D7EA648-45E1-431E-B803-16AC659DEBF2}" type="presParOf" srcId="{7849AFB6-FF15-4AE5-8FBB-F105ABF2B0AD}" destId="{45F5746A-A3A6-40F7-A23B-4E631912B4D8}" srcOrd="1" destOrd="0" presId="urn:microsoft.com/office/officeart/2005/8/layout/list1"/>
    <dgm:cxn modelId="{4169240A-ECBD-4A4D-86B8-96C769E8CB87}" type="presParOf" srcId="{7849AFB6-FF15-4AE5-8FBB-F105ABF2B0AD}" destId="{FC8C35C5-AC81-44D0-99AF-E46BE2676EAA}" srcOrd="2" destOrd="0" presId="urn:microsoft.com/office/officeart/2005/8/layout/list1"/>
    <dgm:cxn modelId="{691D3D3F-2FDF-44D4-8485-3670CC4404B8}" type="presParOf" srcId="{7849AFB6-FF15-4AE5-8FBB-F105ABF2B0AD}" destId="{27E60E92-788B-4583-96A5-5A1C55A1D440}" srcOrd="3" destOrd="0" presId="urn:microsoft.com/office/officeart/2005/8/layout/list1"/>
    <dgm:cxn modelId="{10268513-ACDE-444A-BF09-52C801C23826}" type="presParOf" srcId="{7849AFB6-FF15-4AE5-8FBB-F105ABF2B0AD}" destId="{2255FD91-5A37-42CF-B764-2105E5BB3FBA}" srcOrd="4" destOrd="0" presId="urn:microsoft.com/office/officeart/2005/8/layout/list1"/>
    <dgm:cxn modelId="{5C94FCDC-C7EA-4947-9235-0931D27FD0C3}" type="presParOf" srcId="{2255FD91-5A37-42CF-B764-2105E5BB3FBA}" destId="{F47C8BA3-1118-415C-82C6-89086F1A1C7D}" srcOrd="0" destOrd="0" presId="urn:microsoft.com/office/officeart/2005/8/layout/list1"/>
    <dgm:cxn modelId="{C258C0AE-1B05-42B8-80A4-B0039A16BAE6}" type="presParOf" srcId="{2255FD91-5A37-42CF-B764-2105E5BB3FBA}" destId="{9EA3F7C3-0837-4E88-A87D-D9BF6D98E09A}" srcOrd="1" destOrd="0" presId="urn:microsoft.com/office/officeart/2005/8/layout/list1"/>
    <dgm:cxn modelId="{3F81E474-489D-4C66-9F0C-72D2A1944040}" type="presParOf" srcId="{7849AFB6-FF15-4AE5-8FBB-F105ABF2B0AD}" destId="{7B384477-512C-49EA-868C-13B1FF33F4BA}" srcOrd="5" destOrd="0" presId="urn:microsoft.com/office/officeart/2005/8/layout/list1"/>
    <dgm:cxn modelId="{D5890A92-B240-4F07-9C24-D5B6FBA7F681}" type="presParOf" srcId="{7849AFB6-FF15-4AE5-8FBB-F105ABF2B0AD}" destId="{883B4126-D0D2-4F21-86C5-A64B463168CA}" srcOrd="6" destOrd="0" presId="urn:microsoft.com/office/officeart/2005/8/layout/list1"/>
    <dgm:cxn modelId="{D2CEB17A-938C-48B3-8A75-BBC0F2AE4ACE}" type="presParOf" srcId="{7849AFB6-FF15-4AE5-8FBB-F105ABF2B0AD}" destId="{FABBE908-CFF5-4071-95DF-3669E36E4C07}" srcOrd="7" destOrd="0" presId="urn:microsoft.com/office/officeart/2005/8/layout/list1"/>
    <dgm:cxn modelId="{D5712FC0-1A8D-4055-8404-F996CC9CAF6B}" type="presParOf" srcId="{7849AFB6-FF15-4AE5-8FBB-F105ABF2B0AD}" destId="{E40A0BA4-C20F-49FB-9189-65ADF3382406}" srcOrd="8" destOrd="0" presId="urn:microsoft.com/office/officeart/2005/8/layout/list1"/>
    <dgm:cxn modelId="{3B2AFC1E-FD9D-4A35-AF60-6E3FB81516E2}" type="presParOf" srcId="{E40A0BA4-C20F-49FB-9189-65ADF3382406}" destId="{8F53F322-D235-4D5A-81D9-83BCD6A1D2C4}" srcOrd="0" destOrd="0" presId="urn:microsoft.com/office/officeart/2005/8/layout/list1"/>
    <dgm:cxn modelId="{CAA3B1CD-310E-481A-8B70-B896CD176F92}" type="presParOf" srcId="{E40A0BA4-C20F-49FB-9189-65ADF3382406}" destId="{479E7FA3-BDFE-4A5F-B468-0557EF3BC5FF}" srcOrd="1" destOrd="0" presId="urn:microsoft.com/office/officeart/2005/8/layout/list1"/>
    <dgm:cxn modelId="{B68EB5AD-1359-40FE-97CB-2F68BFAE614E}" type="presParOf" srcId="{7849AFB6-FF15-4AE5-8FBB-F105ABF2B0AD}" destId="{1FC3B74C-090E-4796-BCAF-0CBE62FF4F3F}" srcOrd="9" destOrd="0" presId="urn:microsoft.com/office/officeart/2005/8/layout/list1"/>
    <dgm:cxn modelId="{1FB3E9DA-BAD0-4F5B-97E1-3C0A707DBE7F}" type="presParOf" srcId="{7849AFB6-FF15-4AE5-8FBB-F105ABF2B0AD}" destId="{A1702177-6728-4204-995B-88557CD29EC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B8C233-72EA-4464-B1F0-90608D5DFF37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B22DC8-EA68-43D1-81BE-A1BC17ADB419}">
      <dgm:prSet/>
      <dgm:spPr/>
      <dgm:t>
        <a:bodyPr/>
        <a:lstStyle/>
        <a:p>
          <a:r>
            <a:rPr lang="fr-FR" dirty="0"/>
            <a:t>Lorsque plusieurs threads accèdent à des </a:t>
          </a:r>
          <a:r>
            <a:rPr lang="fr-FR" b="1" dirty="0"/>
            <a:t>données partagées</a:t>
          </a:r>
          <a:r>
            <a:rPr lang="fr-FR" dirty="0"/>
            <a:t>, des conditions de course peuvent survenir.</a:t>
          </a:r>
          <a:endParaRPr lang="en-US" dirty="0"/>
        </a:p>
      </dgm:t>
    </dgm:pt>
    <dgm:pt modelId="{631FE8CB-8DFB-4AE1-9B8C-E109D547AE04}" type="parTrans" cxnId="{7737BF27-2E49-4ADB-B807-B1378A0DE37D}">
      <dgm:prSet/>
      <dgm:spPr/>
      <dgm:t>
        <a:bodyPr/>
        <a:lstStyle/>
        <a:p>
          <a:endParaRPr lang="en-US"/>
        </a:p>
      </dgm:t>
    </dgm:pt>
    <dgm:pt modelId="{6914DC55-0BD7-4414-834C-A74CF6C734F4}" type="sibTrans" cxnId="{7737BF27-2E49-4ADB-B807-B1378A0DE37D}">
      <dgm:prSet/>
      <dgm:spPr/>
      <dgm:t>
        <a:bodyPr/>
        <a:lstStyle/>
        <a:p>
          <a:endParaRPr lang="en-US"/>
        </a:p>
      </dgm:t>
    </dgm:pt>
    <dgm:pt modelId="{BE14A678-3CDC-4971-9D3E-5329ED7AA9C6}">
      <dgm:prSet/>
      <dgm:spPr/>
      <dgm:t>
        <a:bodyPr/>
        <a:lstStyle/>
        <a:p>
          <a:r>
            <a:rPr lang="fr-FR"/>
            <a:t>Une </a:t>
          </a:r>
          <a:r>
            <a:rPr lang="fr-FR" b="1"/>
            <a:t>condition de course</a:t>
          </a:r>
          <a:r>
            <a:rPr lang="fr-FR"/>
            <a:t> se produit lorsque l’ordre d’exécution des threads influence le résultat.</a:t>
          </a:r>
          <a:endParaRPr lang="en-US"/>
        </a:p>
      </dgm:t>
    </dgm:pt>
    <dgm:pt modelId="{2A32A879-EA60-4736-AD45-493CB8110BA2}" type="parTrans" cxnId="{7DB80DD8-B85A-448F-933B-866D36286032}">
      <dgm:prSet/>
      <dgm:spPr/>
      <dgm:t>
        <a:bodyPr/>
        <a:lstStyle/>
        <a:p>
          <a:endParaRPr lang="en-US"/>
        </a:p>
      </dgm:t>
    </dgm:pt>
    <dgm:pt modelId="{AD4BB84E-C0CC-4957-89FC-DF47FC68021E}" type="sibTrans" cxnId="{7DB80DD8-B85A-448F-933B-866D36286032}">
      <dgm:prSet/>
      <dgm:spPr/>
      <dgm:t>
        <a:bodyPr/>
        <a:lstStyle/>
        <a:p>
          <a:endParaRPr lang="en-US"/>
        </a:p>
      </dgm:t>
    </dgm:pt>
    <dgm:pt modelId="{863DCF51-91FD-4F29-AD4D-59DAD50A7817}">
      <dgm:prSet/>
      <dgm:spPr/>
      <dgm:t>
        <a:bodyPr/>
        <a:lstStyle/>
        <a:p>
          <a:r>
            <a:rPr lang="fr-FR" dirty="0"/>
            <a:t>Utilisez le mot-clé synchronized pour rendre un bloc ou une méthode </a:t>
          </a:r>
          <a:r>
            <a:rPr lang="fr-FR" b="1" dirty="0"/>
            <a:t>thread-</a:t>
          </a:r>
          <a:r>
            <a:rPr lang="fr-FR" b="1" dirty="0" err="1"/>
            <a:t>safe</a:t>
          </a:r>
          <a:r>
            <a:rPr lang="fr-FR" dirty="0"/>
            <a:t>.</a:t>
          </a:r>
          <a:endParaRPr lang="en-US" dirty="0"/>
        </a:p>
      </dgm:t>
    </dgm:pt>
    <dgm:pt modelId="{209B3E3D-3916-4E40-A825-4001EDB0B29E}" type="parTrans" cxnId="{4F1F763D-B317-4C43-8E09-A88D95130A43}">
      <dgm:prSet/>
      <dgm:spPr/>
      <dgm:t>
        <a:bodyPr/>
        <a:lstStyle/>
        <a:p>
          <a:endParaRPr lang="en-US"/>
        </a:p>
      </dgm:t>
    </dgm:pt>
    <dgm:pt modelId="{97936363-0B70-4999-9F17-6F5068815530}" type="sibTrans" cxnId="{4F1F763D-B317-4C43-8E09-A88D95130A43}">
      <dgm:prSet/>
      <dgm:spPr/>
      <dgm:t>
        <a:bodyPr/>
        <a:lstStyle/>
        <a:p>
          <a:endParaRPr lang="en-US"/>
        </a:p>
      </dgm:t>
    </dgm:pt>
    <dgm:pt modelId="{98E59393-F5EA-4F91-A2C2-BE771CA02CED}">
      <dgm:prSet/>
      <dgm:spPr/>
      <dgm:t>
        <a:bodyPr/>
        <a:lstStyle/>
        <a:p>
          <a:r>
            <a:rPr lang="fr-FR" b="1"/>
            <a:t>Thread-safe</a:t>
          </a:r>
          <a:r>
            <a:rPr lang="fr-FR"/>
            <a:t>:  Fonctionne correctement même s’il est utilisé simultanément par plusieurs threads</a:t>
          </a:r>
          <a:endParaRPr lang="en-US"/>
        </a:p>
      </dgm:t>
    </dgm:pt>
    <dgm:pt modelId="{030A7C40-1C09-4DA2-9FF3-A21EF42D0F74}" type="parTrans" cxnId="{19C91CB8-751F-4522-93B8-EC85972E9047}">
      <dgm:prSet/>
      <dgm:spPr/>
      <dgm:t>
        <a:bodyPr/>
        <a:lstStyle/>
        <a:p>
          <a:endParaRPr lang="en-US"/>
        </a:p>
      </dgm:t>
    </dgm:pt>
    <dgm:pt modelId="{9875DD4F-7E7D-4E76-B00E-09571E768096}" type="sibTrans" cxnId="{19C91CB8-751F-4522-93B8-EC85972E9047}">
      <dgm:prSet/>
      <dgm:spPr/>
      <dgm:t>
        <a:bodyPr/>
        <a:lstStyle/>
        <a:p>
          <a:endParaRPr lang="en-US"/>
        </a:p>
      </dgm:t>
    </dgm:pt>
    <dgm:pt modelId="{11BFBAC6-A5ED-4EFD-9455-B752568C1AF0}" type="pres">
      <dgm:prSet presAssocID="{43B8C233-72EA-4464-B1F0-90608D5DFF37}" presName="diagram" presStyleCnt="0">
        <dgm:presLayoutVars>
          <dgm:dir/>
          <dgm:resizeHandles val="exact"/>
        </dgm:presLayoutVars>
      </dgm:prSet>
      <dgm:spPr/>
    </dgm:pt>
    <dgm:pt modelId="{E67260F7-6D73-4872-92CE-721E60191B0E}" type="pres">
      <dgm:prSet presAssocID="{1CB22DC8-EA68-43D1-81BE-A1BC17ADB419}" presName="node" presStyleLbl="node1" presStyleIdx="0" presStyleCnt="2">
        <dgm:presLayoutVars>
          <dgm:bulletEnabled val="1"/>
        </dgm:presLayoutVars>
      </dgm:prSet>
      <dgm:spPr/>
    </dgm:pt>
    <dgm:pt modelId="{F6F75587-1284-4343-8DB3-9D3470A869E4}" type="pres">
      <dgm:prSet presAssocID="{6914DC55-0BD7-4414-834C-A74CF6C734F4}" presName="sibTrans" presStyleCnt="0"/>
      <dgm:spPr/>
    </dgm:pt>
    <dgm:pt modelId="{E550A566-C17B-459D-B4E3-89657C998CB1}" type="pres">
      <dgm:prSet presAssocID="{863DCF51-91FD-4F29-AD4D-59DAD50A7817}" presName="node" presStyleLbl="node1" presStyleIdx="1" presStyleCnt="2">
        <dgm:presLayoutVars>
          <dgm:bulletEnabled val="1"/>
        </dgm:presLayoutVars>
      </dgm:prSet>
      <dgm:spPr/>
    </dgm:pt>
  </dgm:ptLst>
  <dgm:cxnLst>
    <dgm:cxn modelId="{7737BF27-2E49-4ADB-B807-B1378A0DE37D}" srcId="{43B8C233-72EA-4464-B1F0-90608D5DFF37}" destId="{1CB22DC8-EA68-43D1-81BE-A1BC17ADB419}" srcOrd="0" destOrd="0" parTransId="{631FE8CB-8DFB-4AE1-9B8C-E109D547AE04}" sibTransId="{6914DC55-0BD7-4414-834C-A74CF6C734F4}"/>
    <dgm:cxn modelId="{9E410E2E-BC43-4BFF-8F35-3997C6A97924}" type="presOf" srcId="{1CB22DC8-EA68-43D1-81BE-A1BC17ADB419}" destId="{E67260F7-6D73-4872-92CE-721E60191B0E}" srcOrd="0" destOrd="0" presId="urn:microsoft.com/office/officeart/2005/8/layout/default"/>
    <dgm:cxn modelId="{4F1F763D-B317-4C43-8E09-A88D95130A43}" srcId="{43B8C233-72EA-4464-B1F0-90608D5DFF37}" destId="{863DCF51-91FD-4F29-AD4D-59DAD50A7817}" srcOrd="1" destOrd="0" parTransId="{209B3E3D-3916-4E40-A825-4001EDB0B29E}" sibTransId="{97936363-0B70-4999-9F17-6F5068815530}"/>
    <dgm:cxn modelId="{EF01167E-A779-4B80-B74F-828707D04658}" type="presOf" srcId="{863DCF51-91FD-4F29-AD4D-59DAD50A7817}" destId="{E550A566-C17B-459D-B4E3-89657C998CB1}" srcOrd="0" destOrd="0" presId="urn:microsoft.com/office/officeart/2005/8/layout/default"/>
    <dgm:cxn modelId="{1389F3AD-088B-4B85-A7B4-508D0F840330}" type="presOf" srcId="{43B8C233-72EA-4464-B1F0-90608D5DFF37}" destId="{11BFBAC6-A5ED-4EFD-9455-B752568C1AF0}" srcOrd="0" destOrd="0" presId="urn:microsoft.com/office/officeart/2005/8/layout/default"/>
    <dgm:cxn modelId="{913E1DB4-3ABA-4683-B537-2F8317D84DD2}" type="presOf" srcId="{98E59393-F5EA-4F91-A2C2-BE771CA02CED}" destId="{E550A566-C17B-459D-B4E3-89657C998CB1}" srcOrd="0" destOrd="1" presId="urn:microsoft.com/office/officeart/2005/8/layout/default"/>
    <dgm:cxn modelId="{19C91CB8-751F-4522-93B8-EC85972E9047}" srcId="{863DCF51-91FD-4F29-AD4D-59DAD50A7817}" destId="{98E59393-F5EA-4F91-A2C2-BE771CA02CED}" srcOrd="0" destOrd="0" parTransId="{030A7C40-1C09-4DA2-9FF3-A21EF42D0F74}" sibTransId="{9875DD4F-7E7D-4E76-B00E-09571E768096}"/>
    <dgm:cxn modelId="{7DB80DD8-B85A-448F-933B-866D36286032}" srcId="{1CB22DC8-EA68-43D1-81BE-A1BC17ADB419}" destId="{BE14A678-3CDC-4971-9D3E-5329ED7AA9C6}" srcOrd="0" destOrd="0" parTransId="{2A32A879-EA60-4736-AD45-493CB8110BA2}" sibTransId="{AD4BB84E-C0CC-4957-89FC-DF47FC68021E}"/>
    <dgm:cxn modelId="{9AD58AD9-0D6E-485B-9E76-A6B83C5E6B10}" type="presOf" srcId="{BE14A678-3CDC-4971-9D3E-5329ED7AA9C6}" destId="{E67260F7-6D73-4872-92CE-721E60191B0E}" srcOrd="0" destOrd="1" presId="urn:microsoft.com/office/officeart/2005/8/layout/default"/>
    <dgm:cxn modelId="{D75B69B2-9577-487C-9911-2104E76BC6A9}" type="presParOf" srcId="{11BFBAC6-A5ED-4EFD-9455-B752568C1AF0}" destId="{E67260F7-6D73-4872-92CE-721E60191B0E}" srcOrd="0" destOrd="0" presId="urn:microsoft.com/office/officeart/2005/8/layout/default"/>
    <dgm:cxn modelId="{8C0CB580-AD6C-4F35-B27E-D046A51C2224}" type="presParOf" srcId="{11BFBAC6-A5ED-4EFD-9455-B752568C1AF0}" destId="{F6F75587-1284-4343-8DB3-9D3470A869E4}" srcOrd="1" destOrd="0" presId="urn:microsoft.com/office/officeart/2005/8/layout/default"/>
    <dgm:cxn modelId="{3292B0C8-8CE8-4ACD-998D-E88991163A7B}" type="presParOf" srcId="{11BFBAC6-A5ED-4EFD-9455-B752568C1AF0}" destId="{E550A566-C17B-459D-B4E3-89657C998CB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1DC0F3-A025-4AA2-9BA3-774F6992A971}">
      <dsp:nvSpPr>
        <dsp:cNvPr id="0" name=""/>
        <dsp:cNvSpPr/>
      </dsp:nvSpPr>
      <dsp:spPr>
        <a:xfrm>
          <a:off x="0" y="285330"/>
          <a:ext cx="10058399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95732" rIns="780644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Unit</a:t>
          </a:r>
          <a:r>
            <a:rPr lang="fr-CA" sz="1900" kern="1200"/>
            <a:t>é d’exécution dans un programme qui permet </a:t>
          </a:r>
          <a:r>
            <a:rPr lang="fr-FR" sz="1900" kern="1200"/>
            <a:t>l’exécution concurrente (en parallèle) de tâches dans un même processus Java.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/>
            <a:t>Plusieurs threads partagent la mémoire mais s'exécutent indépendamment.</a:t>
          </a:r>
          <a:endParaRPr lang="en-US" sz="1900" kern="1200"/>
        </a:p>
      </dsp:txBody>
      <dsp:txXfrm>
        <a:off x="0" y="285330"/>
        <a:ext cx="10058399" cy="1376550"/>
      </dsp:txXfrm>
    </dsp:sp>
    <dsp:sp modelId="{CDE29748-6ECB-48D3-984F-3E4C6CF24DE7}">
      <dsp:nvSpPr>
        <dsp:cNvPr id="0" name=""/>
        <dsp:cNvSpPr/>
      </dsp:nvSpPr>
      <dsp:spPr>
        <a:xfrm>
          <a:off x="502920" y="4890"/>
          <a:ext cx="7040880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Définition </a:t>
          </a:r>
          <a:endParaRPr lang="en-US" sz="1900" kern="1200" dirty="0"/>
        </a:p>
      </dsp:txBody>
      <dsp:txXfrm>
        <a:off x="530300" y="32270"/>
        <a:ext cx="6986120" cy="506120"/>
      </dsp:txXfrm>
    </dsp:sp>
    <dsp:sp modelId="{306C7BE1-01B5-458B-A7DC-982CDC798842}">
      <dsp:nvSpPr>
        <dsp:cNvPr id="0" name=""/>
        <dsp:cNvSpPr/>
      </dsp:nvSpPr>
      <dsp:spPr>
        <a:xfrm>
          <a:off x="0" y="2044921"/>
          <a:ext cx="10058399" cy="1675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95732" rIns="780644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/>
            <a:t>Améliore la réactivité (ex. : animations, tâches en arrière-plan).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/>
            <a:t>Permet de simuler la concurrence réelle (plusieurs pilotes qui courent en même temps).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/>
            <a:t>Utilise mieux les processeurs multi-cœurs.</a:t>
          </a:r>
          <a:endParaRPr lang="en-US" sz="1900" kern="1200"/>
        </a:p>
      </dsp:txBody>
      <dsp:txXfrm>
        <a:off x="0" y="2044921"/>
        <a:ext cx="10058399" cy="1675800"/>
      </dsp:txXfrm>
    </dsp:sp>
    <dsp:sp modelId="{7B18899A-B41B-434A-A6CD-5A00ECBC7000}">
      <dsp:nvSpPr>
        <dsp:cNvPr id="0" name=""/>
        <dsp:cNvSpPr/>
      </dsp:nvSpPr>
      <dsp:spPr>
        <a:xfrm>
          <a:off x="502920" y="1764481"/>
          <a:ext cx="7040880" cy="5608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Avantages</a:t>
          </a:r>
          <a:endParaRPr lang="en-US" sz="1900" kern="1200"/>
        </a:p>
      </dsp:txBody>
      <dsp:txXfrm>
        <a:off x="530300" y="1791861"/>
        <a:ext cx="6986120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4C38A-0B16-4879-8139-D24CD3B98B97}">
      <dsp:nvSpPr>
        <dsp:cNvPr id="0" name=""/>
        <dsp:cNvSpPr/>
      </dsp:nvSpPr>
      <dsp:spPr>
        <a:xfrm>
          <a:off x="785" y="0"/>
          <a:ext cx="3182540" cy="37256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Implémenter l’interface </a:t>
          </a:r>
          <a:r>
            <a:rPr lang="fr-FR" sz="2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Runnable</a:t>
          </a:r>
          <a:r>
            <a:rPr lang="fr-FR" sz="2200" kern="1200" dirty="0"/>
            <a:t> avec une méthode </a:t>
          </a:r>
          <a:r>
            <a:rPr lang="fr-FR" sz="2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run() </a:t>
          </a:r>
          <a:r>
            <a:rPr lang="fr-FR" sz="2200" kern="1200" dirty="0"/>
            <a:t>qui contient la logique du thread</a:t>
          </a:r>
          <a:endParaRPr lang="en-US" sz="2200" kern="1200" dirty="0"/>
        </a:p>
      </dsp:txBody>
      <dsp:txXfrm>
        <a:off x="785" y="1490244"/>
        <a:ext cx="3182540" cy="2235367"/>
      </dsp:txXfrm>
    </dsp:sp>
    <dsp:sp modelId="{33C4EE00-BD4F-4D5F-84F4-08822E68A42A}">
      <dsp:nvSpPr>
        <dsp:cNvPr id="0" name=""/>
        <dsp:cNvSpPr/>
      </dsp:nvSpPr>
      <dsp:spPr>
        <a:xfrm>
          <a:off x="785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85" y="0"/>
        <a:ext cx="3182540" cy="1490244"/>
      </dsp:txXfrm>
    </dsp:sp>
    <dsp:sp modelId="{AFFEAFA6-93A3-4746-9BE0-7F5F244190DD}">
      <dsp:nvSpPr>
        <dsp:cNvPr id="0" name=""/>
        <dsp:cNvSpPr/>
      </dsp:nvSpPr>
      <dsp:spPr>
        <a:xfrm>
          <a:off x="3437929" y="0"/>
          <a:ext cx="3182540" cy="3725612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Créer un objet </a:t>
          </a:r>
          <a:r>
            <a:rPr lang="fr-FR" sz="2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Thread</a:t>
          </a:r>
          <a:r>
            <a:rPr lang="fr-FR" sz="2200" kern="1200" dirty="0"/>
            <a:t> avec une instance de la classe qui implémente </a:t>
          </a:r>
          <a:r>
            <a:rPr lang="fr-FR" sz="2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Runnable</a:t>
          </a:r>
          <a:endParaRPr lang="en-US" sz="2200" kern="1200" dirty="0">
            <a:latin typeface="Cascadia Code" panose="020B0609020000020004" pitchFamily="49" charset="0"/>
            <a:cs typeface="Cascadia Code" panose="020B0609020000020004" pitchFamily="49" charset="0"/>
          </a:endParaRPr>
        </a:p>
      </dsp:txBody>
      <dsp:txXfrm>
        <a:off x="3437929" y="1490244"/>
        <a:ext cx="3182540" cy="2235367"/>
      </dsp:txXfrm>
    </dsp:sp>
    <dsp:sp modelId="{8F3151D0-702D-4228-99CB-2990A2CBAA7E}">
      <dsp:nvSpPr>
        <dsp:cNvPr id="0" name=""/>
        <dsp:cNvSpPr/>
      </dsp:nvSpPr>
      <dsp:spPr>
        <a:xfrm>
          <a:off x="3437929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437929" y="0"/>
        <a:ext cx="3182540" cy="1490244"/>
      </dsp:txXfrm>
    </dsp:sp>
    <dsp:sp modelId="{91E6062E-39D9-4B76-9AED-6B7BB1248015}">
      <dsp:nvSpPr>
        <dsp:cNvPr id="0" name=""/>
        <dsp:cNvSpPr/>
      </dsp:nvSpPr>
      <dsp:spPr>
        <a:xfrm>
          <a:off x="6875073" y="0"/>
          <a:ext cx="3182540" cy="3725612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Démarrer l’exécution avec la méthode </a:t>
          </a:r>
          <a:r>
            <a:rPr lang="fr-FR" sz="2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.start()</a:t>
          </a:r>
          <a:endParaRPr lang="en-US" sz="2200" kern="1200" dirty="0">
            <a:latin typeface="Cascadia Code" panose="020B0609020000020004" pitchFamily="49" charset="0"/>
            <a:cs typeface="Cascadia Code" panose="020B0609020000020004" pitchFamily="49" charset="0"/>
          </a:endParaRPr>
        </a:p>
      </dsp:txBody>
      <dsp:txXfrm>
        <a:off x="6875073" y="1490244"/>
        <a:ext cx="3182540" cy="2235367"/>
      </dsp:txXfrm>
    </dsp:sp>
    <dsp:sp modelId="{476278BB-CAF9-4348-83B0-0BCBEE1A0F33}">
      <dsp:nvSpPr>
        <dsp:cNvPr id="0" name=""/>
        <dsp:cNvSpPr/>
      </dsp:nvSpPr>
      <dsp:spPr>
        <a:xfrm>
          <a:off x="6875073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875073" y="0"/>
        <a:ext cx="3182540" cy="14902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C35C5-AC81-44D0-99AF-E46BE2676EAA}">
      <dsp:nvSpPr>
        <dsp:cNvPr id="0" name=""/>
        <dsp:cNvSpPr/>
      </dsp:nvSpPr>
      <dsp:spPr>
        <a:xfrm>
          <a:off x="0" y="330849"/>
          <a:ext cx="9677418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075" tIns="333248" rIns="75107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Démarre l’exécution du thread</a:t>
          </a:r>
        </a:p>
      </dsp:txBody>
      <dsp:txXfrm>
        <a:off x="0" y="330849"/>
        <a:ext cx="9677418" cy="680400"/>
      </dsp:txXfrm>
    </dsp:sp>
    <dsp:sp modelId="{08AF5CA2-BEF2-447C-B2A8-22896AE51679}">
      <dsp:nvSpPr>
        <dsp:cNvPr id="0" name=""/>
        <dsp:cNvSpPr/>
      </dsp:nvSpPr>
      <dsp:spPr>
        <a:xfrm>
          <a:off x="483870" y="94689"/>
          <a:ext cx="6774192" cy="472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48" tIns="0" rIns="2560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start()</a:t>
          </a:r>
        </a:p>
      </dsp:txBody>
      <dsp:txXfrm>
        <a:off x="506927" y="117746"/>
        <a:ext cx="6728078" cy="426206"/>
      </dsp:txXfrm>
    </dsp:sp>
    <dsp:sp modelId="{883B4126-D0D2-4F21-86C5-A64B463168CA}">
      <dsp:nvSpPr>
        <dsp:cNvPr id="0" name=""/>
        <dsp:cNvSpPr/>
      </dsp:nvSpPr>
      <dsp:spPr>
        <a:xfrm>
          <a:off x="0" y="1333809"/>
          <a:ext cx="9677418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075" tIns="333248" rIns="75107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Suspend le thread pendant un certain temps (en millisecondes).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Ex: </a:t>
          </a:r>
          <a:r>
            <a:rPr lang="en-US" sz="16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T</a:t>
          </a:r>
          <a:r>
            <a:rPr lang="en-GB" sz="16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hread.sleep((int)(Math.random() * 5000));</a:t>
          </a:r>
          <a:endParaRPr lang="en-US" sz="1600" kern="1200" dirty="0">
            <a:latin typeface="Cascadia Code" panose="020B0609020000020004" pitchFamily="49" charset="0"/>
            <a:cs typeface="Cascadia Code" panose="020B0609020000020004" pitchFamily="49" charset="0"/>
          </a:endParaRPr>
        </a:p>
      </dsp:txBody>
      <dsp:txXfrm>
        <a:off x="0" y="1333809"/>
        <a:ext cx="9677418" cy="932400"/>
      </dsp:txXfrm>
    </dsp:sp>
    <dsp:sp modelId="{9EA3F7C3-0837-4E88-A87D-D9BF6D98E09A}">
      <dsp:nvSpPr>
        <dsp:cNvPr id="0" name=""/>
        <dsp:cNvSpPr/>
      </dsp:nvSpPr>
      <dsp:spPr>
        <a:xfrm>
          <a:off x="483870" y="1097649"/>
          <a:ext cx="6774192" cy="472320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48" tIns="0" rIns="2560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sleep(</a:t>
          </a:r>
          <a:r>
            <a:rPr lang="en-US" sz="1600" kern="1200" dirty="0" err="1">
              <a:latin typeface="Cascadia Code" panose="020B0609020000020004" pitchFamily="49" charset="0"/>
              <a:cs typeface="Cascadia Code" panose="020B0609020000020004" pitchFamily="49" charset="0"/>
            </a:rPr>
            <a:t>ms</a:t>
          </a:r>
          <a:r>
            <a:rPr lang="en-US" sz="16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)</a:t>
          </a:r>
        </a:p>
      </dsp:txBody>
      <dsp:txXfrm>
        <a:off x="506927" y="1120706"/>
        <a:ext cx="6728078" cy="426206"/>
      </dsp:txXfrm>
    </dsp:sp>
    <dsp:sp modelId="{A1702177-6728-4204-995B-88557CD29EC8}">
      <dsp:nvSpPr>
        <dsp:cNvPr id="0" name=""/>
        <dsp:cNvSpPr/>
      </dsp:nvSpPr>
      <dsp:spPr>
        <a:xfrm>
          <a:off x="0" y="2588769"/>
          <a:ext cx="9677418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075" tIns="333248" rIns="75107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/>
            <a:t>retourne </a:t>
          </a:r>
          <a:r>
            <a:rPr lang="fr-FR" sz="1600" kern="1200">
              <a:latin typeface="Cascadia Code" panose="020B0609020000020004" pitchFamily="49" charset="0"/>
              <a:cs typeface="Cascadia Code" panose="020B0609020000020004" pitchFamily="49" charset="0"/>
            </a:rPr>
            <a:t>true</a:t>
          </a:r>
          <a:r>
            <a:rPr lang="fr-FR" sz="1600" kern="1200"/>
            <a:t> si le thread est toujours actif (en cours ou en attente).</a:t>
          </a:r>
          <a:endParaRPr lang="en-US" sz="1600" kern="1200"/>
        </a:p>
      </dsp:txBody>
      <dsp:txXfrm>
        <a:off x="0" y="2588769"/>
        <a:ext cx="9677418" cy="680400"/>
      </dsp:txXfrm>
    </dsp:sp>
    <dsp:sp modelId="{479E7FA3-BDFE-4A5F-B468-0557EF3BC5FF}">
      <dsp:nvSpPr>
        <dsp:cNvPr id="0" name=""/>
        <dsp:cNvSpPr/>
      </dsp:nvSpPr>
      <dsp:spPr>
        <a:xfrm>
          <a:off x="483870" y="2352609"/>
          <a:ext cx="6774192" cy="47232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48" tIns="0" rIns="2560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isAlive()</a:t>
          </a:r>
        </a:p>
      </dsp:txBody>
      <dsp:txXfrm>
        <a:off x="506927" y="2375666"/>
        <a:ext cx="6728078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260F7-6D73-4872-92CE-721E60191B0E}">
      <dsp:nvSpPr>
        <dsp:cNvPr id="0" name=""/>
        <dsp:cNvSpPr/>
      </dsp:nvSpPr>
      <dsp:spPr>
        <a:xfrm>
          <a:off x="1227" y="151929"/>
          <a:ext cx="4788544" cy="287312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Lorsque plusieurs threads accèdent à des </a:t>
          </a:r>
          <a:r>
            <a:rPr lang="fr-FR" sz="2600" b="1" kern="1200" dirty="0"/>
            <a:t>données partagées</a:t>
          </a:r>
          <a:r>
            <a:rPr lang="fr-FR" sz="2600" kern="1200" dirty="0"/>
            <a:t>, des conditions de course peuvent survenir.</a:t>
          </a:r>
          <a:endParaRPr lang="en-US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Une </a:t>
          </a:r>
          <a:r>
            <a:rPr lang="fr-FR" sz="2000" b="1" kern="1200"/>
            <a:t>condition de course</a:t>
          </a:r>
          <a:r>
            <a:rPr lang="fr-FR" sz="2000" kern="1200"/>
            <a:t> se produit lorsque l’ordre d’exécution des threads influence le résultat.</a:t>
          </a:r>
          <a:endParaRPr lang="en-US" sz="2000" kern="1200"/>
        </a:p>
      </dsp:txBody>
      <dsp:txXfrm>
        <a:off x="1227" y="151929"/>
        <a:ext cx="4788544" cy="2873126"/>
      </dsp:txXfrm>
    </dsp:sp>
    <dsp:sp modelId="{E550A566-C17B-459D-B4E3-89657C998CB1}">
      <dsp:nvSpPr>
        <dsp:cNvPr id="0" name=""/>
        <dsp:cNvSpPr/>
      </dsp:nvSpPr>
      <dsp:spPr>
        <a:xfrm>
          <a:off x="5268627" y="151929"/>
          <a:ext cx="4788544" cy="2873126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Utilisez le mot-clé synchronized pour rendre un bloc ou une méthode </a:t>
          </a:r>
          <a:r>
            <a:rPr lang="fr-FR" sz="2600" b="1" kern="1200" dirty="0"/>
            <a:t>thread-</a:t>
          </a:r>
          <a:r>
            <a:rPr lang="fr-FR" sz="2600" b="1" kern="1200" dirty="0" err="1"/>
            <a:t>safe</a:t>
          </a:r>
          <a:r>
            <a:rPr lang="fr-FR" sz="2600" kern="1200" dirty="0"/>
            <a:t>.</a:t>
          </a:r>
          <a:endParaRPr lang="en-US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/>
            <a:t>Thread-safe</a:t>
          </a:r>
          <a:r>
            <a:rPr lang="fr-FR" sz="2000" kern="1200"/>
            <a:t>:  Fonctionne correctement même s’il est utilisé simultanément par plusieurs threads</a:t>
          </a:r>
          <a:endParaRPr lang="en-US" sz="2000" kern="1200"/>
        </a:p>
      </dsp:txBody>
      <dsp:txXfrm>
        <a:off x="5268627" y="151929"/>
        <a:ext cx="4788544" cy="2873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C7D2B5-B022-EACA-9F14-7FA4DCD95D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32E66-B861-3841-9D30-09B9A6FCD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CC3E9-B06A-41A9-B77A-085A4AEBFB52}" type="datetimeFigureOut">
              <a:rPr lang="en-CA" smtClean="0"/>
              <a:t>2025-07-29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19FF1-8F9B-323C-FD83-9AB8F39D29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6B007-AA61-B584-ADF4-EE21E6CCC6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0B24-83DF-4AB2-860C-EBEBDE998F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5386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B22AA-C6DF-4D5B-8B8D-B7524FD024BA}" type="datetimeFigureOut">
              <a:rPr lang="en-CA" smtClean="0"/>
              <a:t>2025-07-29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7C7A1-3F00-4D30-AAA8-FAC2B01BBB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36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0E7FA-7A0E-4EA0-258D-E36C9D96D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Threads</a:t>
            </a:r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3D2966-4B3A-D4E9-F24E-2F74984A52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112039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419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7CF8FC-B26F-E6EC-6ECB-B9F07B97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fr-CA"/>
              <a:t>Créer des threads en Java</a:t>
            </a:r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3AAC6A-D530-9A4F-900D-1D6A0D4906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339357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29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9D6CD28-D147-4DC0-A5FF-335351C7D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CDDF69-9963-4CB8-8441-2D6CA2C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199"/>
            <a:ext cx="11281609" cy="2146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B53A5F-63B3-4E86-93F7-275390D7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0453"/>
            <a:ext cx="10954512" cy="1819656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0394-7695-CAF8-F846-92430A6E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794" y="844481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fr-CA">
                <a:solidFill>
                  <a:schemeClr val="bg1"/>
                </a:solidFill>
              </a:rPr>
              <a:t>Méthodes de contrôle des Threads</a:t>
            </a:r>
            <a:endParaRPr lang="en-CA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16A8AC-F264-7FFD-109C-CFE6114270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838915"/>
              </p:ext>
            </p:extLst>
          </p:nvPr>
        </p:nvGraphicFramePr>
        <p:xfrm>
          <a:off x="1257291" y="2827390"/>
          <a:ext cx="9677418" cy="3363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49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D6CD28-D147-4DC0-A5FF-335351C7D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CDDF69-9963-4CB8-8441-2D6CA2C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199"/>
            <a:ext cx="11281609" cy="2146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B53A5F-63B3-4E86-93F7-275390D7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0453"/>
            <a:ext cx="10954512" cy="1819656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EAB5E-A159-C768-61C2-600932460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794" y="844481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Synchronisation et ressources partagées</a:t>
            </a:r>
            <a:endParaRPr lang="en-CA">
              <a:solidFill>
                <a:schemeClr val="bg1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3D20AD0-E229-B81B-1A47-E144553D4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6343895"/>
              </p:ext>
            </p:extLst>
          </p:nvPr>
        </p:nvGraphicFramePr>
        <p:xfrm>
          <a:off x="1064794" y="3060562"/>
          <a:ext cx="10058400" cy="3176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47602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71af3243-3dd4-4a8d-8c0d-dd76da1f02a5"/>
    <ds:schemaRef ds:uri="http://www.w3.org/XML/1998/namespace"/>
    <ds:schemaRef ds:uri="http://purl.org/dc/terms/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{9E3E6F33-2AB6-44EB-BDFA-0C66C1D52E1D}TF993b3720-55e5-4d3e-ae7c-1ec77a73f5a45edb12b8_win32-bce7b620edb8</Template>
  <TotalTime>1160</TotalTime>
  <Words>235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Avenir Next LT Pro</vt:lpstr>
      <vt:lpstr>Avenir Next LT Pro Light</vt:lpstr>
      <vt:lpstr>Cascadia Code</vt:lpstr>
      <vt:lpstr>Garamond</vt:lpstr>
      <vt:lpstr>SavonVTI</vt:lpstr>
      <vt:lpstr>INF2120 Lab 14</vt:lpstr>
      <vt:lpstr>Threads</vt:lpstr>
      <vt:lpstr>Créer des threads en Java</vt:lpstr>
      <vt:lpstr>Méthodes de contrôle des Threads</vt:lpstr>
      <vt:lpstr>Synchronisation et ressources partagées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</dc:creator>
  <cp:lastModifiedBy>George</cp:lastModifiedBy>
  <cp:revision>13</cp:revision>
  <dcterms:created xsi:type="dcterms:W3CDTF">2025-06-29T23:07:02Z</dcterms:created>
  <dcterms:modified xsi:type="dcterms:W3CDTF">2025-07-30T00:38:41Z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