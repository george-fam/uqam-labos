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6.xml" ContentType="application/vnd.openxmlformats-officedocument.themeOverr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heme/themeOverride7.xml" ContentType="application/vnd.openxmlformats-officedocument.themeOverr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93" r:id="rId5"/>
    <p:sldId id="295" r:id="rId6"/>
    <p:sldId id="296" r:id="rId7"/>
    <p:sldId id="298" r:id="rId8"/>
    <p:sldId id="300" r:id="rId9"/>
    <p:sldId id="302" r:id="rId10"/>
    <p:sldId id="303" r:id="rId11"/>
    <p:sldId id="307" r:id="rId12"/>
    <p:sldId id="305" r:id="rId13"/>
    <p:sldId id="3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19" autoAdjust="0"/>
  </p:normalViewPr>
  <p:slideViewPr>
    <p:cSldViewPr snapToGrid="0">
      <p:cViewPr varScale="1">
        <p:scale>
          <a:sx n="156" d="100"/>
          <a:sy n="156" d="100"/>
        </p:scale>
        <p:origin x="4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9" d="100"/>
          <a:sy n="159" d="100"/>
        </p:scale>
        <p:origin x="4891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function/Supplier.html" TargetMode="External"/><Relationship Id="rId2" Type="http://schemas.openxmlformats.org/officeDocument/2006/relationships/hyperlink" Target="https://docs.oracle.com/javase/8/docs/api/java/util/function/Consumer.html" TargetMode="External"/><Relationship Id="rId1" Type="http://schemas.openxmlformats.org/officeDocument/2006/relationships/hyperlink" Target="https://docs.oracle.com/javase/8/docs/api/java/util/function/Predicate.html" TargetMode="External"/><Relationship Id="rId6" Type="http://schemas.openxmlformats.org/officeDocument/2006/relationships/hyperlink" Target="https://docs.oracle.com/javase/8/docs/api/java/lang/class-use/FunctionalInterface.html#java.util.function" TargetMode="External"/><Relationship Id="rId5" Type="http://schemas.openxmlformats.org/officeDocument/2006/relationships/hyperlink" Target="https://docs.oracle.com/javase/8/docs/api/java/util/Comparator.html" TargetMode="External"/><Relationship Id="rId4" Type="http://schemas.openxmlformats.org/officeDocument/2006/relationships/hyperlink" Target="https://docs.oracle.com/javase/8/docs/api/java/util/function/Function.html" TargetMode="Externa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util/List.html#sort-java.util.Comparator-" TargetMode="External"/><Relationship Id="rId1" Type="http://schemas.openxmlformats.org/officeDocument/2006/relationships/hyperlink" Target="https://docs.oracle.com/javase/8/docs/api/java/lang/Iterable.html#forEach-java.util.function.Consumer-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function/BiConsumer.html" TargetMode="External"/><Relationship Id="rId2" Type="http://schemas.openxmlformats.org/officeDocument/2006/relationships/hyperlink" Target="https://docs.oracle.com/javase/8/docs/api/java/util/function/BiFunction.html" TargetMode="External"/><Relationship Id="rId1" Type="http://schemas.openxmlformats.org/officeDocument/2006/relationships/hyperlink" Target="https://docs.oracle.com/javase/8/docs/api/java/util/function/BiPredicate.html" TargetMode="External"/><Relationship Id="rId5" Type="http://schemas.openxmlformats.org/officeDocument/2006/relationships/hyperlink" Target="https://docs.oracle.com/javase/8/docs/api/java/util/function/BinaryOperator.html" TargetMode="External"/><Relationship Id="rId4" Type="http://schemas.openxmlformats.org/officeDocument/2006/relationships/hyperlink" Target="https://docs.oracle.com/javase/8/docs/api/java/util/function/UnaryOperator.html" TargetMode="External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function/Supplier.html" TargetMode="External"/><Relationship Id="rId2" Type="http://schemas.openxmlformats.org/officeDocument/2006/relationships/hyperlink" Target="https://docs.oracle.com/javase/8/docs/api/java/util/function/Consumer.html" TargetMode="External"/><Relationship Id="rId1" Type="http://schemas.openxmlformats.org/officeDocument/2006/relationships/hyperlink" Target="https://docs.oracle.com/javase/8/docs/api/java/util/function/Predicate.html" TargetMode="External"/><Relationship Id="rId6" Type="http://schemas.openxmlformats.org/officeDocument/2006/relationships/hyperlink" Target="https://docs.oracle.com/javase/8/docs/api/java/lang/class-use/FunctionalInterface.html#java.util.function" TargetMode="External"/><Relationship Id="rId5" Type="http://schemas.openxmlformats.org/officeDocument/2006/relationships/hyperlink" Target="https://docs.oracle.com/javase/8/docs/api/java/util/Comparator.html" TargetMode="External"/><Relationship Id="rId4" Type="http://schemas.openxmlformats.org/officeDocument/2006/relationships/hyperlink" Target="https://docs.oracle.com/javase/8/docs/api/java/util/function/Function.html" TargetMode="External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util/List.html#sort-java.util.Comparator-" TargetMode="External"/><Relationship Id="rId1" Type="http://schemas.openxmlformats.org/officeDocument/2006/relationships/hyperlink" Target="https://docs.oracle.com/javase/8/docs/api/java/lang/Iterable.html#forEach-java.util.function.Consumer-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function/BiConsumer.html" TargetMode="External"/><Relationship Id="rId2" Type="http://schemas.openxmlformats.org/officeDocument/2006/relationships/hyperlink" Target="https://docs.oracle.com/javase/8/docs/api/java/util/function/BiFunction.html" TargetMode="External"/><Relationship Id="rId1" Type="http://schemas.openxmlformats.org/officeDocument/2006/relationships/hyperlink" Target="https://docs.oracle.com/javase/8/docs/api/java/util/function/BiPredicate.html" TargetMode="External"/><Relationship Id="rId5" Type="http://schemas.openxmlformats.org/officeDocument/2006/relationships/hyperlink" Target="https://docs.oracle.com/javase/8/docs/api/java/util/function/BinaryOperator.html" TargetMode="External"/><Relationship Id="rId4" Type="http://schemas.openxmlformats.org/officeDocument/2006/relationships/hyperlink" Target="https://docs.oracle.com/javase/8/docs/api/java/util/function/UnaryOperator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F4F55867-D69A-4FEC-9C51-AAB335AF6313}">
      <dgm:prSet phldrT="[Text]"/>
      <dgm:spPr/>
      <dgm:t>
        <a:bodyPr/>
        <a:lstStyle/>
        <a:p>
          <a:r>
            <a:rPr lang="fr-FR" dirty="0"/>
            <a:t>C’est Quoi?</a:t>
          </a:r>
          <a:endParaRPr lang="en-CA" dirty="0"/>
        </a:p>
      </dgm:t>
    </dgm:pt>
    <dgm:pt modelId="{C1AE2883-2532-4408-AD99-98B295FE5887}" type="parTrans" cxnId="{0D03155B-C0EB-4DCF-BE5E-38B8D4E8C3C9}">
      <dgm:prSet/>
      <dgm:spPr/>
      <dgm:t>
        <a:bodyPr/>
        <a:lstStyle/>
        <a:p>
          <a:endParaRPr lang="en-CA"/>
        </a:p>
      </dgm:t>
    </dgm:pt>
    <dgm:pt modelId="{52C294A6-000D-4D6E-AE0E-BD3DFF93C288}" type="sibTrans" cxnId="{0D03155B-C0EB-4DCF-BE5E-38B8D4E8C3C9}">
      <dgm:prSet/>
      <dgm:spPr/>
      <dgm:t>
        <a:bodyPr/>
        <a:lstStyle/>
        <a:p>
          <a:endParaRPr lang="en-CA"/>
        </a:p>
      </dgm:t>
    </dgm:pt>
    <dgm:pt modelId="{9089E344-9C59-4170-988B-9F95B4910F1A}">
      <dgm:prSet phldrT="[Text]"/>
      <dgm:spPr/>
      <dgm:t>
        <a:bodyPr/>
        <a:lstStyle/>
        <a:p>
          <a:r>
            <a:rPr lang="en-CA"/>
            <a:t>Doit</a:t>
          </a:r>
          <a:endParaRPr lang="en-CA" dirty="0"/>
        </a:p>
      </dgm:t>
    </dgm:pt>
    <dgm:pt modelId="{40C241E2-4A04-4470-B3C9-BBA7EA90D621}" type="parTrans" cxnId="{55857B2D-AA5E-4939-8717-02EDB7407A15}">
      <dgm:prSet/>
      <dgm:spPr/>
      <dgm:t>
        <a:bodyPr/>
        <a:lstStyle/>
        <a:p>
          <a:endParaRPr lang="en-CA"/>
        </a:p>
      </dgm:t>
    </dgm:pt>
    <dgm:pt modelId="{83C2EE30-0C21-4011-9DB5-1CC9304CC1BC}" type="sibTrans" cxnId="{55857B2D-AA5E-4939-8717-02EDB7407A15}">
      <dgm:prSet/>
      <dgm:spPr/>
      <dgm:t>
        <a:bodyPr/>
        <a:lstStyle/>
        <a:p>
          <a:endParaRPr lang="en-CA"/>
        </a:p>
      </dgm:t>
    </dgm:pt>
    <dgm:pt modelId="{944B37ED-193B-45A1-93BF-C00BD7EBC247}">
      <dgm:prSet phldrT="[Text]"/>
      <dgm:spPr/>
      <dgm:t>
        <a:bodyPr/>
        <a:lstStyle/>
        <a:p>
          <a:r>
            <a:rPr lang="en-CA"/>
            <a:t>Implémenter une interface, ou</a:t>
          </a:r>
        </a:p>
      </dgm:t>
    </dgm:pt>
    <dgm:pt modelId="{B2C178FF-7EF7-4645-A80E-B06D952529B4}" type="parTrans" cxnId="{45B94731-FCC1-4BDA-8BAA-DA1784E70925}">
      <dgm:prSet/>
      <dgm:spPr/>
      <dgm:t>
        <a:bodyPr/>
        <a:lstStyle/>
        <a:p>
          <a:endParaRPr lang="en-CA"/>
        </a:p>
      </dgm:t>
    </dgm:pt>
    <dgm:pt modelId="{59E506AD-A2B5-42D5-B6A7-A663F4BAC7DF}" type="sibTrans" cxnId="{45B94731-FCC1-4BDA-8BAA-DA1784E70925}">
      <dgm:prSet/>
      <dgm:spPr/>
      <dgm:t>
        <a:bodyPr/>
        <a:lstStyle/>
        <a:p>
          <a:endParaRPr lang="en-CA"/>
        </a:p>
      </dgm:t>
    </dgm:pt>
    <dgm:pt modelId="{EC588088-9801-4381-B7F5-D9ED92D97978}">
      <dgm:prSet phldrT="[Text]"/>
      <dgm:spPr/>
      <dgm:t>
        <a:bodyPr/>
        <a:lstStyle/>
        <a:p>
          <a:r>
            <a:rPr lang="en-CA"/>
            <a:t>Étendre une classe</a:t>
          </a:r>
        </a:p>
      </dgm:t>
    </dgm:pt>
    <dgm:pt modelId="{60A51722-06E6-4E57-80CF-64B77897398A}" type="parTrans" cxnId="{8DF1467F-AAE6-42D7-89F2-7AE539CD54E4}">
      <dgm:prSet/>
      <dgm:spPr/>
      <dgm:t>
        <a:bodyPr/>
        <a:lstStyle/>
        <a:p>
          <a:endParaRPr lang="en-CA"/>
        </a:p>
      </dgm:t>
    </dgm:pt>
    <dgm:pt modelId="{7B04914E-76A1-4AA7-87D2-A3A6758E5700}" type="sibTrans" cxnId="{8DF1467F-AAE6-42D7-89F2-7AE539CD54E4}">
      <dgm:prSet/>
      <dgm:spPr/>
      <dgm:t>
        <a:bodyPr/>
        <a:lstStyle/>
        <a:p>
          <a:endParaRPr lang="en-CA"/>
        </a:p>
      </dgm:t>
    </dgm:pt>
    <dgm:pt modelId="{8E6E4FCE-8E6F-4C24-83D4-065CBB7AC76F}">
      <dgm:prSet phldrT="[Text]"/>
      <dgm:spPr/>
      <dgm:t>
        <a:bodyPr/>
        <a:lstStyle/>
        <a:p>
          <a:r>
            <a:rPr lang="fr-FR" dirty="0"/>
            <a:t>Classe locale et sans nom</a:t>
          </a:r>
          <a:endParaRPr lang="en-CA" dirty="0"/>
        </a:p>
      </dgm:t>
    </dgm:pt>
    <dgm:pt modelId="{9A0945E5-FC18-4974-B5AD-832ACEA2685A}" type="parTrans" cxnId="{0D497EC9-B845-4BAE-BC51-7D1842B594E6}">
      <dgm:prSet/>
      <dgm:spPr/>
      <dgm:t>
        <a:bodyPr/>
        <a:lstStyle/>
        <a:p>
          <a:endParaRPr lang="en-CA"/>
        </a:p>
      </dgm:t>
    </dgm:pt>
    <dgm:pt modelId="{EFF32E8A-C9D3-4243-8683-D829D9AA89D0}" type="sibTrans" cxnId="{0D497EC9-B845-4BAE-BC51-7D1842B594E6}">
      <dgm:prSet/>
      <dgm:spPr/>
      <dgm:t>
        <a:bodyPr/>
        <a:lstStyle/>
        <a:p>
          <a:endParaRPr lang="en-CA"/>
        </a:p>
      </dgm:t>
    </dgm:pt>
    <dgm:pt modelId="{1A403A3D-8018-4527-B4A6-BE5D9E585EEE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AB3AD631-1FC3-47DF-9323-1D1311C02066}" type="pres">
      <dgm:prSet presAssocID="{F4F55867-D69A-4FEC-9C51-AAB335AF6313}" presName="parentLin" presStyleCnt="0"/>
      <dgm:spPr/>
    </dgm:pt>
    <dgm:pt modelId="{30863FBA-3AA8-43DE-97A6-3F831E2D0C46}" type="pres">
      <dgm:prSet presAssocID="{F4F55867-D69A-4FEC-9C51-AAB335AF6313}" presName="parentLeftMargin" presStyleLbl="node1" presStyleIdx="0" presStyleCnt="2"/>
      <dgm:spPr/>
    </dgm:pt>
    <dgm:pt modelId="{77CC2D17-C5C0-4270-B07C-5720BB332AAC}" type="pres">
      <dgm:prSet presAssocID="{F4F55867-D69A-4FEC-9C51-AAB335AF63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AFDE44-3DC0-469B-BC4B-9DF208786E5A}" type="pres">
      <dgm:prSet presAssocID="{F4F55867-D69A-4FEC-9C51-AAB335AF6313}" presName="negativeSpace" presStyleCnt="0"/>
      <dgm:spPr/>
    </dgm:pt>
    <dgm:pt modelId="{89135C3A-16E2-4183-A438-4598AA5E5066}" type="pres">
      <dgm:prSet presAssocID="{F4F55867-D69A-4FEC-9C51-AAB335AF6313}" presName="childText" presStyleLbl="conFgAcc1" presStyleIdx="0" presStyleCnt="2">
        <dgm:presLayoutVars>
          <dgm:bulletEnabled val="1"/>
        </dgm:presLayoutVars>
      </dgm:prSet>
      <dgm:spPr/>
    </dgm:pt>
    <dgm:pt modelId="{3DCD10F6-146E-4A2D-AD34-76D397229CE3}" type="pres">
      <dgm:prSet presAssocID="{52C294A6-000D-4D6E-AE0E-BD3DFF93C288}" presName="spaceBetweenRectangles" presStyleCnt="0"/>
      <dgm:spPr/>
    </dgm:pt>
    <dgm:pt modelId="{9D24E526-9C89-42BA-8652-6EA0FEF23743}" type="pres">
      <dgm:prSet presAssocID="{9089E344-9C59-4170-988B-9F95B4910F1A}" presName="parentLin" presStyleCnt="0"/>
      <dgm:spPr/>
    </dgm:pt>
    <dgm:pt modelId="{A4AD4518-3DDF-4E3D-96FE-8D38A1321A66}" type="pres">
      <dgm:prSet presAssocID="{9089E344-9C59-4170-988B-9F95B4910F1A}" presName="parentLeftMargin" presStyleLbl="node1" presStyleIdx="0" presStyleCnt="2"/>
      <dgm:spPr/>
    </dgm:pt>
    <dgm:pt modelId="{3035B0CA-84B5-4421-B9AF-408B38B563F6}" type="pres">
      <dgm:prSet presAssocID="{9089E344-9C59-4170-988B-9F95B4910F1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C9F4B21-8333-4B29-8F90-53D88CBD413B}" type="pres">
      <dgm:prSet presAssocID="{9089E344-9C59-4170-988B-9F95B4910F1A}" presName="negativeSpace" presStyleCnt="0"/>
      <dgm:spPr/>
    </dgm:pt>
    <dgm:pt modelId="{8047C143-7C29-48A5-A82E-707D3391C814}" type="pres">
      <dgm:prSet presAssocID="{9089E344-9C59-4170-988B-9F95B4910F1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930E026-F022-4C71-B815-9859A33149D9}" type="presOf" srcId="{8E6E4FCE-8E6F-4C24-83D4-065CBB7AC76F}" destId="{89135C3A-16E2-4183-A438-4598AA5E5066}" srcOrd="0" destOrd="0" presId="urn:microsoft.com/office/officeart/2005/8/layout/list1"/>
    <dgm:cxn modelId="{55857B2D-AA5E-4939-8717-02EDB7407A15}" srcId="{1B65AE10-3B8B-49C9-8D82-2A7340373EB3}" destId="{9089E344-9C59-4170-988B-9F95B4910F1A}" srcOrd="1" destOrd="0" parTransId="{40C241E2-4A04-4470-B3C9-BBA7EA90D621}" sibTransId="{83C2EE30-0C21-4011-9DB5-1CC9304CC1BC}"/>
    <dgm:cxn modelId="{21E05C30-85C7-4154-A821-5547C056855D}" type="presOf" srcId="{1B65AE10-3B8B-49C9-8D82-2A7340373EB3}" destId="{1A403A3D-8018-4527-B4A6-BE5D9E585EEE}" srcOrd="0" destOrd="0" presId="urn:microsoft.com/office/officeart/2005/8/layout/list1"/>
    <dgm:cxn modelId="{45B94731-FCC1-4BDA-8BAA-DA1784E70925}" srcId="{9089E344-9C59-4170-988B-9F95B4910F1A}" destId="{944B37ED-193B-45A1-93BF-C00BD7EBC247}" srcOrd="0" destOrd="0" parTransId="{B2C178FF-7EF7-4645-A80E-B06D952529B4}" sibTransId="{59E506AD-A2B5-42D5-B6A7-A663F4BAC7DF}"/>
    <dgm:cxn modelId="{0D03155B-C0EB-4DCF-BE5E-38B8D4E8C3C9}" srcId="{1B65AE10-3B8B-49C9-8D82-2A7340373EB3}" destId="{F4F55867-D69A-4FEC-9C51-AAB335AF6313}" srcOrd="0" destOrd="0" parTransId="{C1AE2883-2532-4408-AD99-98B295FE5887}" sibTransId="{52C294A6-000D-4D6E-AE0E-BD3DFF93C288}"/>
    <dgm:cxn modelId="{57C82C5D-6256-4DDB-8A4F-EB3BF9024F17}" type="presOf" srcId="{EC588088-9801-4381-B7F5-D9ED92D97978}" destId="{8047C143-7C29-48A5-A82E-707D3391C814}" srcOrd="0" destOrd="1" presId="urn:microsoft.com/office/officeart/2005/8/layout/list1"/>
    <dgm:cxn modelId="{BB692766-8DE2-4E63-B74C-6F416F9CCD95}" type="presOf" srcId="{9089E344-9C59-4170-988B-9F95B4910F1A}" destId="{3035B0CA-84B5-4421-B9AF-408B38B563F6}" srcOrd="1" destOrd="0" presId="urn:microsoft.com/office/officeart/2005/8/layout/list1"/>
    <dgm:cxn modelId="{E1D98B69-9A6F-408E-A75B-53FAE0983C32}" type="presOf" srcId="{9089E344-9C59-4170-988B-9F95B4910F1A}" destId="{A4AD4518-3DDF-4E3D-96FE-8D38A1321A66}" srcOrd="0" destOrd="0" presId="urn:microsoft.com/office/officeart/2005/8/layout/list1"/>
    <dgm:cxn modelId="{8F72EF71-F0E8-4C0A-87F3-5DA73E732EC1}" type="presOf" srcId="{F4F55867-D69A-4FEC-9C51-AAB335AF6313}" destId="{30863FBA-3AA8-43DE-97A6-3F831E2D0C46}" srcOrd="0" destOrd="0" presId="urn:microsoft.com/office/officeart/2005/8/layout/list1"/>
    <dgm:cxn modelId="{8DF1467F-AAE6-42D7-89F2-7AE539CD54E4}" srcId="{9089E344-9C59-4170-988B-9F95B4910F1A}" destId="{EC588088-9801-4381-B7F5-D9ED92D97978}" srcOrd="1" destOrd="0" parTransId="{60A51722-06E6-4E57-80CF-64B77897398A}" sibTransId="{7B04914E-76A1-4AA7-87D2-A3A6758E5700}"/>
    <dgm:cxn modelId="{7D00FA80-59AF-4D27-90BF-066EEF748996}" type="presOf" srcId="{944B37ED-193B-45A1-93BF-C00BD7EBC247}" destId="{8047C143-7C29-48A5-A82E-707D3391C814}" srcOrd="0" destOrd="0" presId="urn:microsoft.com/office/officeart/2005/8/layout/list1"/>
    <dgm:cxn modelId="{0D497EC9-B845-4BAE-BC51-7D1842B594E6}" srcId="{F4F55867-D69A-4FEC-9C51-AAB335AF6313}" destId="{8E6E4FCE-8E6F-4C24-83D4-065CBB7AC76F}" srcOrd="0" destOrd="0" parTransId="{9A0945E5-FC18-4974-B5AD-832ACEA2685A}" sibTransId="{EFF32E8A-C9D3-4243-8683-D829D9AA89D0}"/>
    <dgm:cxn modelId="{006E35E9-3BA4-4BBE-978A-37141229758C}" type="presOf" srcId="{F4F55867-D69A-4FEC-9C51-AAB335AF6313}" destId="{77CC2D17-C5C0-4270-B07C-5720BB332AAC}" srcOrd="1" destOrd="0" presId="urn:microsoft.com/office/officeart/2005/8/layout/list1"/>
    <dgm:cxn modelId="{2064ECF1-54DC-4112-B7B4-08E549EFA1E3}" type="presParOf" srcId="{1A403A3D-8018-4527-B4A6-BE5D9E585EEE}" destId="{AB3AD631-1FC3-47DF-9323-1D1311C02066}" srcOrd="0" destOrd="0" presId="urn:microsoft.com/office/officeart/2005/8/layout/list1"/>
    <dgm:cxn modelId="{4790B460-4CF4-4709-9574-754B571991C6}" type="presParOf" srcId="{AB3AD631-1FC3-47DF-9323-1D1311C02066}" destId="{30863FBA-3AA8-43DE-97A6-3F831E2D0C46}" srcOrd="0" destOrd="0" presId="urn:microsoft.com/office/officeart/2005/8/layout/list1"/>
    <dgm:cxn modelId="{2FEE9897-0768-456B-AE24-EF82E3972F55}" type="presParOf" srcId="{AB3AD631-1FC3-47DF-9323-1D1311C02066}" destId="{77CC2D17-C5C0-4270-B07C-5720BB332AAC}" srcOrd="1" destOrd="0" presId="urn:microsoft.com/office/officeart/2005/8/layout/list1"/>
    <dgm:cxn modelId="{8EEA254E-A72E-451B-93CE-CCC6D1FE3A9C}" type="presParOf" srcId="{1A403A3D-8018-4527-B4A6-BE5D9E585EEE}" destId="{1CAFDE44-3DC0-469B-BC4B-9DF208786E5A}" srcOrd="1" destOrd="0" presId="urn:microsoft.com/office/officeart/2005/8/layout/list1"/>
    <dgm:cxn modelId="{9B434FCE-F7FB-4FE8-A05F-3B9A2A42129F}" type="presParOf" srcId="{1A403A3D-8018-4527-B4A6-BE5D9E585EEE}" destId="{89135C3A-16E2-4183-A438-4598AA5E5066}" srcOrd="2" destOrd="0" presId="urn:microsoft.com/office/officeart/2005/8/layout/list1"/>
    <dgm:cxn modelId="{EBE09C79-C207-48EC-9203-D816371A37E0}" type="presParOf" srcId="{1A403A3D-8018-4527-B4A6-BE5D9E585EEE}" destId="{3DCD10F6-146E-4A2D-AD34-76D397229CE3}" srcOrd="3" destOrd="0" presId="urn:microsoft.com/office/officeart/2005/8/layout/list1"/>
    <dgm:cxn modelId="{5E348957-0516-428B-8B29-08F689F1E6FC}" type="presParOf" srcId="{1A403A3D-8018-4527-B4A6-BE5D9E585EEE}" destId="{9D24E526-9C89-42BA-8652-6EA0FEF23743}" srcOrd="4" destOrd="0" presId="urn:microsoft.com/office/officeart/2005/8/layout/list1"/>
    <dgm:cxn modelId="{527163F2-EB20-4C32-B876-6CFDD24BEDA2}" type="presParOf" srcId="{9D24E526-9C89-42BA-8652-6EA0FEF23743}" destId="{A4AD4518-3DDF-4E3D-96FE-8D38A1321A66}" srcOrd="0" destOrd="0" presId="urn:microsoft.com/office/officeart/2005/8/layout/list1"/>
    <dgm:cxn modelId="{799C82EE-775C-42BE-A83C-36B694919176}" type="presParOf" srcId="{9D24E526-9C89-42BA-8652-6EA0FEF23743}" destId="{3035B0CA-84B5-4421-B9AF-408B38B563F6}" srcOrd="1" destOrd="0" presId="urn:microsoft.com/office/officeart/2005/8/layout/list1"/>
    <dgm:cxn modelId="{3B5C8994-AA93-4994-8862-8461FE6C1911}" type="presParOf" srcId="{1A403A3D-8018-4527-B4A6-BE5D9E585EEE}" destId="{5C9F4B21-8333-4B29-8F90-53D88CBD413B}" srcOrd="5" destOrd="0" presId="urn:microsoft.com/office/officeart/2005/8/layout/list1"/>
    <dgm:cxn modelId="{8D600DD7-555E-4C61-B86B-93C3B2A4DB55}" type="presParOf" srcId="{1A403A3D-8018-4527-B4A6-BE5D9E585EEE}" destId="{8047C143-7C29-48A5-A82E-707D3391C81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F4F55867-D69A-4FEC-9C51-AAB335AF6313}">
      <dgm:prSet phldrT="[Text]"/>
      <dgm:spPr/>
      <dgm:t>
        <a:bodyPr/>
        <a:lstStyle/>
        <a:p>
          <a:r>
            <a:rPr lang="fr-FR" dirty="0"/>
            <a:t>C’est Quoi?</a:t>
          </a:r>
          <a:endParaRPr lang="en-CA" dirty="0"/>
        </a:p>
      </dgm:t>
    </dgm:pt>
    <dgm:pt modelId="{C1AE2883-2532-4408-AD99-98B295FE5887}" type="parTrans" cxnId="{0D03155B-C0EB-4DCF-BE5E-38B8D4E8C3C9}">
      <dgm:prSet/>
      <dgm:spPr/>
      <dgm:t>
        <a:bodyPr/>
        <a:lstStyle/>
        <a:p>
          <a:endParaRPr lang="en-CA"/>
        </a:p>
      </dgm:t>
    </dgm:pt>
    <dgm:pt modelId="{52C294A6-000D-4D6E-AE0E-BD3DFF93C288}" type="sibTrans" cxnId="{0D03155B-C0EB-4DCF-BE5E-38B8D4E8C3C9}">
      <dgm:prSet/>
      <dgm:spPr/>
      <dgm:t>
        <a:bodyPr/>
        <a:lstStyle/>
        <a:p>
          <a:endParaRPr lang="en-CA"/>
        </a:p>
      </dgm:t>
    </dgm:pt>
    <dgm:pt modelId="{9089E344-9C59-4170-988B-9F95B4910F1A}">
      <dgm:prSet phldrT="[Text]"/>
      <dgm:spPr/>
      <dgm:t>
        <a:bodyPr/>
        <a:lstStyle/>
        <a:p>
          <a:r>
            <a:rPr lang="en-CA" dirty="0" err="1"/>
            <a:t>Paramètres</a:t>
          </a:r>
          <a:endParaRPr lang="en-CA" dirty="0"/>
        </a:p>
      </dgm:t>
    </dgm:pt>
    <dgm:pt modelId="{40C241E2-4A04-4470-B3C9-BBA7EA90D621}" type="parTrans" cxnId="{55857B2D-AA5E-4939-8717-02EDB7407A15}">
      <dgm:prSet/>
      <dgm:spPr/>
      <dgm:t>
        <a:bodyPr/>
        <a:lstStyle/>
        <a:p>
          <a:endParaRPr lang="en-CA"/>
        </a:p>
      </dgm:t>
    </dgm:pt>
    <dgm:pt modelId="{83C2EE30-0C21-4011-9DB5-1CC9304CC1BC}" type="sibTrans" cxnId="{55857B2D-AA5E-4939-8717-02EDB7407A15}">
      <dgm:prSet/>
      <dgm:spPr/>
      <dgm:t>
        <a:bodyPr/>
        <a:lstStyle/>
        <a:p>
          <a:endParaRPr lang="en-CA"/>
        </a:p>
      </dgm:t>
    </dgm:pt>
    <dgm:pt modelId="{944B37ED-193B-45A1-93BF-C00BD7EBC247}">
      <dgm:prSet phldrT="[Text]"/>
      <dgm:spPr/>
      <dgm:t>
        <a:bodyPr/>
        <a:lstStyle/>
        <a:p>
          <a:r>
            <a:rPr lang="fr-FR" dirty="0"/>
            <a:t>Types des paramètres explicitement déclarés ou implicitement inférés à partir du contexte.</a:t>
          </a:r>
          <a:endParaRPr lang="en-CA" dirty="0"/>
        </a:p>
      </dgm:t>
    </dgm:pt>
    <dgm:pt modelId="{B2C178FF-7EF7-4645-A80E-B06D952529B4}" type="parTrans" cxnId="{45B94731-FCC1-4BDA-8BAA-DA1784E70925}">
      <dgm:prSet/>
      <dgm:spPr/>
      <dgm:t>
        <a:bodyPr/>
        <a:lstStyle/>
        <a:p>
          <a:endParaRPr lang="en-CA"/>
        </a:p>
      </dgm:t>
    </dgm:pt>
    <dgm:pt modelId="{59E506AD-A2B5-42D5-B6A7-A663F4BAC7DF}" type="sibTrans" cxnId="{45B94731-FCC1-4BDA-8BAA-DA1784E70925}">
      <dgm:prSet/>
      <dgm:spPr/>
      <dgm:t>
        <a:bodyPr/>
        <a:lstStyle/>
        <a:p>
          <a:endParaRPr lang="en-CA"/>
        </a:p>
      </dgm:t>
    </dgm:pt>
    <dgm:pt modelId="{EC588088-9801-4381-B7F5-D9ED92D97978}">
      <dgm:prSet phldrT="[Text]"/>
      <dgm:spPr/>
      <dgm:t>
        <a:bodyPr/>
        <a:lstStyle/>
        <a:p>
          <a:r>
            <a:rPr lang="fr-FR" dirty="0"/>
            <a:t>Lorsqu'il n'y a qu'un seul paramètre, si son type est inféré à partir du contexte, on peut ne pas utiliser de </a:t>
          </a:r>
          <a:r>
            <a:rPr lang="en-CA" dirty="0"/>
            <a:t>parentheses. Exemple : x -&gt; x * x</a:t>
          </a:r>
        </a:p>
      </dgm:t>
    </dgm:pt>
    <dgm:pt modelId="{60A51722-06E6-4E57-80CF-64B77897398A}" type="parTrans" cxnId="{8DF1467F-AAE6-42D7-89F2-7AE539CD54E4}">
      <dgm:prSet/>
      <dgm:spPr/>
      <dgm:t>
        <a:bodyPr/>
        <a:lstStyle/>
        <a:p>
          <a:endParaRPr lang="en-CA"/>
        </a:p>
      </dgm:t>
    </dgm:pt>
    <dgm:pt modelId="{7B04914E-76A1-4AA7-87D2-A3A6758E5700}" type="sibTrans" cxnId="{8DF1467F-AAE6-42D7-89F2-7AE539CD54E4}">
      <dgm:prSet/>
      <dgm:spPr/>
      <dgm:t>
        <a:bodyPr/>
        <a:lstStyle/>
        <a:p>
          <a:endParaRPr lang="en-CA"/>
        </a:p>
      </dgm:t>
    </dgm:pt>
    <dgm:pt modelId="{8E6E4FCE-8E6F-4C24-83D4-065CBB7AC76F}">
      <dgm:prSet phldrT="[Text]"/>
      <dgm:spPr/>
      <dgm:t>
        <a:bodyPr/>
        <a:lstStyle/>
        <a:p>
          <a:r>
            <a:rPr lang="fr-FR" dirty="0"/>
            <a:t>Méthode anonyme qui implémente une interface fonctionnelle (SAM - Single Abstract Method).</a:t>
          </a:r>
          <a:endParaRPr lang="en-CA" dirty="0"/>
        </a:p>
      </dgm:t>
    </dgm:pt>
    <dgm:pt modelId="{9A0945E5-FC18-4974-B5AD-832ACEA2685A}" type="parTrans" cxnId="{0D497EC9-B845-4BAE-BC51-7D1842B594E6}">
      <dgm:prSet/>
      <dgm:spPr/>
      <dgm:t>
        <a:bodyPr/>
        <a:lstStyle/>
        <a:p>
          <a:endParaRPr lang="en-CA"/>
        </a:p>
      </dgm:t>
    </dgm:pt>
    <dgm:pt modelId="{EFF32E8A-C9D3-4243-8683-D829D9AA89D0}" type="sibTrans" cxnId="{0D497EC9-B845-4BAE-BC51-7D1842B594E6}">
      <dgm:prSet/>
      <dgm:spPr/>
      <dgm:t>
        <a:bodyPr/>
        <a:lstStyle/>
        <a:p>
          <a:endParaRPr lang="en-CA"/>
        </a:p>
      </dgm:t>
    </dgm:pt>
    <dgm:pt modelId="{1C594802-E54B-4A46-A2E0-510A464C1B8E}">
      <dgm:prSet phldrT="[Text]"/>
      <dgm:spPr/>
      <dgm:t>
        <a:bodyPr/>
        <a:lstStyle/>
        <a:p>
          <a:r>
            <a:rPr lang="fr-FR" dirty="0"/>
            <a:t>Une lambda ne peut pas exister «toute seule» en Java. Elle doit toujours être affectée à un type fonctionnel (explicitement déclaré ou implicitement inféré).</a:t>
          </a:r>
          <a:endParaRPr lang="en-CA" dirty="0"/>
        </a:p>
      </dgm:t>
    </dgm:pt>
    <dgm:pt modelId="{CACD98CD-A4CD-4082-9B7F-88D472EE57BA}" type="parTrans" cxnId="{B251B1A1-6170-4FB2-A8AC-D5F97842ACA1}">
      <dgm:prSet/>
      <dgm:spPr/>
      <dgm:t>
        <a:bodyPr/>
        <a:lstStyle/>
        <a:p>
          <a:endParaRPr lang="en-CA"/>
        </a:p>
      </dgm:t>
    </dgm:pt>
    <dgm:pt modelId="{8F5D9885-00B9-4D43-992B-83D3D5C29230}" type="sibTrans" cxnId="{B251B1A1-6170-4FB2-A8AC-D5F97842ACA1}">
      <dgm:prSet/>
      <dgm:spPr/>
      <dgm:t>
        <a:bodyPr/>
        <a:lstStyle/>
        <a:p>
          <a:endParaRPr lang="en-CA"/>
        </a:p>
      </dgm:t>
    </dgm:pt>
    <dgm:pt modelId="{5A0E205E-E566-4729-A6B8-E3A6280A4229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C160A32A-F1DA-4EE1-9C9A-99D077EFBD17}" type="pres">
      <dgm:prSet presAssocID="{F4F55867-D69A-4FEC-9C51-AAB335AF6313}" presName="parentLin" presStyleCnt="0"/>
      <dgm:spPr/>
    </dgm:pt>
    <dgm:pt modelId="{7E1079CD-88EF-43E0-BEED-0DFE222B0A31}" type="pres">
      <dgm:prSet presAssocID="{F4F55867-D69A-4FEC-9C51-AAB335AF6313}" presName="parentLeftMargin" presStyleLbl="node1" presStyleIdx="0" presStyleCnt="2"/>
      <dgm:spPr/>
    </dgm:pt>
    <dgm:pt modelId="{0E5BCC66-785B-4129-AE20-D5019476E812}" type="pres">
      <dgm:prSet presAssocID="{F4F55867-D69A-4FEC-9C51-AAB335AF63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935497-69DB-4C75-917A-A11EE642A8B7}" type="pres">
      <dgm:prSet presAssocID="{F4F55867-D69A-4FEC-9C51-AAB335AF6313}" presName="negativeSpace" presStyleCnt="0"/>
      <dgm:spPr/>
    </dgm:pt>
    <dgm:pt modelId="{86145C5E-0C65-46DD-99C8-2BF67B7ACF6B}" type="pres">
      <dgm:prSet presAssocID="{F4F55867-D69A-4FEC-9C51-AAB335AF6313}" presName="childText" presStyleLbl="conFgAcc1" presStyleIdx="0" presStyleCnt="2">
        <dgm:presLayoutVars>
          <dgm:bulletEnabled val="1"/>
        </dgm:presLayoutVars>
      </dgm:prSet>
      <dgm:spPr/>
    </dgm:pt>
    <dgm:pt modelId="{6D601731-4880-44E2-A632-EF9EA3D8C076}" type="pres">
      <dgm:prSet presAssocID="{52C294A6-000D-4D6E-AE0E-BD3DFF93C288}" presName="spaceBetweenRectangles" presStyleCnt="0"/>
      <dgm:spPr/>
    </dgm:pt>
    <dgm:pt modelId="{D6A63BD7-B0E8-424C-9708-2A37D6EAD371}" type="pres">
      <dgm:prSet presAssocID="{9089E344-9C59-4170-988B-9F95B4910F1A}" presName="parentLin" presStyleCnt="0"/>
      <dgm:spPr/>
    </dgm:pt>
    <dgm:pt modelId="{C7DF7AA0-D0F4-4B02-B0EF-8A6E38B41887}" type="pres">
      <dgm:prSet presAssocID="{9089E344-9C59-4170-988B-9F95B4910F1A}" presName="parentLeftMargin" presStyleLbl="node1" presStyleIdx="0" presStyleCnt="2"/>
      <dgm:spPr/>
    </dgm:pt>
    <dgm:pt modelId="{8A7B652C-8D61-49EA-9FD1-30E894D6D597}" type="pres">
      <dgm:prSet presAssocID="{9089E344-9C59-4170-988B-9F95B4910F1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B905DA8-EF58-434C-8429-03B2EEBC2AD8}" type="pres">
      <dgm:prSet presAssocID="{9089E344-9C59-4170-988B-9F95B4910F1A}" presName="negativeSpace" presStyleCnt="0"/>
      <dgm:spPr/>
    </dgm:pt>
    <dgm:pt modelId="{2F3EF6E9-A310-4976-9C96-771098EBE1F5}" type="pres">
      <dgm:prSet presAssocID="{9089E344-9C59-4170-988B-9F95B4910F1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E838926-7292-4649-A14B-4E96A9F60829}" type="presOf" srcId="{F4F55867-D69A-4FEC-9C51-AAB335AF6313}" destId="{0E5BCC66-785B-4129-AE20-D5019476E812}" srcOrd="1" destOrd="0" presId="urn:microsoft.com/office/officeart/2005/8/layout/list1"/>
    <dgm:cxn modelId="{70B87029-4593-4C5E-A0AD-A2B17F7074CE}" type="presOf" srcId="{9089E344-9C59-4170-988B-9F95B4910F1A}" destId="{C7DF7AA0-D0F4-4B02-B0EF-8A6E38B41887}" srcOrd="0" destOrd="0" presId="urn:microsoft.com/office/officeart/2005/8/layout/list1"/>
    <dgm:cxn modelId="{55857B2D-AA5E-4939-8717-02EDB7407A15}" srcId="{1B65AE10-3B8B-49C9-8D82-2A7340373EB3}" destId="{9089E344-9C59-4170-988B-9F95B4910F1A}" srcOrd="1" destOrd="0" parTransId="{40C241E2-4A04-4470-B3C9-BBA7EA90D621}" sibTransId="{83C2EE30-0C21-4011-9DB5-1CC9304CC1BC}"/>
    <dgm:cxn modelId="{45B94731-FCC1-4BDA-8BAA-DA1784E70925}" srcId="{9089E344-9C59-4170-988B-9F95B4910F1A}" destId="{944B37ED-193B-45A1-93BF-C00BD7EBC247}" srcOrd="0" destOrd="0" parTransId="{B2C178FF-7EF7-4645-A80E-B06D952529B4}" sibTransId="{59E506AD-A2B5-42D5-B6A7-A663F4BAC7DF}"/>
    <dgm:cxn modelId="{0D03155B-C0EB-4DCF-BE5E-38B8D4E8C3C9}" srcId="{1B65AE10-3B8B-49C9-8D82-2A7340373EB3}" destId="{F4F55867-D69A-4FEC-9C51-AAB335AF6313}" srcOrd="0" destOrd="0" parTransId="{C1AE2883-2532-4408-AD99-98B295FE5887}" sibTransId="{52C294A6-000D-4D6E-AE0E-BD3DFF93C288}"/>
    <dgm:cxn modelId="{BFF3A254-A76E-413D-B38D-F2D9D1F201E8}" type="presOf" srcId="{944B37ED-193B-45A1-93BF-C00BD7EBC247}" destId="{2F3EF6E9-A310-4976-9C96-771098EBE1F5}" srcOrd="0" destOrd="0" presId="urn:microsoft.com/office/officeart/2005/8/layout/list1"/>
    <dgm:cxn modelId="{8DF1467F-AAE6-42D7-89F2-7AE539CD54E4}" srcId="{9089E344-9C59-4170-988B-9F95B4910F1A}" destId="{EC588088-9801-4381-B7F5-D9ED92D97978}" srcOrd="1" destOrd="0" parTransId="{60A51722-06E6-4E57-80CF-64B77897398A}" sibTransId="{7B04914E-76A1-4AA7-87D2-A3A6758E5700}"/>
    <dgm:cxn modelId="{5A159893-772C-44B7-813B-BF7B1FE727D9}" type="presOf" srcId="{1B65AE10-3B8B-49C9-8D82-2A7340373EB3}" destId="{5A0E205E-E566-4729-A6B8-E3A6280A4229}" srcOrd="0" destOrd="0" presId="urn:microsoft.com/office/officeart/2005/8/layout/list1"/>
    <dgm:cxn modelId="{B251B1A1-6170-4FB2-A8AC-D5F97842ACA1}" srcId="{F4F55867-D69A-4FEC-9C51-AAB335AF6313}" destId="{1C594802-E54B-4A46-A2E0-510A464C1B8E}" srcOrd="1" destOrd="0" parTransId="{CACD98CD-A4CD-4082-9B7F-88D472EE57BA}" sibTransId="{8F5D9885-00B9-4D43-992B-83D3D5C29230}"/>
    <dgm:cxn modelId="{965B8FB3-A27A-493A-ACD4-91D915D7346B}" type="presOf" srcId="{1C594802-E54B-4A46-A2E0-510A464C1B8E}" destId="{86145C5E-0C65-46DD-99C8-2BF67B7ACF6B}" srcOrd="0" destOrd="1" presId="urn:microsoft.com/office/officeart/2005/8/layout/list1"/>
    <dgm:cxn modelId="{49C831C7-DAE4-442E-99BF-6458F40CA77C}" type="presOf" srcId="{F4F55867-D69A-4FEC-9C51-AAB335AF6313}" destId="{7E1079CD-88EF-43E0-BEED-0DFE222B0A31}" srcOrd="0" destOrd="0" presId="urn:microsoft.com/office/officeart/2005/8/layout/list1"/>
    <dgm:cxn modelId="{0D497EC9-B845-4BAE-BC51-7D1842B594E6}" srcId="{F4F55867-D69A-4FEC-9C51-AAB335AF6313}" destId="{8E6E4FCE-8E6F-4C24-83D4-065CBB7AC76F}" srcOrd="0" destOrd="0" parTransId="{9A0945E5-FC18-4974-B5AD-832ACEA2685A}" sibTransId="{EFF32E8A-C9D3-4243-8683-D829D9AA89D0}"/>
    <dgm:cxn modelId="{F82534D5-634B-43B2-8484-2A63553423EB}" type="presOf" srcId="{EC588088-9801-4381-B7F5-D9ED92D97978}" destId="{2F3EF6E9-A310-4976-9C96-771098EBE1F5}" srcOrd="0" destOrd="1" presId="urn:microsoft.com/office/officeart/2005/8/layout/list1"/>
    <dgm:cxn modelId="{2E5457DF-5D7F-4861-AAF7-CF83EE98B777}" type="presOf" srcId="{8E6E4FCE-8E6F-4C24-83D4-065CBB7AC76F}" destId="{86145C5E-0C65-46DD-99C8-2BF67B7ACF6B}" srcOrd="0" destOrd="0" presId="urn:microsoft.com/office/officeart/2005/8/layout/list1"/>
    <dgm:cxn modelId="{7E4D18FB-529B-4365-BD20-DA863F068F16}" type="presOf" srcId="{9089E344-9C59-4170-988B-9F95B4910F1A}" destId="{8A7B652C-8D61-49EA-9FD1-30E894D6D597}" srcOrd="1" destOrd="0" presId="urn:microsoft.com/office/officeart/2005/8/layout/list1"/>
    <dgm:cxn modelId="{EE9382FC-ABFC-4ED0-9BEB-77C4CB4DE0F1}" type="presParOf" srcId="{5A0E205E-E566-4729-A6B8-E3A6280A4229}" destId="{C160A32A-F1DA-4EE1-9C9A-99D077EFBD17}" srcOrd="0" destOrd="0" presId="urn:microsoft.com/office/officeart/2005/8/layout/list1"/>
    <dgm:cxn modelId="{C13A17DE-51DB-4588-8DC0-C5B71BD337B0}" type="presParOf" srcId="{C160A32A-F1DA-4EE1-9C9A-99D077EFBD17}" destId="{7E1079CD-88EF-43E0-BEED-0DFE222B0A31}" srcOrd="0" destOrd="0" presId="urn:microsoft.com/office/officeart/2005/8/layout/list1"/>
    <dgm:cxn modelId="{2022DB94-E24E-4E3D-93C4-689737383C66}" type="presParOf" srcId="{C160A32A-F1DA-4EE1-9C9A-99D077EFBD17}" destId="{0E5BCC66-785B-4129-AE20-D5019476E812}" srcOrd="1" destOrd="0" presId="urn:microsoft.com/office/officeart/2005/8/layout/list1"/>
    <dgm:cxn modelId="{02DEBA19-AD0A-4875-86CC-0E3B8C2BBC07}" type="presParOf" srcId="{5A0E205E-E566-4729-A6B8-E3A6280A4229}" destId="{62935497-69DB-4C75-917A-A11EE642A8B7}" srcOrd="1" destOrd="0" presId="urn:microsoft.com/office/officeart/2005/8/layout/list1"/>
    <dgm:cxn modelId="{C4866161-90C5-4169-884F-1E2489B3BB3A}" type="presParOf" srcId="{5A0E205E-E566-4729-A6B8-E3A6280A4229}" destId="{86145C5E-0C65-46DD-99C8-2BF67B7ACF6B}" srcOrd="2" destOrd="0" presId="urn:microsoft.com/office/officeart/2005/8/layout/list1"/>
    <dgm:cxn modelId="{6852D4E5-CDE5-42DD-8AFD-F5A45EBEFEAD}" type="presParOf" srcId="{5A0E205E-E566-4729-A6B8-E3A6280A4229}" destId="{6D601731-4880-44E2-A632-EF9EA3D8C076}" srcOrd="3" destOrd="0" presId="urn:microsoft.com/office/officeart/2005/8/layout/list1"/>
    <dgm:cxn modelId="{B38692E4-65FF-4470-8EF6-CA6CD5353B3E}" type="presParOf" srcId="{5A0E205E-E566-4729-A6B8-E3A6280A4229}" destId="{D6A63BD7-B0E8-424C-9708-2A37D6EAD371}" srcOrd="4" destOrd="0" presId="urn:microsoft.com/office/officeart/2005/8/layout/list1"/>
    <dgm:cxn modelId="{A661B4CA-04B5-495E-BB89-9876873AEBBA}" type="presParOf" srcId="{D6A63BD7-B0E8-424C-9708-2A37D6EAD371}" destId="{C7DF7AA0-D0F4-4B02-B0EF-8A6E38B41887}" srcOrd="0" destOrd="0" presId="urn:microsoft.com/office/officeart/2005/8/layout/list1"/>
    <dgm:cxn modelId="{DEEFE5D5-7933-4E4F-A52B-D1B9D1CE50A5}" type="presParOf" srcId="{D6A63BD7-B0E8-424C-9708-2A37D6EAD371}" destId="{8A7B652C-8D61-49EA-9FD1-30E894D6D597}" srcOrd="1" destOrd="0" presId="urn:microsoft.com/office/officeart/2005/8/layout/list1"/>
    <dgm:cxn modelId="{D7D1129D-18A7-4887-A3D3-E697B4A91F1E}" type="presParOf" srcId="{5A0E205E-E566-4729-A6B8-E3A6280A4229}" destId="{4B905DA8-EF58-434C-8429-03B2EEBC2AD8}" srcOrd="5" destOrd="0" presId="urn:microsoft.com/office/officeart/2005/8/layout/list1"/>
    <dgm:cxn modelId="{C4516695-BA1B-4154-8BBE-8DED7576063D}" type="presParOf" srcId="{5A0E205E-E566-4729-A6B8-E3A6280A4229}" destId="{2F3EF6E9-A310-4976-9C96-771098EBE1F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E5A3DFED-0EEC-4FE8-9E3B-0D5385D693A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1"/>
            </a:rPr>
            <a:t>Predicate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</a:p>
      </dgm:t>
    </dgm:pt>
    <dgm:pt modelId="{2550E2D9-D6C8-4FD7-AC64-67A1496E4595}" type="parTrans" cxnId="{AD8922FA-1F72-434D-83CF-7E65A66B549F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6FAF42D8-8E2F-497D-826C-E5C32F708048}" type="sibTrans" cxnId="{AD8922FA-1F72-434D-83CF-7E65A66B549F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388041BD-BD15-4D69-A8D6-12405A6CED3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2"/>
            </a:rPr>
            <a:t>Consumer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</a:p>
      </dgm:t>
    </dgm:pt>
    <dgm:pt modelId="{8ADA9478-A27F-40C3-8746-8757085F1562}" type="parTrans" cxnId="{EE09D03B-C47C-40AF-B5B6-72B27BB8A1C2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DAFDE363-9415-4507-B2B6-C8B1AD925864}" type="sibTrans" cxnId="{EE09D03B-C47C-40AF-B5B6-72B27BB8A1C2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B81C261A-B2D3-4176-BDBC-6507B31C185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3"/>
            </a:rPr>
            <a:t>Supplier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</a:p>
      </dgm:t>
    </dgm:pt>
    <dgm:pt modelId="{8E07D114-B555-410D-8AB0-43637851A367}" type="parTrans" cxnId="{8F8836DF-250D-4A80-ADF1-8BCBE478A607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D364E5D2-6492-4B11-AB99-29E4737034C4}" type="sibTrans" cxnId="{8F8836DF-250D-4A80-ADF1-8BCBE478A607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0E752F1A-03B3-4697-B4B2-3EFD272DF0C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4"/>
            </a:rPr>
            <a:t>Function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&lt;T,R&gt;</a:t>
          </a:r>
        </a:p>
      </dgm:t>
    </dgm:pt>
    <dgm:pt modelId="{57340660-79C6-4C1C-9707-24A313A511F4}" type="parTrans" cxnId="{790EA967-3E37-4A5C-BF1B-FBF0968C3DB1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9686C246-E7A0-4D9E-A5DD-42FCF8B96C7B}" type="sibTrans" cxnId="{790EA967-3E37-4A5C-BF1B-FBF0968C3DB1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36D5DB88-BCD4-40B9-81A3-A85CAF75852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 err="1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boolean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 test (T t)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 </a:t>
          </a:r>
          <a:r>
            <a:rPr lang="fr-FR" b="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Prend un paramètre de type t et retourne booléen</a:t>
          </a:r>
          <a:endParaRPr lang="en-CA" b="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6AC11F5A-CFCF-4BA7-B2DA-77F329466004}" type="parTrans" cxnId="{3A5E88D7-D500-4A3C-B70B-91017F0D5C2F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1093E9CC-974E-4016-9240-AD670F0B79A8}" type="sibTrans" cxnId="{3A5E88D7-D500-4A3C-B70B-91017F0D5C2F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43DCA5B8-A5FB-4093-8EF3-299E40753ED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void accept(T t)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fr-FR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Prend un paramètre de type t et retourne rien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60050444-4A36-4F3B-8663-4661E336C9FA}" type="parTrans" cxnId="{046B1373-B839-4CFF-AC85-8A21FBFC4378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47C1362E-12DE-49A3-8433-34826B990DDC}" type="sibTrans" cxnId="{046B1373-B839-4CFF-AC85-8A21FBFC4378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9B36E14F-3581-4015-93E5-8CAF05F5710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T get()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fr-FR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Ne prend aucun paramètre, et retourne un résultat de type T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A7D5A0D4-6CB6-4B22-8D2F-D770A19D9E70}" type="parTrans" cxnId="{5EA5A1D8-20FE-4682-B360-E4E542419870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4DA2ECB1-4EA9-4B2F-A29F-59D81694A1FD}" type="sibTrans" cxnId="{5EA5A1D8-20FE-4682-B360-E4E542419870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85896101-51BC-47D7-8CA1-B9AAE81978B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R apply(T t) </a:t>
          </a:r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fr-FR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Prend un paramètre de type T et retourne un de type R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08E4CB1A-EBBF-41C6-BFF3-BBD8ACC10E66}" type="parTrans" cxnId="{52B54E80-61AD-4428-BA90-82E9351A16BC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D28C8816-7AF7-40DD-B04D-D337905205DC}" type="sibTrans" cxnId="{52B54E80-61AD-4428-BA90-82E9351A16BC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7F2D28E4-22E0-4ED2-A3B7-5E9A75D0FDCE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Combiner avec: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D0F3FF15-216A-4BA2-84BD-3E6970451279}" type="parTrans" cxnId="{70A556B5-3706-485E-A5FE-6A4E7D58C6EC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F687C10E-378A-4D09-8AE7-22C343A1BC92}" type="sibTrans" cxnId="{70A556B5-3706-485E-A5FE-6A4E7D58C6EC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58C8AC81-F8B6-4D87-85DC-58BC18186432}">
      <dgm:prSet/>
      <dgm:spPr/>
      <dgm:t>
        <a:bodyPr/>
        <a:lstStyle/>
        <a:p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and(Predicate&lt;? super T&gt; other)</a:t>
          </a:r>
          <a:endParaRPr lang="en-CA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54C2797A-AED3-4D5E-B222-5CD4B4FC843C}" type="parTrans" cxnId="{E05EBF03-B3DB-451F-818E-71DD3AB99EB9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DEC51DF9-032B-4B29-84F6-0967C64769DD}" type="sibTrans" cxnId="{E05EBF03-B3DB-451F-818E-71DD3AB99EB9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B98D8644-8133-4BCC-BC14-3EC718A75139}">
      <dgm:prSet/>
      <dgm:spPr/>
      <dgm:t>
        <a:bodyPr/>
        <a:lstStyle/>
        <a:p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or(Predicate&lt;? super T&gt; other) </a:t>
          </a:r>
          <a:endParaRPr lang="en-CA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90308B37-ABC3-4DD4-BD66-89A6FDCF9AE6}" type="parTrans" cxnId="{F4FC01E2-CDF6-4309-9C8B-D3FE9FAB6C4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CE725820-D146-4BEA-9654-6D92214AED52}" type="sibTrans" cxnId="{F4FC01E2-CDF6-4309-9C8B-D3FE9FAB6C4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1986F57A-C0C4-4840-B838-201C4AC6E0D2}">
      <dgm:prSet/>
      <dgm:spPr/>
      <dgm:t>
        <a:bodyPr/>
        <a:lstStyle/>
        <a:p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negate()</a:t>
          </a:r>
        </a:p>
      </dgm:t>
    </dgm:pt>
    <dgm:pt modelId="{63FFF918-887F-45B6-A130-7D69D3DDF90A}" type="parTrans" cxnId="{04AC6D69-B5E8-4202-8D8A-87938CE777A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9E0DC4C4-513A-4F9A-8319-A266581CFF1F}" type="sibTrans" cxnId="{04AC6D69-B5E8-4202-8D8A-87938CE777A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8EDBD08C-A4CB-4B0D-9830-0D0AA84ED671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Combiner avec: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D47C25BD-7F6B-48B9-BA06-23F2A708C181}" type="parTrans" cxnId="{18A57D47-7816-4C6D-9C9B-3095174EE9E9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E1145A6E-E576-46B3-BAFD-AAB19DF2B135}" type="sibTrans" cxnId="{18A57D47-7816-4C6D-9C9B-3095174EE9E9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012B04FD-7E11-4AD1-A2AD-841293977181}">
      <dgm:prSet/>
      <dgm:spPr/>
      <dgm:t>
        <a:bodyPr/>
        <a:lstStyle/>
        <a:p>
          <a:r>
            <a:rPr lang="en-GB" dirty="0" err="1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andThen</a:t>
          </a:r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(Consumer&lt;? super T&gt; after)</a:t>
          </a:r>
          <a:endParaRPr lang="en-CA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70E5D751-5327-4052-A868-A734E0CB533C}" type="parTrans" cxnId="{1FF63E53-E8DD-4F4C-B30D-85E4EB9DD71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F803C408-1E8C-40F4-9AC6-B924AD61B32F}" type="sibTrans" cxnId="{1FF63E53-E8DD-4F4C-B30D-85E4EB9DD71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24F7F792-B31F-4BF7-8795-402D73D43B19}">
      <dgm:prSet/>
      <dgm:spPr/>
      <dgm:t>
        <a:bodyPr/>
        <a:lstStyle/>
        <a:p>
          <a:pPr>
            <a:lnSpc>
              <a:spcPct val="100000"/>
            </a:lnSpc>
          </a:pPr>
          <a:r>
            <a:rPr lang="fr-CA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Combiner avec: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2C394DE2-2DC6-489C-A857-2DB6E0F58610}" type="parTrans" cxnId="{3DC511B0-2574-404C-AC61-6B3C5A01D772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63D97BE6-1D05-47CC-87D3-9D4DFB3B7B35}" type="sibTrans" cxnId="{3DC511B0-2574-404C-AC61-6B3C5A01D772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596D6B1B-ABEE-4472-9B06-6097CB0996F6}">
      <dgm:prSet/>
      <dgm:spPr/>
      <dgm:t>
        <a:bodyPr/>
        <a:lstStyle/>
        <a:p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&lt;V&gt; Function&lt;T,V&gt; </a:t>
          </a:r>
          <a:r>
            <a:rPr lang="en-GB" dirty="0" err="1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andThen</a:t>
          </a:r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(Function&lt;? super R,? extends V&gt; after)</a:t>
          </a:r>
          <a:endParaRPr lang="en-CA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6C9C0408-CB9D-4877-8A7E-723A907F85AD}" type="parTrans" cxnId="{CD9616AB-5047-49DD-8951-CED416BABC2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84929015-E0F2-4F70-AF0E-39A9899B49EE}" type="sibTrans" cxnId="{CD9616AB-5047-49DD-8951-CED416BABC2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7497FFA5-3458-45D5-BA82-7FFD57FBB270}">
      <dgm:prSet/>
      <dgm:spPr/>
      <dgm:t>
        <a:bodyPr/>
        <a:lstStyle/>
        <a:p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&lt;V&gt; Function&lt;V,R&gt; compose(Function&lt;? super V,? extends T&gt; before)</a:t>
          </a:r>
        </a:p>
      </dgm:t>
    </dgm:pt>
    <dgm:pt modelId="{E3869D31-5767-4B04-8001-F943562631F6}" type="parTrans" cxnId="{C09EEA78-FF5B-4FE1-AEDB-89CBA24A2B88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057A09B6-40AD-47ED-AB79-8260C218A2FC}" type="sibTrans" cxnId="{C09EEA78-FF5B-4FE1-AEDB-89CBA24A2B88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395A4DAF-2635-42F6-87E7-FB129FFFA06D}">
      <dgm:prSet/>
      <dgm:spPr/>
      <dgm:t>
        <a:bodyPr/>
        <a:lstStyle/>
        <a:p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5"/>
            </a:rPr>
            <a:t>Comparator</a:t>
          </a:r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  <a:endParaRPr lang="en-CA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6AB4E4F6-59AA-4917-B95A-1A88605420DE}" type="parTrans" cxnId="{735E3879-5B91-4CA0-96D3-E653976836AF}">
      <dgm:prSet/>
      <dgm:spPr/>
      <dgm:t>
        <a:bodyPr/>
        <a:lstStyle/>
        <a:p>
          <a:endParaRPr lang="en-CA"/>
        </a:p>
      </dgm:t>
    </dgm:pt>
    <dgm:pt modelId="{BC38F6D8-D8D4-4CBC-9CFF-72B3133618A1}" type="sibTrans" cxnId="{735E3879-5B91-4CA0-96D3-E653976836AF}">
      <dgm:prSet/>
      <dgm:spPr/>
      <dgm:t>
        <a:bodyPr/>
        <a:lstStyle/>
        <a:p>
          <a:endParaRPr lang="en-CA"/>
        </a:p>
      </dgm:t>
    </dgm:pt>
    <dgm:pt modelId="{1AAE2308-93DA-47E7-A8AF-EC6B9658CBA8}">
      <dgm:prSet/>
      <dgm:spPr/>
      <dgm:t>
        <a:bodyPr/>
        <a:lstStyle/>
        <a:p>
          <a:r>
            <a:rPr lang="fr-FR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int compare(T o1, T o2) </a:t>
          </a:r>
          <a:r>
            <a:rPr lang="fr-FR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Compare 2 paramètres de type T et retourne un int 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A7F269FC-13EF-4853-BD37-30EE82CD72AF}" type="parTrans" cxnId="{F6E90906-CB59-440C-8BDD-2E7B05B9CD7E}">
      <dgm:prSet/>
      <dgm:spPr/>
      <dgm:t>
        <a:bodyPr/>
        <a:lstStyle/>
        <a:p>
          <a:endParaRPr lang="en-CA"/>
        </a:p>
      </dgm:t>
    </dgm:pt>
    <dgm:pt modelId="{68C04176-D727-4491-AEB7-0FBE044B7F9B}" type="sibTrans" cxnId="{F6E90906-CB59-440C-8BDD-2E7B05B9CD7E}">
      <dgm:prSet/>
      <dgm:spPr/>
      <dgm:t>
        <a:bodyPr/>
        <a:lstStyle/>
        <a:p>
          <a:endParaRPr lang="en-CA"/>
        </a:p>
      </dgm:t>
    </dgm:pt>
    <dgm:pt modelId="{502180B9-66A7-4B02-BFA0-FAD10A06F596}">
      <dgm:prSet/>
      <dgm:spPr/>
      <dgm:t>
        <a:bodyPr/>
        <a:lstStyle/>
        <a:p>
          <a:r>
            <a:rPr lang="en-CA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  <a:hlinkClick xmlns:r="http://schemas.openxmlformats.org/officeDocument/2006/relationships" r:id="rId6"/>
            </a:rPr>
            <a:t>EXTRA: </a:t>
          </a:r>
          <a:r>
            <a:rPr lang="en-CA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  <a:hlinkClick xmlns:r="http://schemas.openxmlformats.org/officeDocument/2006/relationships" r:id="rId6"/>
            </a:rPr>
            <a:t>Autres</a:t>
          </a:r>
          <a:endParaRPr lang="en-CA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163D77A1-4C1A-46FA-A299-ECAB4D287243}" type="parTrans" cxnId="{A31D9A15-5E87-4A3D-84CC-4F015F80A6C2}">
      <dgm:prSet/>
      <dgm:spPr/>
      <dgm:t>
        <a:bodyPr/>
        <a:lstStyle/>
        <a:p>
          <a:endParaRPr lang="en-CA"/>
        </a:p>
      </dgm:t>
    </dgm:pt>
    <dgm:pt modelId="{874F574A-4047-4D79-8255-227605476804}" type="sibTrans" cxnId="{A31D9A15-5E87-4A3D-84CC-4F015F80A6C2}">
      <dgm:prSet/>
      <dgm:spPr/>
      <dgm:t>
        <a:bodyPr/>
        <a:lstStyle/>
        <a:p>
          <a:endParaRPr lang="en-CA"/>
        </a:p>
      </dgm:t>
    </dgm:pt>
    <dgm:pt modelId="{5A0E205E-E566-4729-A6B8-E3A6280A4229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D162398E-84D0-4D45-9FFA-64DA7D36CECD}" type="pres">
      <dgm:prSet presAssocID="{E5A3DFED-0EEC-4FE8-9E3B-0D5385D693AF}" presName="parentLin" presStyleCnt="0"/>
      <dgm:spPr/>
    </dgm:pt>
    <dgm:pt modelId="{C9A0F1CF-B90C-4F58-84B7-06CE4EEC9362}" type="pres">
      <dgm:prSet presAssocID="{E5A3DFED-0EEC-4FE8-9E3B-0D5385D693AF}" presName="parentLeftMargin" presStyleLbl="node1" presStyleIdx="0" presStyleCnt="6"/>
      <dgm:spPr/>
    </dgm:pt>
    <dgm:pt modelId="{30B80439-D514-46E1-8664-B81B694580E6}" type="pres">
      <dgm:prSet presAssocID="{E5A3DFED-0EEC-4FE8-9E3B-0D5385D693A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07E320B-CF49-429E-8479-118BB8B41BAA}" type="pres">
      <dgm:prSet presAssocID="{E5A3DFED-0EEC-4FE8-9E3B-0D5385D693AF}" presName="negativeSpace" presStyleCnt="0"/>
      <dgm:spPr/>
    </dgm:pt>
    <dgm:pt modelId="{F9D04E44-BB68-4E00-A9A8-C7C4BE4EEC77}" type="pres">
      <dgm:prSet presAssocID="{E5A3DFED-0EEC-4FE8-9E3B-0D5385D693AF}" presName="childText" presStyleLbl="conFgAcc1" presStyleIdx="0" presStyleCnt="6">
        <dgm:presLayoutVars>
          <dgm:bulletEnabled val="1"/>
        </dgm:presLayoutVars>
      </dgm:prSet>
      <dgm:spPr/>
    </dgm:pt>
    <dgm:pt modelId="{92944AE3-A9C8-4FB6-9B07-3C3E70AE3FA8}" type="pres">
      <dgm:prSet presAssocID="{6FAF42D8-8E2F-497D-826C-E5C32F708048}" presName="spaceBetweenRectangles" presStyleCnt="0"/>
      <dgm:spPr/>
    </dgm:pt>
    <dgm:pt modelId="{0EC974C5-58AB-4F76-A62E-95D447BBB23A}" type="pres">
      <dgm:prSet presAssocID="{388041BD-BD15-4D69-A8D6-12405A6CED3A}" presName="parentLin" presStyleCnt="0"/>
      <dgm:spPr/>
    </dgm:pt>
    <dgm:pt modelId="{7118B886-28EB-49F2-A273-FAC64AE7B347}" type="pres">
      <dgm:prSet presAssocID="{388041BD-BD15-4D69-A8D6-12405A6CED3A}" presName="parentLeftMargin" presStyleLbl="node1" presStyleIdx="0" presStyleCnt="6"/>
      <dgm:spPr/>
    </dgm:pt>
    <dgm:pt modelId="{837E991B-CCF3-4750-A90E-54273ADEAFC7}" type="pres">
      <dgm:prSet presAssocID="{388041BD-BD15-4D69-A8D6-12405A6CED3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BFF65FE-3196-452A-881C-80262DD93817}" type="pres">
      <dgm:prSet presAssocID="{388041BD-BD15-4D69-A8D6-12405A6CED3A}" presName="negativeSpace" presStyleCnt="0"/>
      <dgm:spPr/>
    </dgm:pt>
    <dgm:pt modelId="{D0D94FB1-BE69-4777-B7F7-DE5A8666D056}" type="pres">
      <dgm:prSet presAssocID="{388041BD-BD15-4D69-A8D6-12405A6CED3A}" presName="childText" presStyleLbl="conFgAcc1" presStyleIdx="1" presStyleCnt="6">
        <dgm:presLayoutVars>
          <dgm:bulletEnabled val="1"/>
        </dgm:presLayoutVars>
      </dgm:prSet>
      <dgm:spPr/>
    </dgm:pt>
    <dgm:pt modelId="{33AA2AC4-A9CA-4E16-9057-A1B3D405D101}" type="pres">
      <dgm:prSet presAssocID="{DAFDE363-9415-4507-B2B6-C8B1AD925864}" presName="spaceBetweenRectangles" presStyleCnt="0"/>
      <dgm:spPr/>
    </dgm:pt>
    <dgm:pt modelId="{72AA93F2-CDF2-40C4-A5D2-A5D39ECEC015}" type="pres">
      <dgm:prSet presAssocID="{B81C261A-B2D3-4176-BDBC-6507B31C1858}" presName="parentLin" presStyleCnt="0"/>
      <dgm:spPr/>
    </dgm:pt>
    <dgm:pt modelId="{772380EF-1A1E-4B3E-BAE6-5F1DA57C7FA8}" type="pres">
      <dgm:prSet presAssocID="{B81C261A-B2D3-4176-BDBC-6507B31C1858}" presName="parentLeftMargin" presStyleLbl="node1" presStyleIdx="1" presStyleCnt="6"/>
      <dgm:spPr/>
    </dgm:pt>
    <dgm:pt modelId="{CE52EF1A-4F3A-4B45-A32B-B297E431022B}" type="pres">
      <dgm:prSet presAssocID="{B81C261A-B2D3-4176-BDBC-6507B31C185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E706A0C-DB0B-4334-AC9F-395DC3BF62E7}" type="pres">
      <dgm:prSet presAssocID="{B81C261A-B2D3-4176-BDBC-6507B31C1858}" presName="negativeSpace" presStyleCnt="0"/>
      <dgm:spPr/>
    </dgm:pt>
    <dgm:pt modelId="{928CF5A6-D55D-4E3A-904B-46FF0FDD7C98}" type="pres">
      <dgm:prSet presAssocID="{B81C261A-B2D3-4176-BDBC-6507B31C1858}" presName="childText" presStyleLbl="conFgAcc1" presStyleIdx="2" presStyleCnt="6">
        <dgm:presLayoutVars>
          <dgm:bulletEnabled val="1"/>
        </dgm:presLayoutVars>
      </dgm:prSet>
      <dgm:spPr/>
    </dgm:pt>
    <dgm:pt modelId="{1284BD50-1238-495C-B0C5-13DD3751455D}" type="pres">
      <dgm:prSet presAssocID="{D364E5D2-6492-4B11-AB99-29E4737034C4}" presName="spaceBetweenRectangles" presStyleCnt="0"/>
      <dgm:spPr/>
    </dgm:pt>
    <dgm:pt modelId="{EAAAEAC2-90F7-4E0C-A8F4-CB7601F7EFF9}" type="pres">
      <dgm:prSet presAssocID="{0E752F1A-03B3-4697-B4B2-3EFD272DF0C0}" presName="parentLin" presStyleCnt="0"/>
      <dgm:spPr/>
    </dgm:pt>
    <dgm:pt modelId="{B0443146-BA53-43E5-949D-0D4A7AD57A27}" type="pres">
      <dgm:prSet presAssocID="{0E752F1A-03B3-4697-B4B2-3EFD272DF0C0}" presName="parentLeftMargin" presStyleLbl="node1" presStyleIdx="2" presStyleCnt="6"/>
      <dgm:spPr/>
    </dgm:pt>
    <dgm:pt modelId="{D2BA9F3D-89D3-4E03-94D0-7EAF2CCC7C8B}" type="pres">
      <dgm:prSet presAssocID="{0E752F1A-03B3-4697-B4B2-3EFD272DF0C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C7FF2F5-E70C-4793-80E0-1E7A7539A09D}" type="pres">
      <dgm:prSet presAssocID="{0E752F1A-03B3-4697-B4B2-3EFD272DF0C0}" presName="negativeSpace" presStyleCnt="0"/>
      <dgm:spPr/>
    </dgm:pt>
    <dgm:pt modelId="{F8832E9C-71D1-4135-A44A-2C1D38A39A1E}" type="pres">
      <dgm:prSet presAssocID="{0E752F1A-03B3-4697-B4B2-3EFD272DF0C0}" presName="childText" presStyleLbl="conFgAcc1" presStyleIdx="3" presStyleCnt="6">
        <dgm:presLayoutVars>
          <dgm:bulletEnabled val="1"/>
        </dgm:presLayoutVars>
      </dgm:prSet>
      <dgm:spPr/>
    </dgm:pt>
    <dgm:pt modelId="{9B9B0E51-39C6-4621-984C-C81F76C0586E}" type="pres">
      <dgm:prSet presAssocID="{9686C246-E7A0-4D9E-A5DD-42FCF8B96C7B}" presName="spaceBetweenRectangles" presStyleCnt="0"/>
      <dgm:spPr/>
    </dgm:pt>
    <dgm:pt modelId="{A9906D6A-F8E5-4555-BE5C-BD03A448C907}" type="pres">
      <dgm:prSet presAssocID="{395A4DAF-2635-42F6-87E7-FB129FFFA06D}" presName="parentLin" presStyleCnt="0"/>
      <dgm:spPr/>
    </dgm:pt>
    <dgm:pt modelId="{FC464716-F0DB-4838-A247-9C99CFA211AF}" type="pres">
      <dgm:prSet presAssocID="{395A4DAF-2635-42F6-87E7-FB129FFFA06D}" presName="parentLeftMargin" presStyleLbl="node1" presStyleIdx="3" presStyleCnt="6"/>
      <dgm:spPr/>
    </dgm:pt>
    <dgm:pt modelId="{E2AF3AA9-8CA6-48FF-94E1-B2D244AEA570}" type="pres">
      <dgm:prSet presAssocID="{395A4DAF-2635-42F6-87E7-FB129FFFA06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6FE3A73-A983-408B-9319-188A5CE28DA0}" type="pres">
      <dgm:prSet presAssocID="{395A4DAF-2635-42F6-87E7-FB129FFFA06D}" presName="negativeSpace" presStyleCnt="0"/>
      <dgm:spPr/>
    </dgm:pt>
    <dgm:pt modelId="{A1AC5334-4E03-448C-B815-5D6A3FB53DD1}" type="pres">
      <dgm:prSet presAssocID="{395A4DAF-2635-42F6-87E7-FB129FFFA06D}" presName="childText" presStyleLbl="conFgAcc1" presStyleIdx="4" presStyleCnt="6">
        <dgm:presLayoutVars>
          <dgm:bulletEnabled val="1"/>
        </dgm:presLayoutVars>
      </dgm:prSet>
      <dgm:spPr/>
    </dgm:pt>
    <dgm:pt modelId="{5A07792C-D1E9-4217-8C3B-124C85C6EE53}" type="pres">
      <dgm:prSet presAssocID="{BC38F6D8-D8D4-4CBC-9CFF-72B3133618A1}" presName="spaceBetweenRectangles" presStyleCnt="0"/>
      <dgm:spPr/>
    </dgm:pt>
    <dgm:pt modelId="{CC195B5D-D55E-4D91-AAEC-BF56E5B7EEB5}" type="pres">
      <dgm:prSet presAssocID="{502180B9-66A7-4B02-BFA0-FAD10A06F596}" presName="parentLin" presStyleCnt="0"/>
      <dgm:spPr/>
    </dgm:pt>
    <dgm:pt modelId="{698D4495-7C2E-44C0-88CA-F1CECF9D9B47}" type="pres">
      <dgm:prSet presAssocID="{502180B9-66A7-4B02-BFA0-FAD10A06F596}" presName="parentLeftMargin" presStyleLbl="node1" presStyleIdx="4" presStyleCnt="6"/>
      <dgm:spPr/>
    </dgm:pt>
    <dgm:pt modelId="{2EBA9D9B-1B7A-4603-985B-322DFD09937B}" type="pres">
      <dgm:prSet presAssocID="{502180B9-66A7-4B02-BFA0-FAD10A06F596}" presName="parentText" presStyleLbl="node1" presStyleIdx="5" presStyleCnt="6" custLinFactNeighborY="22698">
        <dgm:presLayoutVars>
          <dgm:chMax val="0"/>
          <dgm:bulletEnabled val="1"/>
        </dgm:presLayoutVars>
      </dgm:prSet>
      <dgm:spPr/>
    </dgm:pt>
    <dgm:pt modelId="{B3078C4F-FB28-4D14-990F-D21BC5A3B675}" type="pres">
      <dgm:prSet presAssocID="{502180B9-66A7-4B02-BFA0-FAD10A06F596}" presName="negativeSpace" presStyleCnt="0"/>
      <dgm:spPr/>
    </dgm:pt>
    <dgm:pt modelId="{40E2739C-C721-470A-8EC1-B21FC2E632FC}" type="pres">
      <dgm:prSet presAssocID="{502180B9-66A7-4B02-BFA0-FAD10A06F596}" presName="childText" presStyleLbl="conFgAcc1" presStyleIdx="5" presStyleCnt="6" custLinFactNeighborY="87331">
        <dgm:presLayoutVars>
          <dgm:bulletEnabled val="1"/>
        </dgm:presLayoutVars>
      </dgm:prSet>
      <dgm:spPr>
        <a:noFill/>
        <a:ln>
          <a:noFill/>
        </a:ln>
      </dgm:spPr>
    </dgm:pt>
  </dgm:ptLst>
  <dgm:cxnLst>
    <dgm:cxn modelId="{E05EBF03-B3DB-451F-818E-71DD3AB99EB9}" srcId="{7F2D28E4-22E0-4ED2-A3B7-5E9A75D0FDCE}" destId="{58C8AC81-F8B6-4D87-85DC-58BC18186432}" srcOrd="0" destOrd="0" parTransId="{54C2797A-AED3-4D5E-B222-5CD4B4FC843C}" sibTransId="{DEC51DF9-032B-4B29-84F6-0967C64769DD}"/>
    <dgm:cxn modelId="{F6E90906-CB59-440C-8BDD-2E7B05B9CD7E}" srcId="{395A4DAF-2635-42F6-87E7-FB129FFFA06D}" destId="{1AAE2308-93DA-47E7-A8AF-EC6B9658CBA8}" srcOrd="0" destOrd="0" parTransId="{A7F269FC-13EF-4853-BD37-30EE82CD72AF}" sibTransId="{68C04176-D727-4491-AEB7-0FBE044B7F9B}"/>
    <dgm:cxn modelId="{C4C8270E-E4BC-4DCA-98A6-F7A098460D6F}" type="presOf" srcId="{1AAE2308-93DA-47E7-A8AF-EC6B9658CBA8}" destId="{A1AC5334-4E03-448C-B815-5D6A3FB53DD1}" srcOrd="0" destOrd="0" presId="urn:microsoft.com/office/officeart/2005/8/layout/list1"/>
    <dgm:cxn modelId="{4333EE13-21CF-4B9D-8297-8C09C8823E0C}" type="presOf" srcId="{9B36E14F-3581-4015-93E5-8CAF05F5710A}" destId="{928CF5A6-D55D-4E3A-904B-46FF0FDD7C98}" srcOrd="0" destOrd="0" presId="urn:microsoft.com/office/officeart/2005/8/layout/list1"/>
    <dgm:cxn modelId="{A31D9A15-5E87-4A3D-84CC-4F015F80A6C2}" srcId="{1B65AE10-3B8B-49C9-8D82-2A7340373EB3}" destId="{502180B9-66A7-4B02-BFA0-FAD10A06F596}" srcOrd="5" destOrd="0" parTransId="{163D77A1-4C1A-46FA-A299-ECAB4D287243}" sibTransId="{874F574A-4047-4D79-8255-227605476804}"/>
    <dgm:cxn modelId="{8C652D16-B0F1-4C81-80CD-9E70BF19F637}" type="presOf" srcId="{85896101-51BC-47D7-8CA1-B9AAE81978B9}" destId="{F8832E9C-71D1-4135-A44A-2C1D38A39A1E}" srcOrd="0" destOrd="0" presId="urn:microsoft.com/office/officeart/2005/8/layout/list1"/>
    <dgm:cxn modelId="{0B236324-B0A1-4498-81F8-4D3C8B0E1861}" type="presOf" srcId="{B98D8644-8133-4BCC-BC14-3EC718A75139}" destId="{F9D04E44-BB68-4E00-A9A8-C7C4BE4EEC77}" srcOrd="0" destOrd="3" presId="urn:microsoft.com/office/officeart/2005/8/layout/list1"/>
    <dgm:cxn modelId="{85566733-4AFA-48AE-ADD6-884CF6C43151}" type="presOf" srcId="{7F2D28E4-22E0-4ED2-A3B7-5E9A75D0FDCE}" destId="{F9D04E44-BB68-4E00-A9A8-C7C4BE4EEC77}" srcOrd="0" destOrd="1" presId="urn:microsoft.com/office/officeart/2005/8/layout/list1"/>
    <dgm:cxn modelId="{EE09D03B-C47C-40AF-B5B6-72B27BB8A1C2}" srcId="{1B65AE10-3B8B-49C9-8D82-2A7340373EB3}" destId="{388041BD-BD15-4D69-A8D6-12405A6CED3A}" srcOrd="1" destOrd="0" parTransId="{8ADA9478-A27F-40C3-8746-8757085F1562}" sibTransId="{DAFDE363-9415-4507-B2B6-C8B1AD925864}"/>
    <dgm:cxn modelId="{D1B6183D-7D85-400A-915C-108A1A10F581}" type="presOf" srcId="{388041BD-BD15-4D69-A8D6-12405A6CED3A}" destId="{837E991B-CCF3-4750-A90E-54273ADEAFC7}" srcOrd="1" destOrd="0" presId="urn:microsoft.com/office/officeart/2005/8/layout/list1"/>
    <dgm:cxn modelId="{ADB38D5C-F914-40DF-ADD1-5D9DB9F2B8B8}" type="presOf" srcId="{8EDBD08C-A4CB-4B0D-9830-0D0AA84ED671}" destId="{D0D94FB1-BE69-4777-B7F7-DE5A8666D056}" srcOrd="0" destOrd="1" presId="urn:microsoft.com/office/officeart/2005/8/layout/list1"/>
    <dgm:cxn modelId="{C6BF935C-F1D9-4072-8072-FFC7D306374E}" type="presOf" srcId="{395A4DAF-2635-42F6-87E7-FB129FFFA06D}" destId="{E2AF3AA9-8CA6-48FF-94E1-B2D244AEA570}" srcOrd="1" destOrd="0" presId="urn:microsoft.com/office/officeart/2005/8/layout/list1"/>
    <dgm:cxn modelId="{0C87DF61-A2C7-49C2-90DD-7FCCCC9EA4DB}" type="presOf" srcId="{36D5DB88-BCD4-40B9-81A3-A85CAF758521}" destId="{F9D04E44-BB68-4E00-A9A8-C7C4BE4EEC77}" srcOrd="0" destOrd="0" presId="urn:microsoft.com/office/officeart/2005/8/layout/list1"/>
    <dgm:cxn modelId="{C4C11E43-133F-4E19-AF92-52598E96A508}" type="presOf" srcId="{43DCA5B8-A5FB-4093-8EF3-299E40753EDA}" destId="{D0D94FB1-BE69-4777-B7F7-DE5A8666D056}" srcOrd="0" destOrd="0" presId="urn:microsoft.com/office/officeart/2005/8/layout/list1"/>
    <dgm:cxn modelId="{F04A3C64-A146-4701-A212-40B6478F10E5}" type="presOf" srcId="{7497FFA5-3458-45D5-BA82-7FFD57FBB270}" destId="{F8832E9C-71D1-4135-A44A-2C1D38A39A1E}" srcOrd="0" destOrd="3" presId="urn:microsoft.com/office/officeart/2005/8/layout/list1"/>
    <dgm:cxn modelId="{18A57D47-7816-4C6D-9C9B-3095174EE9E9}" srcId="{388041BD-BD15-4D69-A8D6-12405A6CED3A}" destId="{8EDBD08C-A4CB-4B0D-9830-0D0AA84ED671}" srcOrd="1" destOrd="0" parTransId="{D47C25BD-7F6B-48B9-BA06-23F2A708C181}" sibTransId="{E1145A6E-E576-46B3-BAFD-AAB19DF2B135}"/>
    <dgm:cxn modelId="{790EA967-3E37-4A5C-BF1B-FBF0968C3DB1}" srcId="{1B65AE10-3B8B-49C9-8D82-2A7340373EB3}" destId="{0E752F1A-03B3-4697-B4B2-3EFD272DF0C0}" srcOrd="3" destOrd="0" parTransId="{57340660-79C6-4C1C-9707-24A313A511F4}" sibTransId="{9686C246-E7A0-4D9E-A5DD-42FCF8B96C7B}"/>
    <dgm:cxn modelId="{04AC6D69-B5E8-4202-8D8A-87938CE777AE}" srcId="{7F2D28E4-22E0-4ED2-A3B7-5E9A75D0FDCE}" destId="{1986F57A-C0C4-4840-B838-201C4AC6E0D2}" srcOrd="2" destOrd="0" parTransId="{63FFF918-887F-45B6-A130-7D69D3DDF90A}" sibTransId="{9E0DC4C4-513A-4F9A-8319-A266581CFF1F}"/>
    <dgm:cxn modelId="{603F5A6A-A2EB-42B1-906E-2596407C6F7B}" type="presOf" srcId="{B81C261A-B2D3-4176-BDBC-6507B31C1858}" destId="{CE52EF1A-4F3A-4B45-A32B-B297E431022B}" srcOrd="1" destOrd="0" presId="urn:microsoft.com/office/officeart/2005/8/layout/list1"/>
    <dgm:cxn modelId="{046B1373-B839-4CFF-AC85-8A21FBFC4378}" srcId="{388041BD-BD15-4D69-A8D6-12405A6CED3A}" destId="{43DCA5B8-A5FB-4093-8EF3-299E40753EDA}" srcOrd="0" destOrd="0" parTransId="{60050444-4A36-4F3B-8663-4661E336C9FA}" sibTransId="{47C1362E-12DE-49A3-8433-34826B990DDC}"/>
    <dgm:cxn modelId="{1FF63E53-E8DD-4F4C-B30D-85E4EB9DD71E}" srcId="{8EDBD08C-A4CB-4B0D-9830-0D0AA84ED671}" destId="{012B04FD-7E11-4AD1-A2AD-841293977181}" srcOrd="0" destOrd="0" parTransId="{70E5D751-5327-4052-A868-A734E0CB533C}" sibTransId="{F803C408-1E8C-40F4-9AC6-B924AD61B32F}"/>
    <dgm:cxn modelId="{B4288358-CF30-468F-B71C-EA525DC83DFB}" type="presOf" srcId="{24F7F792-B31F-4BF7-8795-402D73D43B19}" destId="{F8832E9C-71D1-4135-A44A-2C1D38A39A1E}" srcOrd="0" destOrd="1" presId="urn:microsoft.com/office/officeart/2005/8/layout/list1"/>
    <dgm:cxn modelId="{C09EEA78-FF5B-4FE1-AEDB-89CBA24A2B88}" srcId="{24F7F792-B31F-4BF7-8795-402D73D43B19}" destId="{7497FFA5-3458-45D5-BA82-7FFD57FBB270}" srcOrd="1" destOrd="0" parTransId="{E3869D31-5767-4B04-8001-F943562631F6}" sibTransId="{057A09B6-40AD-47ED-AB79-8260C218A2FC}"/>
    <dgm:cxn modelId="{735E3879-5B91-4CA0-96D3-E653976836AF}" srcId="{1B65AE10-3B8B-49C9-8D82-2A7340373EB3}" destId="{395A4DAF-2635-42F6-87E7-FB129FFFA06D}" srcOrd="4" destOrd="0" parTransId="{6AB4E4F6-59AA-4917-B95A-1A88605420DE}" sibTransId="{BC38F6D8-D8D4-4CBC-9CFF-72B3133618A1}"/>
    <dgm:cxn modelId="{52B54E80-61AD-4428-BA90-82E9351A16BC}" srcId="{0E752F1A-03B3-4697-B4B2-3EFD272DF0C0}" destId="{85896101-51BC-47D7-8CA1-B9AAE81978B9}" srcOrd="0" destOrd="0" parTransId="{08E4CB1A-EBBF-41C6-BFF3-BBD8ACC10E66}" sibTransId="{D28C8816-7AF7-40DD-B04D-D337905205DC}"/>
    <dgm:cxn modelId="{CB85B187-62D2-4DDC-8BC8-905704590B8A}" type="presOf" srcId="{1B65AE10-3B8B-49C9-8D82-2A7340373EB3}" destId="{5A0E205E-E566-4729-A6B8-E3A6280A4229}" srcOrd="0" destOrd="0" presId="urn:microsoft.com/office/officeart/2005/8/layout/list1"/>
    <dgm:cxn modelId="{047F2BA3-2372-4B04-BD53-1E86FF211AE6}" type="presOf" srcId="{E5A3DFED-0EEC-4FE8-9E3B-0D5385D693AF}" destId="{C9A0F1CF-B90C-4F58-84B7-06CE4EEC9362}" srcOrd="0" destOrd="0" presId="urn:microsoft.com/office/officeart/2005/8/layout/list1"/>
    <dgm:cxn modelId="{4CA4AFA3-859C-4B05-9836-52F655662158}" type="presOf" srcId="{395A4DAF-2635-42F6-87E7-FB129FFFA06D}" destId="{FC464716-F0DB-4838-A247-9C99CFA211AF}" srcOrd="0" destOrd="0" presId="urn:microsoft.com/office/officeart/2005/8/layout/list1"/>
    <dgm:cxn modelId="{45ABAAA7-018F-4150-BF1B-B36992D5EE00}" type="presOf" srcId="{012B04FD-7E11-4AD1-A2AD-841293977181}" destId="{D0D94FB1-BE69-4777-B7F7-DE5A8666D056}" srcOrd="0" destOrd="2" presId="urn:microsoft.com/office/officeart/2005/8/layout/list1"/>
    <dgm:cxn modelId="{CD9616AB-5047-49DD-8951-CED416BABC2E}" srcId="{24F7F792-B31F-4BF7-8795-402D73D43B19}" destId="{596D6B1B-ABEE-4472-9B06-6097CB0996F6}" srcOrd="0" destOrd="0" parTransId="{6C9C0408-CB9D-4877-8A7E-723A907F85AD}" sibTransId="{84929015-E0F2-4F70-AF0E-39A9899B49EE}"/>
    <dgm:cxn modelId="{3DC511B0-2574-404C-AC61-6B3C5A01D772}" srcId="{0E752F1A-03B3-4697-B4B2-3EFD272DF0C0}" destId="{24F7F792-B31F-4BF7-8795-402D73D43B19}" srcOrd="1" destOrd="0" parTransId="{2C394DE2-2DC6-489C-A857-2DB6E0F58610}" sibTransId="{63D97BE6-1D05-47CC-87D3-9D4DFB3B7B35}"/>
    <dgm:cxn modelId="{75A41AB2-BE15-4E40-B884-3E8619664B96}" type="presOf" srcId="{388041BD-BD15-4D69-A8D6-12405A6CED3A}" destId="{7118B886-28EB-49F2-A273-FAC64AE7B347}" srcOrd="0" destOrd="0" presId="urn:microsoft.com/office/officeart/2005/8/layout/list1"/>
    <dgm:cxn modelId="{4A1EB4B2-D7B0-4D73-83CA-D32B6BC29BC2}" type="presOf" srcId="{596D6B1B-ABEE-4472-9B06-6097CB0996F6}" destId="{F8832E9C-71D1-4135-A44A-2C1D38A39A1E}" srcOrd="0" destOrd="2" presId="urn:microsoft.com/office/officeart/2005/8/layout/list1"/>
    <dgm:cxn modelId="{70A556B5-3706-485E-A5FE-6A4E7D58C6EC}" srcId="{E5A3DFED-0EEC-4FE8-9E3B-0D5385D693AF}" destId="{7F2D28E4-22E0-4ED2-A3B7-5E9A75D0FDCE}" srcOrd="1" destOrd="0" parTransId="{D0F3FF15-216A-4BA2-84BD-3E6970451279}" sibTransId="{F687C10E-378A-4D09-8AE7-22C343A1BC92}"/>
    <dgm:cxn modelId="{8BD1DFBD-539D-42D4-97CC-EB36A4941965}" type="presOf" srcId="{B81C261A-B2D3-4176-BDBC-6507B31C1858}" destId="{772380EF-1A1E-4B3E-BAE6-5F1DA57C7FA8}" srcOrd="0" destOrd="0" presId="urn:microsoft.com/office/officeart/2005/8/layout/list1"/>
    <dgm:cxn modelId="{F3622ED0-7564-4844-A3C4-3CF91F3A98ED}" type="presOf" srcId="{502180B9-66A7-4B02-BFA0-FAD10A06F596}" destId="{2EBA9D9B-1B7A-4603-985B-322DFD09937B}" srcOrd="1" destOrd="0" presId="urn:microsoft.com/office/officeart/2005/8/layout/list1"/>
    <dgm:cxn modelId="{166709D4-9616-428B-AACD-989B684AAD86}" type="presOf" srcId="{E5A3DFED-0EEC-4FE8-9E3B-0D5385D693AF}" destId="{30B80439-D514-46E1-8664-B81B694580E6}" srcOrd="1" destOrd="0" presId="urn:microsoft.com/office/officeart/2005/8/layout/list1"/>
    <dgm:cxn modelId="{3A5E88D7-D500-4A3C-B70B-91017F0D5C2F}" srcId="{E5A3DFED-0EEC-4FE8-9E3B-0D5385D693AF}" destId="{36D5DB88-BCD4-40B9-81A3-A85CAF758521}" srcOrd="0" destOrd="0" parTransId="{6AC11F5A-CFCF-4BA7-B2DA-77F329466004}" sibTransId="{1093E9CC-974E-4016-9240-AD670F0B79A8}"/>
    <dgm:cxn modelId="{5EA5A1D8-20FE-4682-B360-E4E542419870}" srcId="{B81C261A-B2D3-4176-BDBC-6507B31C1858}" destId="{9B36E14F-3581-4015-93E5-8CAF05F5710A}" srcOrd="0" destOrd="0" parTransId="{A7D5A0D4-6CB6-4B22-8D2F-D770A19D9E70}" sibTransId="{4DA2ECB1-4EA9-4B2F-A29F-59D81694A1FD}"/>
    <dgm:cxn modelId="{0874CCDC-44A8-4694-97FD-559DF1558745}" type="presOf" srcId="{58C8AC81-F8B6-4D87-85DC-58BC18186432}" destId="{F9D04E44-BB68-4E00-A9A8-C7C4BE4EEC77}" srcOrd="0" destOrd="2" presId="urn:microsoft.com/office/officeart/2005/8/layout/list1"/>
    <dgm:cxn modelId="{8F8836DF-250D-4A80-ADF1-8BCBE478A607}" srcId="{1B65AE10-3B8B-49C9-8D82-2A7340373EB3}" destId="{B81C261A-B2D3-4176-BDBC-6507B31C1858}" srcOrd="2" destOrd="0" parTransId="{8E07D114-B555-410D-8AB0-43637851A367}" sibTransId="{D364E5D2-6492-4B11-AB99-29E4737034C4}"/>
    <dgm:cxn modelId="{B989E4DF-17BE-4D80-9920-B956D184AB2F}" type="presOf" srcId="{0E752F1A-03B3-4697-B4B2-3EFD272DF0C0}" destId="{D2BA9F3D-89D3-4E03-94D0-7EAF2CCC7C8B}" srcOrd="1" destOrd="0" presId="urn:microsoft.com/office/officeart/2005/8/layout/list1"/>
    <dgm:cxn modelId="{087803E1-7FB9-4918-AE8A-DE64BBF82319}" type="presOf" srcId="{0E752F1A-03B3-4697-B4B2-3EFD272DF0C0}" destId="{B0443146-BA53-43E5-949D-0D4A7AD57A27}" srcOrd="0" destOrd="0" presId="urn:microsoft.com/office/officeart/2005/8/layout/list1"/>
    <dgm:cxn modelId="{F4FC01E2-CDF6-4309-9C8B-D3FE9FAB6C4E}" srcId="{7F2D28E4-22E0-4ED2-A3B7-5E9A75D0FDCE}" destId="{B98D8644-8133-4BCC-BC14-3EC718A75139}" srcOrd="1" destOrd="0" parTransId="{90308B37-ABC3-4DD4-BD66-89A6FDCF9AE6}" sibTransId="{CE725820-D146-4BEA-9654-6D92214AED52}"/>
    <dgm:cxn modelId="{33E4FEF4-FB36-492F-A511-25C4DBD34571}" type="presOf" srcId="{502180B9-66A7-4B02-BFA0-FAD10A06F596}" destId="{698D4495-7C2E-44C0-88CA-F1CECF9D9B47}" srcOrd="0" destOrd="0" presId="urn:microsoft.com/office/officeart/2005/8/layout/list1"/>
    <dgm:cxn modelId="{AD8922FA-1F72-434D-83CF-7E65A66B549F}" srcId="{1B65AE10-3B8B-49C9-8D82-2A7340373EB3}" destId="{E5A3DFED-0EEC-4FE8-9E3B-0D5385D693AF}" srcOrd="0" destOrd="0" parTransId="{2550E2D9-D6C8-4FD7-AC64-67A1496E4595}" sibTransId="{6FAF42D8-8E2F-497D-826C-E5C32F708048}"/>
    <dgm:cxn modelId="{9E3E8DFA-5817-4D49-B97D-A15D98B77397}" type="presOf" srcId="{1986F57A-C0C4-4840-B838-201C4AC6E0D2}" destId="{F9D04E44-BB68-4E00-A9A8-C7C4BE4EEC77}" srcOrd="0" destOrd="4" presId="urn:microsoft.com/office/officeart/2005/8/layout/list1"/>
    <dgm:cxn modelId="{7B79273D-2B0B-46D2-A6CA-8741D3BACFC4}" type="presParOf" srcId="{5A0E205E-E566-4729-A6B8-E3A6280A4229}" destId="{D162398E-84D0-4D45-9FFA-64DA7D36CECD}" srcOrd="0" destOrd="0" presId="urn:microsoft.com/office/officeart/2005/8/layout/list1"/>
    <dgm:cxn modelId="{8AC59375-C35D-4B45-9329-DC34A260BB9C}" type="presParOf" srcId="{D162398E-84D0-4D45-9FFA-64DA7D36CECD}" destId="{C9A0F1CF-B90C-4F58-84B7-06CE4EEC9362}" srcOrd="0" destOrd="0" presId="urn:microsoft.com/office/officeart/2005/8/layout/list1"/>
    <dgm:cxn modelId="{EA37C738-8AEA-4417-AD72-55C18AEDD0BC}" type="presParOf" srcId="{D162398E-84D0-4D45-9FFA-64DA7D36CECD}" destId="{30B80439-D514-46E1-8664-B81B694580E6}" srcOrd="1" destOrd="0" presId="urn:microsoft.com/office/officeart/2005/8/layout/list1"/>
    <dgm:cxn modelId="{FBB8D999-E0BA-4162-9E50-EACCB5285286}" type="presParOf" srcId="{5A0E205E-E566-4729-A6B8-E3A6280A4229}" destId="{107E320B-CF49-429E-8479-118BB8B41BAA}" srcOrd="1" destOrd="0" presId="urn:microsoft.com/office/officeart/2005/8/layout/list1"/>
    <dgm:cxn modelId="{6F7A290F-8C1D-4709-9EAB-25022E4D4B75}" type="presParOf" srcId="{5A0E205E-E566-4729-A6B8-E3A6280A4229}" destId="{F9D04E44-BB68-4E00-A9A8-C7C4BE4EEC77}" srcOrd="2" destOrd="0" presId="urn:microsoft.com/office/officeart/2005/8/layout/list1"/>
    <dgm:cxn modelId="{866C5BA4-397F-4C73-AE88-7F16C0CB02B9}" type="presParOf" srcId="{5A0E205E-E566-4729-A6B8-E3A6280A4229}" destId="{92944AE3-A9C8-4FB6-9B07-3C3E70AE3FA8}" srcOrd="3" destOrd="0" presId="urn:microsoft.com/office/officeart/2005/8/layout/list1"/>
    <dgm:cxn modelId="{8B33DAEF-7B80-4319-A81E-8855A0C8EB80}" type="presParOf" srcId="{5A0E205E-E566-4729-A6B8-E3A6280A4229}" destId="{0EC974C5-58AB-4F76-A62E-95D447BBB23A}" srcOrd="4" destOrd="0" presId="urn:microsoft.com/office/officeart/2005/8/layout/list1"/>
    <dgm:cxn modelId="{F9E94C46-1F3C-4D52-A7EE-F38F5975C926}" type="presParOf" srcId="{0EC974C5-58AB-4F76-A62E-95D447BBB23A}" destId="{7118B886-28EB-49F2-A273-FAC64AE7B347}" srcOrd="0" destOrd="0" presId="urn:microsoft.com/office/officeart/2005/8/layout/list1"/>
    <dgm:cxn modelId="{8B602766-7BBB-4015-855C-349E7C4A2A5F}" type="presParOf" srcId="{0EC974C5-58AB-4F76-A62E-95D447BBB23A}" destId="{837E991B-CCF3-4750-A90E-54273ADEAFC7}" srcOrd="1" destOrd="0" presId="urn:microsoft.com/office/officeart/2005/8/layout/list1"/>
    <dgm:cxn modelId="{10E4C61D-609C-4585-9548-9C0020A26C3F}" type="presParOf" srcId="{5A0E205E-E566-4729-A6B8-E3A6280A4229}" destId="{6BFF65FE-3196-452A-881C-80262DD93817}" srcOrd="5" destOrd="0" presId="urn:microsoft.com/office/officeart/2005/8/layout/list1"/>
    <dgm:cxn modelId="{B7C6F01B-48A6-471A-8BEE-A5699D565AF0}" type="presParOf" srcId="{5A0E205E-E566-4729-A6B8-E3A6280A4229}" destId="{D0D94FB1-BE69-4777-B7F7-DE5A8666D056}" srcOrd="6" destOrd="0" presId="urn:microsoft.com/office/officeart/2005/8/layout/list1"/>
    <dgm:cxn modelId="{4968A3CB-9A77-4BA6-BB67-4B91943DF1DC}" type="presParOf" srcId="{5A0E205E-E566-4729-A6B8-E3A6280A4229}" destId="{33AA2AC4-A9CA-4E16-9057-A1B3D405D101}" srcOrd="7" destOrd="0" presId="urn:microsoft.com/office/officeart/2005/8/layout/list1"/>
    <dgm:cxn modelId="{E81A13DE-D4A8-4890-ABF5-FD0D2B7627A6}" type="presParOf" srcId="{5A0E205E-E566-4729-A6B8-E3A6280A4229}" destId="{72AA93F2-CDF2-40C4-A5D2-A5D39ECEC015}" srcOrd="8" destOrd="0" presId="urn:microsoft.com/office/officeart/2005/8/layout/list1"/>
    <dgm:cxn modelId="{F0AF01C4-EA55-47C9-8BF9-453942D441C4}" type="presParOf" srcId="{72AA93F2-CDF2-40C4-A5D2-A5D39ECEC015}" destId="{772380EF-1A1E-4B3E-BAE6-5F1DA57C7FA8}" srcOrd="0" destOrd="0" presId="urn:microsoft.com/office/officeart/2005/8/layout/list1"/>
    <dgm:cxn modelId="{2950623D-B139-41D0-8C7C-47B11884C686}" type="presParOf" srcId="{72AA93F2-CDF2-40C4-A5D2-A5D39ECEC015}" destId="{CE52EF1A-4F3A-4B45-A32B-B297E431022B}" srcOrd="1" destOrd="0" presId="urn:microsoft.com/office/officeart/2005/8/layout/list1"/>
    <dgm:cxn modelId="{137CDBD7-6046-4504-96E5-087F665F4EDA}" type="presParOf" srcId="{5A0E205E-E566-4729-A6B8-E3A6280A4229}" destId="{1E706A0C-DB0B-4334-AC9F-395DC3BF62E7}" srcOrd="9" destOrd="0" presId="urn:microsoft.com/office/officeart/2005/8/layout/list1"/>
    <dgm:cxn modelId="{45F89F06-89DC-482E-BDB2-71646841A6EB}" type="presParOf" srcId="{5A0E205E-E566-4729-A6B8-E3A6280A4229}" destId="{928CF5A6-D55D-4E3A-904B-46FF0FDD7C98}" srcOrd="10" destOrd="0" presId="urn:microsoft.com/office/officeart/2005/8/layout/list1"/>
    <dgm:cxn modelId="{DD673009-5D5F-4B85-877E-5D8CEAC721C9}" type="presParOf" srcId="{5A0E205E-E566-4729-A6B8-E3A6280A4229}" destId="{1284BD50-1238-495C-B0C5-13DD3751455D}" srcOrd="11" destOrd="0" presId="urn:microsoft.com/office/officeart/2005/8/layout/list1"/>
    <dgm:cxn modelId="{224C354A-3F61-43A9-8543-4639E0C8010C}" type="presParOf" srcId="{5A0E205E-E566-4729-A6B8-E3A6280A4229}" destId="{EAAAEAC2-90F7-4E0C-A8F4-CB7601F7EFF9}" srcOrd="12" destOrd="0" presId="urn:microsoft.com/office/officeart/2005/8/layout/list1"/>
    <dgm:cxn modelId="{35CAF069-C2A1-471A-B5CE-4730D4EFC5F4}" type="presParOf" srcId="{EAAAEAC2-90F7-4E0C-A8F4-CB7601F7EFF9}" destId="{B0443146-BA53-43E5-949D-0D4A7AD57A27}" srcOrd="0" destOrd="0" presId="urn:microsoft.com/office/officeart/2005/8/layout/list1"/>
    <dgm:cxn modelId="{2A27A887-DC7B-49F8-809C-31743FE3B604}" type="presParOf" srcId="{EAAAEAC2-90F7-4E0C-A8F4-CB7601F7EFF9}" destId="{D2BA9F3D-89D3-4E03-94D0-7EAF2CCC7C8B}" srcOrd="1" destOrd="0" presId="urn:microsoft.com/office/officeart/2005/8/layout/list1"/>
    <dgm:cxn modelId="{089ABAC5-1878-4E7F-A352-F3E628809382}" type="presParOf" srcId="{5A0E205E-E566-4729-A6B8-E3A6280A4229}" destId="{EC7FF2F5-E70C-4793-80E0-1E7A7539A09D}" srcOrd="13" destOrd="0" presId="urn:microsoft.com/office/officeart/2005/8/layout/list1"/>
    <dgm:cxn modelId="{F14A3C89-37A4-4669-AEA9-D8D030F2E7EC}" type="presParOf" srcId="{5A0E205E-E566-4729-A6B8-E3A6280A4229}" destId="{F8832E9C-71D1-4135-A44A-2C1D38A39A1E}" srcOrd="14" destOrd="0" presId="urn:microsoft.com/office/officeart/2005/8/layout/list1"/>
    <dgm:cxn modelId="{F7C9A176-7280-49FF-BA3E-D1B8DE624A7A}" type="presParOf" srcId="{5A0E205E-E566-4729-A6B8-E3A6280A4229}" destId="{9B9B0E51-39C6-4621-984C-C81F76C0586E}" srcOrd="15" destOrd="0" presId="urn:microsoft.com/office/officeart/2005/8/layout/list1"/>
    <dgm:cxn modelId="{11262C83-BF88-414E-B32C-CAA36A0A7016}" type="presParOf" srcId="{5A0E205E-E566-4729-A6B8-E3A6280A4229}" destId="{A9906D6A-F8E5-4555-BE5C-BD03A448C907}" srcOrd="16" destOrd="0" presId="urn:microsoft.com/office/officeart/2005/8/layout/list1"/>
    <dgm:cxn modelId="{DE7551DD-08B9-4F86-85C6-A6B15F4E0A6E}" type="presParOf" srcId="{A9906D6A-F8E5-4555-BE5C-BD03A448C907}" destId="{FC464716-F0DB-4838-A247-9C99CFA211AF}" srcOrd="0" destOrd="0" presId="urn:microsoft.com/office/officeart/2005/8/layout/list1"/>
    <dgm:cxn modelId="{1C240DFA-C044-4136-8D88-E7BB5CA1FE6B}" type="presParOf" srcId="{A9906D6A-F8E5-4555-BE5C-BD03A448C907}" destId="{E2AF3AA9-8CA6-48FF-94E1-B2D244AEA570}" srcOrd="1" destOrd="0" presId="urn:microsoft.com/office/officeart/2005/8/layout/list1"/>
    <dgm:cxn modelId="{A6F7111D-D17F-404C-AF31-A77D446029F1}" type="presParOf" srcId="{5A0E205E-E566-4729-A6B8-E3A6280A4229}" destId="{D6FE3A73-A983-408B-9319-188A5CE28DA0}" srcOrd="17" destOrd="0" presId="urn:microsoft.com/office/officeart/2005/8/layout/list1"/>
    <dgm:cxn modelId="{D03CCAE6-8123-4630-A608-5D619C5E0C77}" type="presParOf" srcId="{5A0E205E-E566-4729-A6B8-E3A6280A4229}" destId="{A1AC5334-4E03-448C-B815-5D6A3FB53DD1}" srcOrd="18" destOrd="0" presId="urn:microsoft.com/office/officeart/2005/8/layout/list1"/>
    <dgm:cxn modelId="{A0284362-00BA-4D1F-BCA5-8A8BD4A869DB}" type="presParOf" srcId="{5A0E205E-E566-4729-A6B8-E3A6280A4229}" destId="{5A07792C-D1E9-4217-8C3B-124C85C6EE53}" srcOrd="19" destOrd="0" presId="urn:microsoft.com/office/officeart/2005/8/layout/list1"/>
    <dgm:cxn modelId="{7774C5FE-D146-40A3-8BD2-F327CB715AC9}" type="presParOf" srcId="{5A0E205E-E566-4729-A6B8-E3A6280A4229}" destId="{CC195B5D-D55E-4D91-AAEC-BF56E5B7EEB5}" srcOrd="20" destOrd="0" presId="urn:microsoft.com/office/officeart/2005/8/layout/list1"/>
    <dgm:cxn modelId="{A799F3BA-D484-4160-83B2-5B497F8A4AE6}" type="presParOf" srcId="{CC195B5D-D55E-4D91-AAEC-BF56E5B7EEB5}" destId="{698D4495-7C2E-44C0-88CA-F1CECF9D9B47}" srcOrd="0" destOrd="0" presId="urn:microsoft.com/office/officeart/2005/8/layout/list1"/>
    <dgm:cxn modelId="{E624F34C-D127-49D5-8473-155885160963}" type="presParOf" srcId="{CC195B5D-D55E-4D91-AAEC-BF56E5B7EEB5}" destId="{2EBA9D9B-1B7A-4603-985B-322DFD09937B}" srcOrd="1" destOrd="0" presId="urn:microsoft.com/office/officeart/2005/8/layout/list1"/>
    <dgm:cxn modelId="{76D70724-8958-4A29-8DFF-FAF48873A759}" type="presParOf" srcId="{5A0E205E-E566-4729-A6B8-E3A6280A4229}" destId="{B3078C4F-FB28-4D14-990F-D21BC5A3B675}" srcOrd="21" destOrd="0" presId="urn:microsoft.com/office/officeart/2005/8/layout/list1"/>
    <dgm:cxn modelId="{FE00DDBC-02E5-46E1-AEB3-FF25EE7F9B1A}" type="presParOf" srcId="{5A0E205E-E566-4729-A6B8-E3A6280A4229}" destId="{40E2739C-C721-470A-8EC1-B21FC2E632F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4A9F3A1E-1FC3-4371-B7C8-4936EA67DE03}">
      <dgm:prSet custT="1"/>
      <dgm:spPr/>
      <dgm:t>
        <a:bodyPr/>
        <a:lstStyle/>
        <a:p>
          <a:r>
            <a:rPr lang="en-GB" sz="18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void </a:t>
          </a:r>
          <a:r>
            <a:rPr lang="en-GB" sz="18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1"/>
            </a:rPr>
            <a:t>forEach</a:t>
          </a:r>
          <a:r>
            <a:rPr lang="en-GB" sz="18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(Consumer&lt;? super T&gt; action)</a:t>
          </a:r>
          <a:endParaRPr lang="en-CA" sz="18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38F53BC2-1605-41E2-A873-A1383B688CB0}" type="parTrans" cxnId="{808243A5-F49D-4D6A-94F0-F52A0500DACD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5087E71A-9B67-448C-90CE-30FE1DFB4309}" type="sibTrans" cxnId="{808243A5-F49D-4D6A-94F0-F52A0500DACD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FA44A3A3-1A5E-4C68-8058-563AEBB68664}">
      <dgm:prSet/>
      <dgm:spPr/>
      <dgm:t>
        <a:bodyPr/>
        <a:lstStyle/>
        <a:p>
          <a:r>
            <a:rPr lang="en-GB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forEach d</a:t>
          </a:r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e l'interface Iterable</a:t>
          </a:r>
        </a:p>
      </dgm:t>
    </dgm:pt>
    <dgm:pt modelId="{A6FC587D-9169-4D8F-9955-ACAA722455B3}" type="parTrans" cxnId="{41EEC9C6-DD71-4868-8635-8AFC5D92811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F7194AC1-3231-42CD-A46C-8879B96F7468}" type="sibTrans" cxnId="{41EEC9C6-DD71-4868-8635-8AFC5D92811E}">
      <dgm:prSet/>
      <dgm:spPr/>
      <dgm:t>
        <a:bodyPr/>
        <a:lstStyle/>
        <a:p>
          <a:endParaRPr lang="en-CA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485DE59B-B813-4166-BD87-7999CC148E42}">
      <dgm:prSet/>
      <dgm:spPr/>
      <dgm:t>
        <a:bodyPr/>
        <a:lstStyle/>
        <a:p>
          <a:r>
            <a:rPr lang="en-CA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sort de l'interface List</a:t>
          </a:r>
        </a:p>
      </dgm:t>
    </dgm:pt>
    <dgm:pt modelId="{E6A8F8BC-1D31-4293-92D5-A4AD3C227BD5}" type="parTrans" cxnId="{419D4F14-EC13-4C0B-8CEF-6196AD24D8DC}">
      <dgm:prSet/>
      <dgm:spPr/>
      <dgm:t>
        <a:bodyPr/>
        <a:lstStyle/>
        <a:p>
          <a:endParaRPr lang="en-CA"/>
        </a:p>
      </dgm:t>
    </dgm:pt>
    <dgm:pt modelId="{A75F178A-78B1-4D22-8F46-04CB62211B6A}" type="sibTrans" cxnId="{419D4F14-EC13-4C0B-8CEF-6196AD24D8DC}">
      <dgm:prSet/>
      <dgm:spPr/>
      <dgm:t>
        <a:bodyPr/>
        <a:lstStyle/>
        <a:p>
          <a:endParaRPr lang="en-CA"/>
        </a:p>
      </dgm:t>
    </dgm:pt>
    <dgm:pt modelId="{2F40C48B-AC1A-4B1C-901C-17D633812257}">
      <dgm:prSet custT="1"/>
      <dgm:spPr/>
      <dgm:t>
        <a:bodyPr/>
        <a:lstStyle/>
        <a:p>
          <a:r>
            <a:rPr lang="en-CA" sz="18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void </a:t>
          </a:r>
          <a:r>
            <a:rPr lang="en-CA" sz="18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2"/>
            </a:rPr>
            <a:t>sort</a:t>
          </a:r>
          <a:r>
            <a:rPr lang="en-CA" sz="18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(Comparator&lt;? super E&gt; c)</a:t>
          </a:r>
        </a:p>
      </dgm:t>
    </dgm:pt>
    <dgm:pt modelId="{EAACACD2-ADBD-4610-AD40-5DC46B12C5DB}" type="parTrans" cxnId="{8C25A39F-E183-4DA2-8E48-0239D08B3D54}">
      <dgm:prSet/>
      <dgm:spPr/>
      <dgm:t>
        <a:bodyPr/>
        <a:lstStyle/>
        <a:p>
          <a:endParaRPr lang="en-CA"/>
        </a:p>
      </dgm:t>
    </dgm:pt>
    <dgm:pt modelId="{023758CC-85B0-4C98-8092-8B6DB6019AD6}" type="sibTrans" cxnId="{8C25A39F-E183-4DA2-8E48-0239D08B3D54}">
      <dgm:prSet/>
      <dgm:spPr/>
      <dgm:t>
        <a:bodyPr/>
        <a:lstStyle/>
        <a:p>
          <a:endParaRPr lang="en-CA"/>
        </a:p>
      </dgm:t>
    </dgm:pt>
    <dgm:pt modelId="{5743CC58-31F6-43E8-B9A6-8942B45A0D95}">
      <dgm:prSet custT="1"/>
      <dgm:spPr/>
      <dgm:t>
        <a:bodyPr/>
        <a:lstStyle/>
        <a:p>
          <a:r>
            <a:rPr lang="fr-FR" sz="18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Choisir comment comparer une collection:</a:t>
          </a:r>
          <a:endParaRPr lang="en-CA" sz="18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6A9EB93F-A015-48DE-A13A-9C7F665AC321}" type="parTrans" cxnId="{DFDC5397-070D-4628-BE3F-39B681B19F58}">
      <dgm:prSet/>
      <dgm:spPr/>
      <dgm:t>
        <a:bodyPr/>
        <a:lstStyle/>
        <a:p>
          <a:endParaRPr lang="en-CA"/>
        </a:p>
      </dgm:t>
    </dgm:pt>
    <dgm:pt modelId="{90565F9B-C103-46F7-8D09-00FBBE9CA222}" type="sibTrans" cxnId="{DFDC5397-070D-4628-BE3F-39B681B19F58}">
      <dgm:prSet/>
      <dgm:spPr/>
      <dgm:t>
        <a:bodyPr/>
        <a:lstStyle/>
        <a:p>
          <a:endParaRPr lang="en-CA"/>
        </a:p>
      </dgm:t>
    </dgm:pt>
    <dgm:pt modelId="{06E85841-CC30-4B2A-863B-50F6172815F8}">
      <dgm:prSet custT="1"/>
      <dgm:spPr/>
      <dgm:t>
        <a:bodyPr/>
        <a:lstStyle/>
        <a:p>
          <a:r>
            <a:rPr lang="fr-FR" sz="16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Par quel attribut (age, nom, etc)</a:t>
          </a:r>
          <a:endParaRPr lang="en-CA" sz="16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8E36B5DA-86B5-4C93-B931-9A0DDB4DDD18}" type="parTrans" cxnId="{F24A5454-02F1-4912-BA1D-C49F3128561D}">
      <dgm:prSet/>
      <dgm:spPr/>
      <dgm:t>
        <a:bodyPr/>
        <a:lstStyle/>
        <a:p>
          <a:endParaRPr lang="en-CA"/>
        </a:p>
      </dgm:t>
    </dgm:pt>
    <dgm:pt modelId="{97750933-20FE-4B68-B8B6-4E03C1F11769}" type="sibTrans" cxnId="{F24A5454-02F1-4912-BA1D-C49F3128561D}">
      <dgm:prSet/>
      <dgm:spPr/>
      <dgm:t>
        <a:bodyPr/>
        <a:lstStyle/>
        <a:p>
          <a:endParaRPr lang="en-CA"/>
        </a:p>
      </dgm:t>
    </dgm:pt>
    <dgm:pt modelId="{FB5B7166-024E-4ECB-A31E-C63EBDBC4155}">
      <dgm:prSet custT="1"/>
      <dgm:spPr/>
      <dgm:t>
        <a:bodyPr/>
        <a:lstStyle/>
        <a:p>
          <a:r>
            <a:rPr lang="fr-FR" sz="16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 ordre croissant ou décroissant</a:t>
          </a:r>
          <a:endParaRPr lang="en-CA" sz="16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D3FB2B00-1AF6-4FE4-8AA8-15D4D2E5DFAB}" type="parTrans" cxnId="{D3D4DAEF-9612-4426-BF8A-6986B57F2211}">
      <dgm:prSet/>
      <dgm:spPr/>
      <dgm:t>
        <a:bodyPr/>
        <a:lstStyle/>
        <a:p>
          <a:endParaRPr lang="en-CA"/>
        </a:p>
      </dgm:t>
    </dgm:pt>
    <dgm:pt modelId="{415A444C-706E-46CD-8648-90A3F77C4D11}" type="sibTrans" cxnId="{D3D4DAEF-9612-4426-BF8A-6986B57F2211}">
      <dgm:prSet/>
      <dgm:spPr/>
      <dgm:t>
        <a:bodyPr/>
        <a:lstStyle/>
        <a:p>
          <a:endParaRPr lang="en-CA"/>
        </a:p>
      </dgm:t>
    </dgm:pt>
    <dgm:pt modelId="{830FE6C1-59E3-4563-A463-3B42BB0BD6FC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F2C3A8A6-A2F2-4415-8E0A-254E19D9A60D}" type="pres">
      <dgm:prSet presAssocID="{FA44A3A3-1A5E-4C68-8058-563AEBB68664}" presName="parentLin" presStyleCnt="0"/>
      <dgm:spPr/>
    </dgm:pt>
    <dgm:pt modelId="{F1935A32-77E2-4657-AF4E-C6D47897D866}" type="pres">
      <dgm:prSet presAssocID="{FA44A3A3-1A5E-4C68-8058-563AEBB68664}" presName="parentLeftMargin" presStyleLbl="node1" presStyleIdx="0" presStyleCnt="2"/>
      <dgm:spPr/>
    </dgm:pt>
    <dgm:pt modelId="{13564661-D904-4247-BEB7-78C765CED0CE}" type="pres">
      <dgm:prSet presAssocID="{FA44A3A3-1A5E-4C68-8058-563AEBB686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135F81C-B101-44E3-AD9C-3F20C3DBF53A}" type="pres">
      <dgm:prSet presAssocID="{FA44A3A3-1A5E-4C68-8058-563AEBB68664}" presName="negativeSpace" presStyleCnt="0"/>
      <dgm:spPr/>
    </dgm:pt>
    <dgm:pt modelId="{9E9047AF-0F0F-49BE-88F7-4E22E12D5E27}" type="pres">
      <dgm:prSet presAssocID="{FA44A3A3-1A5E-4C68-8058-563AEBB68664}" presName="childText" presStyleLbl="conFgAcc1" presStyleIdx="0" presStyleCnt="2">
        <dgm:presLayoutVars>
          <dgm:bulletEnabled val="1"/>
        </dgm:presLayoutVars>
      </dgm:prSet>
      <dgm:spPr/>
    </dgm:pt>
    <dgm:pt modelId="{9105D7D2-5479-4258-BD6C-52448E796283}" type="pres">
      <dgm:prSet presAssocID="{F7194AC1-3231-42CD-A46C-8879B96F7468}" presName="spaceBetweenRectangles" presStyleCnt="0"/>
      <dgm:spPr/>
    </dgm:pt>
    <dgm:pt modelId="{64DAEFC2-DF24-4AA9-8975-6405F6866F60}" type="pres">
      <dgm:prSet presAssocID="{485DE59B-B813-4166-BD87-7999CC148E42}" presName="parentLin" presStyleCnt="0"/>
      <dgm:spPr/>
    </dgm:pt>
    <dgm:pt modelId="{0398E2EA-C2C9-497E-B48F-6243516F31F8}" type="pres">
      <dgm:prSet presAssocID="{485DE59B-B813-4166-BD87-7999CC148E42}" presName="parentLeftMargin" presStyleLbl="node1" presStyleIdx="0" presStyleCnt="2"/>
      <dgm:spPr/>
    </dgm:pt>
    <dgm:pt modelId="{01AE2F6E-B81F-469B-BD42-F25CAA180B09}" type="pres">
      <dgm:prSet presAssocID="{485DE59B-B813-4166-BD87-7999CC148E4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6E700BD-E75C-4CF3-A8F2-85E5D48C0B79}" type="pres">
      <dgm:prSet presAssocID="{485DE59B-B813-4166-BD87-7999CC148E42}" presName="negativeSpace" presStyleCnt="0"/>
      <dgm:spPr/>
    </dgm:pt>
    <dgm:pt modelId="{4CAAC866-C55B-4433-8B76-1F7BF0D5775A}" type="pres">
      <dgm:prSet presAssocID="{485DE59B-B813-4166-BD87-7999CC148E4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19D4F14-EC13-4C0B-8CEF-6196AD24D8DC}" srcId="{1B65AE10-3B8B-49C9-8D82-2A7340373EB3}" destId="{485DE59B-B813-4166-BD87-7999CC148E42}" srcOrd="1" destOrd="0" parTransId="{E6A8F8BC-1D31-4293-92D5-A4AD3C227BD5}" sibTransId="{A75F178A-78B1-4D22-8F46-04CB62211B6A}"/>
    <dgm:cxn modelId="{C51C7122-C57D-4EC9-A50F-A4DA7B446D48}" type="presOf" srcId="{485DE59B-B813-4166-BD87-7999CC148E42}" destId="{01AE2F6E-B81F-469B-BD42-F25CAA180B09}" srcOrd="1" destOrd="0" presId="urn:microsoft.com/office/officeart/2005/8/layout/list1"/>
    <dgm:cxn modelId="{13E16E68-467C-487C-9565-D344C7ABB457}" type="presOf" srcId="{485DE59B-B813-4166-BD87-7999CC148E42}" destId="{0398E2EA-C2C9-497E-B48F-6243516F31F8}" srcOrd="0" destOrd="0" presId="urn:microsoft.com/office/officeart/2005/8/layout/list1"/>
    <dgm:cxn modelId="{38CED04C-3EFA-4BF2-99F4-CB808C1080F9}" type="presOf" srcId="{4A9F3A1E-1FC3-4371-B7C8-4936EA67DE03}" destId="{9E9047AF-0F0F-49BE-88F7-4E22E12D5E27}" srcOrd="0" destOrd="0" presId="urn:microsoft.com/office/officeart/2005/8/layout/list1"/>
    <dgm:cxn modelId="{7955ED6C-B909-4ECE-B3B3-C86F0A36A959}" type="presOf" srcId="{5743CC58-31F6-43E8-B9A6-8942B45A0D95}" destId="{4CAAC866-C55B-4433-8B76-1F7BF0D5775A}" srcOrd="0" destOrd="1" presId="urn:microsoft.com/office/officeart/2005/8/layout/list1"/>
    <dgm:cxn modelId="{F24A5454-02F1-4912-BA1D-C49F3128561D}" srcId="{5743CC58-31F6-43E8-B9A6-8942B45A0D95}" destId="{06E85841-CC30-4B2A-863B-50F6172815F8}" srcOrd="0" destOrd="0" parTransId="{8E36B5DA-86B5-4C93-B931-9A0DDB4DDD18}" sibTransId="{97750933-20FE-4B68-B8B6-4E03C1F11769}"/>
    <dgm:cxn modelId="{8912CF8A-7A5D-4AF2-84DF-3F4E10EC10E1}" type="presOf" srcId="{1B65AE10-3B8B-49C9-8D82-2A7340373EB3}" destId="{830FE6C1-59E3-4563-A463-3B42BB0BD6FC}" srcOrd="0" destOrd="0" presId="urn:microsoft.com/office/officeart/2005/8/layout/list1"/>
    <dgm:cxn modelId="{DFDC5397-070D-4628-BE3F-39B681B19F58}" srcId="{485DE59B-B813-4166-BD87-7999CC148E42}" destId="{5743CC58-31F6-43E8-B9A6-8942B45A0D95}" srcOrd="1" destOrd="0" parTransId="{6A9EB93F-A015-48DE-A13A-9C7F665AC321}" sibTransId="{90565F9B-C103-46F7-8D09-00FBBE9CA222}"/>
    <dgm:cxn modelId="{8C25A39F-E183-4DA2-8E48-0239D08B3D54}" srcId="{485DE59B-B813-4166-BD87-7999CC148E42}" destId="{2F40C48B-AC1A-4B1C-901C-17D633812257}" srcOrd="0" destOrd="0" parTransId="{EAACACD2-ADBD-4610-AD40-5DC46B12C5DB}" sibTransId="{023758CC-85B0-4C98-8092-8B6DB6019AD6}"/>
    <dgm:cxn modelId="{808243A5-F49D-4D6A-94F0-F52A0500DACD}" srcId="{FA44A3A3-1A5E-4C68-8058-563AEBB68664}" destId="{4A9F3A1E-1FC3-4371-B7C8-4936EA67DE03}" srcOrd="0" destOrd="0" parTransId="{38F53BC2-1605-41E2-A873-A1383B688CB0}" sibTransId="{5087E71A-9B67-448C-90CE-30FE1DFB4309}"/>
    <dgm:cxn modelId="{248E24B9-2702-4AA3-B8EB-1BED34F582C2}" type="presOf" srcId="{FA44A3A3-1A5E-4C68-8058-563AEBB68664}" destId="{13564661-D904-4247-BEB7-78C765CED0CE}" srcOrd="1" destOrd="0" presId="urn:microsoft.com/office/officeart/2005/8/layout/list1"/>
    <dgm:cxn modelId="{E3B82CC4-F60A-482E-AAFD-D91126112298}" type="presOf" srcId="{06E85841-CC30-4B2A-863B-50F6172815F8}" destId="{4CAAC866-C55B-4433-8B76-1F7BF0D5775A}" srcOrd="0" destOrd="2" presId="urn:microsoft.com/office/officeart/2005/8/layout/list1"/>
    <dgm:cxn modelId="{41EEC9C6-DD71-4868-8635-8AFC5D92811E}" srcId="{1B65AE10-3B8B-49C9-8D82-2A7340373EB3}" destId="{FA44A3A3-1A5E-4C68-8058-563AEBB68664}" srcOrd="0" destOrd="0" parTransId="{A6FC587D-9169-4D8F-9955-ACAA722455B3}" sibTransId="{F7194AC1-3231-42CD-A46C-8879B96F7468}"/>
    <dgm:cxn modelId="{CF7952D3-E892-4FDE-ABA7-6855684F19E9}" type="presOf" srcId="{FA44A3A3-1A5E-4C68-8058-563AEBB68664}" destId="{F1935A32-77E2-4657-AF4E-C6D47897D866}" srcOrd="0" destOrd="0" presId="urn:microsoft.com/office/officeart/2005/8/layout/list1"/>
    <dgm:cxn modelId="{95AA63E3-E8FC-4A16-852D-A3C88FD4E722}" type="presOf" srcId="{FB5B7166-024E-4ECB-A31E-C63EBDBC4155}" destId="{4CAAC866-C55B-4433-8B76-1F7BF0D5775A}" srcOrd="0" destOrd="3" presId="urn:microsoft.com/office/officeart/2005/8/layout/list1"/>
    <dgm:cxn modelId="{D3D4DAEF-9612-4426-BF8A-6986B57F2211}" srcId="{5743CC58-31F6-43E8-B9A6-8942B45A0D95}" destId="{FB5B7166-024E-4ECB-A31E-C63EBDBC4155}" srcOrd="1" destOrd="0" parTransId="{D3FB2B00-1AF6-4FE4-8AA8-15D4D2E5DFAB}" sibTransId="{415A444C-706E-46CD-8648-90A3F77C4D11}"/>
    <dgm:cxn modelId="{A2DC50F7-5D47-48A5-A023-E4A4C59EE8A4}" type="presOf" srcId="{2F40C48B-AC1A-4B1C-901C-17D633812257}" destId="{4CAAC866-C55B-4433-8B76-1F7BF0D5775A}" srcOrd="0" destOrd="0" presId="urn:microsoft.com/office/officeart/2005/8/layout/list1"/>
    <dgm:cxn modelId="{994BC371-9E00-474E-8A04-12ADDF2C8100}" type="presParOf" srcId="{830FE6C1-59E3-4563-A463-3B42BB0BD6FC}" destId="{F2C3A8A6-A2F2-4415-8E0A-254E19D9A60D}" srcOrd="0" destOrd="0" presId="urn:microsoft.com/office/officeart/2005/8/layout/list1"/>
    <dgm:cxn modelId="{D889E416-2696-4D1B-BDDF-9A1964188278}" type="presParOf" srcId="{F2C3A8A6-A2F2-4415-8E0A-254E19D9A60D}" destId="{F1935A32-77E2-4657-AF4E-C6D47897D866}" srcOrd="0" destOrd="0" presId="urn:microsoft.com/office/officeart/2005/8/layout/list1"/>
    <dgm:cxn modelId="{41408D32-119C-48D4-95BE-6B4250F071F3}" type="presParOf" srcId="{F2C3A8A6-A2F2-4415-8E0A-254E19D9A60D}" destId="{13564661-D904-4247-BEB7-78C765CED0CE}" srcOrd="1" destOrd="0" presId="urn:microsoft.com/office/officeart/2005/8/layout/list1"/>
    <dgm:cxn modelId="{057F7911-785D-491B-A034-E63962E8E969}" type="presParOf" srcId="{830FE6C1-59E3-4563-A463-3B42BB0BD6FC}" destId="{2135F81C-B101-44E3-AD9C-3F20C3DBF53A}" srcOrd="1" destOrd="0" presId="urn:microsoft.com/office/officeart/2005/8/layout/list1"/>
    <dgm:cxn modelId="{B2ED1A4C-85F4-4A52-BCED-8495AB9FD4DC}" type="presParOf" srcId="{830FE6C1-59E3-4563-A463-3B42BB0BD6FC}" destId="{9E9047AF-0F0F-49BE-88F7-4E22E12D5E27}" srcOrd="2" destOrd="0" presId="urn:microsoft.com/office/officeart/2005/8/layout/list1"/>
    <dgm:cxn modelId="{67519968-CAF7-4533-BF7E-2D61AFC3F908}" type="presParOf" srcId="{830FE6C1-59E3-4563-A463-3B42BB0BD6FC}" destId="{9105D7D2-5479-4258-BD6C-52448E796283}" srcOrd="3" destOrd="0" presId="urn:microsoft.com/office/officeart/2005/8/layout/list1"/>
    <dgm:cxn modelId="{FE4E9674-9B6C-4412-A862-9C26E47C6FD8}" type="presParOf" srcId="{830FE6C1-59E3-4563-A463-3B42BB0BD6FC}" destId="{64DAEFC2-DF24-4AA9-8975-6405F6866F60}" srcOrd="4" destOrd="0" presId="urn:microsoft.com/office/officeart/2005/8/layout/list1"/>
    <dgm:cxn modelId="{8345C816-248C-4B4E-840C-7A3AD63B3550}" type="presParOf" srcId="{64DAEFC2-DF24-4AA9-8975-6405F6866F60}" destId="{0398E2EA-C2C9-497E-B48F-6243516F31F8}" srcOrd="0" destOrd="0" presId="urn:microsoft.com/office/officeart/2005/8/layout/list1"/>
    <dgm:cxn modelId="{084DAFF9-2205-4CA4-A334-ACBF72D656AD}" type="presParOf" srcId="{64DAEFC2-DF24-4AA9-8975-6405F6866F60}" destId="{01AE2F6E-B81F-469B-BD42-F25CAA180B09}" srcOrd="1" destOrd="0" presId="urn:microsoft.com/office/officeart/2005/8/layout/list1"/>
    <dgm:cxn modelId="{F6C09972-1298-4286-8204-6B87BFC2ABB3}" type="presParOf" srcId="{830FE6C1-59E3-4563-A463-3B42BB0BD6FC}" destId="{76E700BD-E75C-4CF3-A8F2-85E5D48C0B79}" srcOrd="5" destOrd="0" presId="urn:microsoft.com/office/officeart/2005/8/layout/list1"/>
    <dgm:cxn modelId="{889E702A-109C-43A4-8D5D-9DD5794D436E}" type="presParOf" srcId="{830FE6C1-59E3-4563-A463-3B42BB0BD6FC}" destId="{4CAAC866-C55B-4433-8B76-1F7BF0D5775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65AE10-3B8B-49C9-8D82-2A7340373EB3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CA"/>
        </a:p>
      </dgm:t>
    </dgm:pt>
    <dgm:pt modelId="{EBEE996D-B8BF-4C55-AB5D-D21144C54927}">
      <dgm:prSet/>
      <dgm:spPr/>
      <dgm:t>
        <a:bodyPr/>
        <a:lstStyle/>
        <a:p>
          <a:r>
            <a:rPr lang="en-GB" dirty="0"/>
            <a:t>Bi</a:t>
          </a:r>
          <a:endParaRPr lang="en-CA" dirty="0"/>
        </a:p>
      </dgm:t>
    </dgm:pt>
    <dgm:pt modelId="{3C9F8E80-4A4C-4AC0-B800-124B23858C8B}" type="parTrans" cxnId="{D06D4977-A244-4ED0-88DA-1635FDCBE17F}">
      <dgm:prSet/>
      <dgm:spPr/>
      <dgm:t>
        <a:bodyPr/>
        <a:lstStyle/>
        <a:p>
          <a:endParaRPr lang="en-CA"/>
        </a:p>
      </dgm:t>
    </dgm:pt>
    <dgm:pt modelId="{59F2C6F6-DCEC-41B4-ACDF-8B3157C7AF4E}" type="sibTrans" cxnId="{D06D4977-A244-4ED0-88DA-1635FDCBE17F}">
      <dgm:prSet/>
      <dgm:spPr/>
      <dgm:t>
        <a:bodyPr/>
        <a:lstStyle/>
        <a:p>
          <a:endParaRPr lang="en-CA"/>
        </a:p>
      </dgm:t>
    </dgm:pt>
    <dgm:pt modelId="{C6CBA36F-8B2D-4035-8CC3-3BA144A334D7}">
      <dgm:prSet/>
      <dgm:spPr/>
      <dgm:t>
        <a:bodyPr/>
        <a:lstStyle/>
        <a:p>
          <a:r>
            <a:rPr lang="en-CA" dirty="0">
              <a:hlinkClick xmlns:r="http://schemas.openxmlformats.org/officeDocument/2006/relationships" r:id="rId1"/>
            </a:rPr>
            <a:t>BiPredicate</a:t>
          </a:r>
          <a:endParaRPr lang="en-CA" dirty="0"/>
        </a:p>
      </dgm:t>
    </dgm:pt>
    <dgm:pt modelId="{8FA040AC-9265-48DF-8E78-805FDB6B2CB2}" type="parTrans" cxnId="{73DB4D71-2734-4593-95EE-9DD8EE90AE1A}">
      <dgm:prSet/>
      <dgm:spPr/>
      <dgm:t>
        <a:bodyPr/>
        <a:lstStyle/>
        <a:p>
          <a:endParaRPr lang="en-CA"/>
        </a:p>
      </dgm:t>
    </dgm:pt>
    <dgm:pt modelId="{DD89CFA0-102D-42EC-9E5D-CA19AA9285DC}" type="sibTrans" cxnId="{73DB4D71-2734-4593-95EE-9DD8EE90AE1A}">
      <dgm:prSet/>
      <dgm:spPr/>
      <dgm:t>
        <a:bodyPr/>
        <a:lstStyle/>
        <a:p>
          <a:endParaRPr lang="en-CA"/>
        </a:p>
      </dgm:t>
    </dgm:pt>
    <dgm:pt modelId="{3BA3C64C-BAE3-420D-8489-7652D3BBB8F8}">
      <dgm:prSet/>
      <dgm:spPr/>
      <dgm:t>
        <a:bodyPr/>
        <a:lstStyle/>
        <a:p>
          <a:r>
            <a:rPr lang="en-CA" dirty="0">
              <a:hlinkClick xmlns:r="http://schemas.openxmlformats.org/officeDocument/2006/relationships" r:id="rId2"/>
            </a:rPr>
            <a:t>BiFunction</a:t>
          </a:r>
          <a:endParaRPr lang="en-CA" dirty="0"/>
        </a:p>
      </dgm:t>
    </dgm:pt>
    <dgm:pt modelId="{AD8DD7EA-5117-47EE-B73E-CA614022B7B1}" type="parTrans" cxnId="{3FE31014-5A55-4C3E-B669-7D902C8DA379}">
      <dgm:prSet/>
      <dgm:spPr/>
      <dgm:t>
        <a:bodyPr/>
        <a:lstStyle/>
        <a:p>
          <a:endParaRPr lang="en-CA"/>
        </a:p>
      </dgm:t>
    </dgm:pt>
    <dgm:pt modelId="{F0C047B7-D5F0-4E35-91C7-72CACFD6E6C0}" type="sibTrans" cxnId="{3FE31014-5A55-4C3E-B669-7D902C8DA379}">
      <dgm:prSet/>
      <dgm:spPr/>
      <dgm:t>
        <a:bodyPr/>
        <a:lstStyle/>
        <a:p>
          <a:endParaRPr lang="en-CA"/>
        </a:p>
      </dgm:t>
    </dgm:pt>
    <dgm:pt modelId="{CBB2A47A-2601-4A5F-B626-CB69FA85A27B}">
      <dgm:prSet/>
      <dgm:spPr/>
      <dgm:t>
        <a:bodyPr/>
        <a:lstStyle/>
        <a:p>
          <a:r>
            <a:rPr lang="en-CA" dirty="0" err="1">
              <a:hlinkClick xmlns:r="http://schemas.openxmlformats.org/officeDocument/2006/relationships" r:id="rId3"/>
            </a:rPr>
            <a:t>BiConsumer</a:t>
          </a:r>
          <a:endParaRPr lang="en-CA" dirty="0"/>
        </a:p>
      </dgm:t>
    </dgm:pt>
    <dgm:pt modelId="{57D9C3CC-85DB-48DD-989D-BBFA0BF788BA}" type="parTrans" cxnId="{858FFCD5-0032-466B-98C4-5936F29147F4}">
      <dgm:prSet/>
      <dgm:spPr/>
      <dgm:t>
        <a:bodyPr/>
        <a:lstStyle/>
        <a:p>
          <a:endParaRPr lang="en-CA"/>
        </a:p>
      </dgm:t>
    </dgm:pt>
    <dgm:pt modelId="{837B9779-BF2A-41AE-9F58-891FDA4B5BC1}" type="sibTrans" cxnId="{858FFCD5-0032-466B-98C4-5936F29147F4}">
      <dgm:prSet/>
      <dgm:spPr/>
      <dgm:t>
        <a:bodyPr/>
        <a:lstStyle/>
        <a:p>
          <a:endParaRPr lang="en-CA"/>
        </a:p>
      </dgm:t>
    </dgm:pt>
    <dgm:pt modelId="{84E62F3B-A86D-4E88-AEE8-BB1C26E1F93F}">
      <dgm:prSet/>
      <dgm:spPr/>
      <dgm:t>
        <a:bodyPr/>
        <a:lstStyle/>
        <a:p>
          <a:r>
            <a:rPr lang="en-GB" dirty="0"/>
            <a:t>Operators</a:t>
          </a:r>
          <a:endParaRPr lang="en-CA" dirty="0"/>
        </a:p>
      </dgm:t>
    </dgm:pt>
    <dgm:pt modelId="{8592DF3E-2742-4904-B777-94EA22A89954}" type="parTrans" cxnId="{BF428313-F76B-460D-83CF-0344B7D1F9D0}">
      <dgm:prSet/>
      <dgm:spPr/>
      <dgm:t>
        <a:bodyPr/>
        <a:lstStyle/>
        <a:p>
          <a:endParaRPr lang="en-CA"/>
        </a:p>
      </dgm:t>
    </dgm:pt>
    <dgm:pt modelId="{C8A17098-B857-4044-B168-14A707E0E218}" type="sibTrans" cxnId="{BF428313-F76B-460D-83CF-0344B7D1F9D0}">
      <dgm:prSet/>
      <dgm:spPr/>
      <dgm:t>
        <a:bodyPr/>
        <a:lstStyle/>
        <a:p>
          <a:endParaRPr lang="en-CA"/>
        </a:p>
      </dgm:t>
    </dgm:pt>
    <dgm:pt modelId="{ABCD15BE-D1EE-4109-AE31-4EDA0296A440}">
      <dgm:prSet/>
      <dgm:spPr/>
      <dgm:t>
        <a:bodyPr/>
        <a:lstStyle/>
        <a:p>
          <a:r>
            <a:rPr lang="en-GB" sz="1300" kern="1200" dirty="0"/>
            <a:t>Fonctions de transformations (</a:t>
          </a:r>
          <a:r>
            <a:rPr lang="fr-FR" sz="1300" kern="1200" dirty="0"/>
            <a:t>prennent une valeur d’un certain type et retournent une valeur du même type</a:t>
          </a:r>
          <a:r>
            <a:rPr lang="en-GB" sz="1300" kern="1200" dirty="0"/>
            <a:t>)</a:t>
          </a:r>
          <a:endParaRPr lang="en-CA" sz="1300" kern="1200" dirty="0"/>
        </a:p>
      </dgm:t>
    </dgm:pt>
    <dgm:pt modelId="{9B3841CE-630D-4E1A-B91E-248CCED2C41F}" type="parTrans" cxnId="{8956842F-2067-4443-BF34-969E987445B7}">
      <dgm:prSet/>
      <dgm:spPr/>
      <dgm:t>
        <a:bodyPr/>
        <a:lstStyle/>
        <a:p>
          <a:endParaRPr lang="en-CA"/>
        </a:p>
      </dgm:t>
    </dgm:pt>
    <dgm:pt modelId="{DA7FE361-E882-4C57-8329-0C6794E805CD}" type="sibTrans" cxnId="{8956842F-2067-4443-BF34-969E987445B7}">
      <dgm:prSet/>
      <dgm:spPr/>
      <dgm:t>
        <a:bodyPr/>
        <a:lstStyle/>
        <a:p>
          <a:endParaRPr lang="en-CA"/>
        </a:p>
      </dgm:t>
    </dgm:pt>
    <dgm:pt modelId="{5ABD2812-2CD3-47BE-8459-2DC834141174}">
      <dgm:prSet custT="1"/>
      <dgm:spPr/>
      <dgm:t>
        <a:bodyPr/>
        <a:lstStyle/>
        <a:p>
          <a:r>
            <a:rPr lang="fr-FR" sz="13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4"/>
            </a:rPr>
            <a:t>UnaryOperator</a:t>
          </a:r>
          <a:r>
            <a:rPr lang="fr-FR" sz="13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 : Function&lt;T,T&gt; </a:t>
          </a:r>
          <a:r>
            <a:rPr lang="fr-FR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(Transforme T en T)</a:t>
          </a:r>
          <a:endParaRPr lang="en-CA" sz="13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9024D8D6-BB74-495D-9BCD-2306C42DC0D8}" type="parTrans" cxnId="{6B0B64FD-032F-49AE-8583-02678CFF0933}">
      <dgm:prSet/>
      <dgm:spPr/>
      <dgm:t>
        <a:bodyPr/>
        <a:lstStyle/>
        <a:p>
          <a:endParaRPr lang="en-CA"/>
        </a:p>
      </dgm:t>
    </dgm:pt>
    <dgm:pt modelId="{2998D107-30B5-467E-BCCF-5E0469306385}" type="sibTrans" cxnId="{6B0B64FD-032F-49AE-8583-02678CFF0933}">
      <dgm:prSet/>
      <dgm:spPr/>
      <dgm:t>
        <a:bodyPr/>
        <a:lstStyle/>
        <a:p>
          <a:endParaRPr lang="en-CA"/>
        </a:p>
      </dgm:t>
    </dgm:pt>
    <dgm:pt modelId="{E56A3BA4-23FD-460E-9686-7A5AEA6F9584}">
      <dgm:prSet/>
      <dgm:spPr/>
      <dgm:t>
        <a:bodyPr/>
        <a:lstStyle/>
        <a:p>
          <a:r>
            <a:rPr lang="fr-FR" sz="1300" kern="1200" dirty="0"/>
            <a:t>Ex: </a:t>
          </a:r>
          <a:r>
            <a:rPr lang="fr-FR" sz="13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x-&gt;x*x;</a:t>
          </a:r>
          <a:endParaRPr lang="en-CA" sz="13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gm:t>
    </dgm:pt>
    <dgm:pt modelId="{B11F9249-E6F5-45BA-AE2D-7A082247CDDA}" type="parTrans" cxnId="{C63D1CAD-6ADB-492B-8EB4-44A5D75C6258}">
      <dgm:prSet/>
      <dgm:spPr/>
      <dgm:t>
        <a:bodyPr/>
        <a:lstStyle/>
        <a:p>
          <a:endParaRPr lang="en-CA"/>
        </a:p>
      </dgm:t>
    </dgm:pt>
    <dgm:pt modelId="{CCB11E03-B7F7-40BA-81FC-D64B1D307630}" type="sibTrans" cxnId="{C63D1CAD-6ADB-492B-8EB4-44A5D75C6258}">
      <dgm:prSet/>
      <dgm:spPr/>
      <dgm:t>
        <a:bodyPr/>
        <a:lstStyle/>
        <a:p>
          <a:endParaRPr lang="en-CA"/>
        </a:p>
      </dgm:t>
    </dgm:pt>
    <dgm:pt modelId="{EE6932BE-2C28-4A72-8DA2-94F0FC2363BE}">
      <dgm:prSet custT="1"/>
      <dgm:spPr/>
      <dgm:t>
        <a:bodyPr/>
        <a:lstStyle/>
        <a:p>
          <a:r>
            <a:rPr lang="en-CA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5"/>
            </a:rPr>
            <a:t>BinaryOperator</a:t>
          </a:r>
          <a:r>
            <a:rPr lang="en-CA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 : BiFunction&lt;T, T, T&gt; </a:t>
          </a:r>
          <a:r>
            <a:rPr lang="fr-FR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 deux T pour donner un T) </a:t>
          </a:r>
          <a:endParaRPr lang="en-CA" sz="13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gm:t>
    </dgm:pt>
    <dgm:pt modelId="{37EFA488-8B61-48BA-B4C1-8B4A1FD0C15B}" type="parTrans" cxnId="{89B7D8C9-BD72-45F5-BBAA-ACB498B97529}">
      <dgm:prSet/>
      <dgm:spPr/>
      <dgm:t>
        <a:bodyPr/>
        <a:lstStyle/>
        <a:p>
          <a:endParaRPr lang="en-CA"/>
        </a:p>
      </dgm:t>
    </dgm:pt>
    <dgm:pt modelId="{634A732F-E2E9-442C-BF36-CCB15CB6280C}" type="sibTrans" cxnId="{89B7D8C9-BD72-45F5-BBAA-ACB498B97529}">
      <dgm:prSet/>
      <dgm:spPr/>
      <dgm:t>
        <a:bodyPr/>
        <a:lstStyle/>
        <a:p>
          <a:endParaRPr lang="en-CA"/>
        </a:p>
      </dgm:t>
    </dgm:pt>
    <dgm:pt modelId="{4FB298BB-7F1E-42CD-B0FC-E73B6B4A82F4}">
      <dgm:prSet/>
      <dgm:spPr/>
      <dgm:t>
        <a:bodyPr/>
        <a:lstStyle/>
        <a:p>
          <a:endParaRPr lang="en-CA" sz="1300" kern="1200" dirty="0"/>
        </a:p>
      </dgm:t>
    </dgm:pt>
    <dgm:pt modelId="{50CEE22B-8B47-4031-AA90-292BE51025F6}" type="parTrans" cxnId="{EC5E0AE8-9385-46D3-8485-651CEBFE2971}">
      <dgm:prSet/>
      <dgm:spPr/>
      <dgm:t>
        <a:bodyPr/>
        <a:lstStyle/>
        <a:p>
          <a:endParaRPr lang="en-CA"/>
        </a:p>
      </dgm:t>
    </dgm:pt>
    <dgm:pt modelId="{EA74F3E0-C704-4F8C-888E-E2C1B8BF51F1}" type="sibTrans" cxnId="{EC5E0AE8-9385-46D3-8485-651CEBFE2971}">
      <dgm:prSet/>
      <dgm:spPr/>
      <dgm:t>
        <a:bodyPr/>
        <a:lstStyle/>
        <a:p>
          <a:endParaRPr lang="en-CA"/>
        </a:p>
      </dgm:t>
    </dgm:pt>
    <dgm:pt modelId="{F17BC547-29D6-4B0A-98D5-F57AE20EA3BB}">
      <dgm:prSet/>
      <dgm:spPr/>
      <dgm:t>
        <a:bodyPr/>
        <a:lstStyle/>
        <a:p>
          <a:r>
            <a:rPr lang="fr-FR" sz="1300" kern="1200" dirty="0"/>
            <a:t>Ex: (x,y)-&gt;x+y;</a:t>
          </a:r>
          <a:endParaRPr lang="en-CA" sz="1300" kern="1200" dirty="0"/>
        </a:p>
      </dgm:t>
    </dgm:pt>
    <dgm:pt modelId="{893342C2-48DB-4E46-82C3-A6CA9844E135}" type="parTrans" cxnId="{B7C7A098-FA86-4150-826E-C4F4F929A5C6}">
      <dgm:prSet/>
      <dgm:spPr/>
      <dgm:t>
        <a:bodyPr/>
        <a:lstStyle/>
        <a:p>
          <a:endParaRPr lang="en-CA"/>
        </a:p>
      </dgm:t>
    </dgm:pt>
    <dgm:pt modelId="{E542035E-6A5D-486A-8C3F-F90A080CC748}" type="sibTrans" cxnId="{B7C7A098-FA86-4150-826E-C4F4F929A5C6}">
      <dgm:prSet/>
      <dgm:spPr/>
      <dgm:t>
        <a:bodyPr/>
        <a:lstStyle/>
        <a:p>
          <a:endParaRPr lang="en-CA"/>
        </a:p>
      </dgm:t>
    </dgm:pt>
    <dgm:pt modelId="{830FE6C1-59E3-4563-A463-3B42BB0BD6FC}" type="pres">
      <dgm:prSet presAssocID="{1B65AE10-3B8B-49C9-8D82-2A7340373EB3}" presName="linear" presStyleCnt="0">
        <dgm:presLayoutVars>
          <dgm:dir/>
          <dgm:animLvl val="lvl"/>
          <dgm:resizeHandles val="exact"/>
        </dgm:presLayoutVars>
      </dgm:prSet>
      <dgm:spPr/>
    </dgm:pt>
    <dgm:pt modelId="{1D2EEB68-24C9-473E-916D-3352C1CE43D0}" type="pres">
      <dgm:prSet presAssocID="{EBEE996D-B8BF-4C55-AB5D-D21144C54927}" presName="parentLin" presStyleCnt="0"/>
      <dgm:spPr/>
    </dgm:pt>
    <dgm:pt modelId="{EF0B22DE-4ACB-4B12-8E08-59C660AC7B7E}" type="pres">
      <dgm:prSet presAssocID="{EBEE996D-B8BF-4C55-AB5D-D21144C54927}" presName="parentLeftMargin" presStyleLbl="node1" presStyleIdx="0" presStyleCnt="2"/>
      <dgm:spPr/>
    </dgm:pt>
    <dgm:pt modelId="{F8902363-26B6-45E3-A5F2-A7C71B229290}" type="pres">
      <dgm:prSet presAssocID="{EBEE996D-B8BF-4C55-AB5D-D21144C549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740211-361B-4D75-81B6-ED233673B9F5}" type="pres">
      <dgm:prSet presAssocID="{EBEE996D-B8BF-4C55-AB5D-D21144C54927}" presName="negativeSpace" presStyleCnt="0"/>
      <dgm:spPr/>
    </dgm:pt>
    <dgm:pt modelId="{8C712B36-6A0D-41A1-BFBA-732E16E847C6}" type="pres">
      <dgm:prSet presAssocID="{EBEE996D-B8BF-4C55-AB5D-D21144C54927}" presName="childText" presStyleLbl="conFgAcc1" presStyleIdx="0" presStyleCnt="2">
        <dgm:presLayoutVars>
          <dgm:bulletEnabled val="1"/>
        </dgm:presLayoutVars>
      </dgm:prSet>
      <dgm:spPr/>
    </dgm:pt>
    <dgm:pt modelId="{CE54848C-6250-4FDB-B5F4-4470D8A7C528}" type="pres">
      <dgm:prSet presAssocID="{59F2C6F6-DCEC-41B4-ACDF-8B3157C7AF4E}" presName="spaceBetweenRectangles" presStyleCnt="0"/>
      <dgm:spPr/>
    </dgm:pt>
    <dgm:pt modelId="{67FD4825-FE8B-4616-AED4-D0C01E72124F}" type="pres">
      <dgm:prSet presAssocID="{84E62F3B-A86D-4E88-AEE8-BB1C26E1F93F}" presName="parentLin" presStyleCnt="0"/>
      <dgm:spPr/>
    </dgm:pt>
    <dgm:pt modelId="{6940F420-3A0F-424F-B6B4-0F026C292BFA}" type="pres">
      <dgm:prSet presAssocID="{84E62F3B-A86D-4E88-AEE8-BB1C26E1F93F}" presName="parentLeftMargin" presStyleLbl="node1" presStyleIdx="0" presStyleCnt="2"/>
      <dgm:spPr/>
    </dgm:pt>
    <dgm:pt modelId="{02DC049F-19F1-4F11-B11A-18BAF2D1706A}" type="pres">
      <dgm:prSet presAssocID="{84E62F3B-A86D-4E88-AEE8-BB1C26E1F9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31C4C32-ABA1-43C2-8E11-01EFDB7DA0F8}" type="pres">
      <dgm:prSet presAssocID="{84E62F3B-A86D-4E88-AEE8-BB1C26E1F93F}" presName="negativeSpace" presStyleCnt="0"/>
      <dgm:spPr/>
    </dgm:pt>
    <dgm:pt modelId="{4D77846F-3188-4EA5-96AB-F2A10C0D2693}" type="pres">
      <dgm:prSet presAssocID="{84E62F3B-A86D-4E88-AEE8-BB1C26E1F93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F428313-F76B-460D-83CF-0344B7D1F9D0}" srcId="{1B65AE10-3B8B-49C9-8D82-2A7340373EB3}" destId="{84E62F3B-A86D-4E88-AEE8-BB1C26E1F93F}" srcOrd="1" destOrd="0" parTransId="{8592DF3E-2742-4904-B777-94EA22A89954}" sibTransId="{C8A17098-B857-4044-B168-14A707E0E218}"/>
    <dgm:cxn modelId="{3F37C713-61AA-4CE9-B049-82B8E8A73A44}" type="presOf" srcId="{EBEE996D-B8BF-4C55-AB5D-D21144C54927}" destId="{F8902363-26B6-45E3-A5F2-A7C71B229290}" srcOrd="1" destOrd="0" presId="urn:microsoft.com/office/officeart/2005/8/layout/list1"/>
    <dgm:cxn modelId="{3FE31014-5A55-4C3E-B669-7D902C8DA379}" srcId="{EBEE996D-B8BF-4C55-AB5D-D21144C54927}" destId="{3BA3C64C-BAE3-420D-8489-7652D3BBB8F8}" srcOrd="1" destOrd="0" parTransId="{AD8DD7EA-5117-47EE-B73E-CA614022B7B1}" sibTransId="{F0C047B7-D5F0-4E35-91C7-72CACFD6E6C0}"/>
    <dgm:cxn modelId="{E394FB1D-ED22-4E60-AFB8-F4D4B2C0785E}" type="presOf" srcId="{84E62F3B-A86D-4E88-AEE8-BB1C26E1F93F}" destId="{6940F420-3A0F-424F-B6B4-0F026C292BFA}" srcOrd="0" destOrd="0" presId="urn:microsoft.com/office/officeart/2005/8/layout/list1"/>
    <dgm:cxn modelId="{F5096526-5B62-4DDA-8F44-33CCF9DBD3F9}" type="presOf" srcId="{1B65AE10-3B8B-49C9-8D82-2A7340373EB3}" destId="{830FE6C1-59E3-4563-A463-3B42BB0BD6FC}" srcOrd="0" destOrd="0" presId="urn:microsoft.com/office/officeart/2005/8/layout/list1"/>
    <dgm:cxn modelId="{FFD21129-6F08-407D-8BF3-402C343B82C7}" type="presOf" srcId="{3BA3C64C-BAE3-420D-8489-7652D3BBB8F8}" destId="{8C712B36-6A0D-41A1-BFBA-732E16E847C6}" srcOrd="0" destOrd="1" presId="urn:microsoft.com/office/officeart/2005/8/layout/list1"/>
    <dgm:cxn modelId="{8956842F-2067-4443-BF34-969E987445B7}" srcId="{84E62F3B-A86D-4E88-AEE8-BB1C26E1F93F}" destId="{ABCD15BE-D1EE-4109-AE31-4EDA0296A440}" srcOrd="0" destOrd="0" parTransId="{9B3841CE-630D-4E1A-B91E-248CCED2C41F}" sibTransId="{DA7FE361-E882-4C57-8329-0C6794E805CD}"/>
    <dgm:cxn modelId="{21585838-B952-4D52-85AB-0DBA7521AEFB}" type="presOf" srcId="{C6CBA36F-8B2D-4035-8CC3-3BA144A334D7}" destId="{8C712B36-6A0D-41A1-BFBA-732E16E847C6}" srcOrd="0" destOrd="0" presId="urn:microsoft.com/office/officeart/2005/8/layout/list1"/>
    <dgm:cxn modelId="{8AE75469-5028-400D-ADFB-DE2DF066882E}" type="presOf" srcId="{CBB2A47A-2601-4A5F-B626-CB69FA85A27B}" destId="{8C712B36-6A0D-41A1-BFBA-732E16E847C6}" srcOrd="0" destOrd="2" presId="urn:microsoft.com/office/officeart/2005/8/layout/list1"/>
    <dgm:cxn modelId="{73DB4D71-2734-4593-95EE-9DD8EE90AE1A}" srcId="{EBEE996D-B8BF-4C55-AB5D-D21144C54927}" destId="{C6CBA36F-8B2D-4035-8CC3-3BA144A334D7}" srcOrd="0" destOrd="0" parTransId="{8FA040AC-9265-48DF-8E78-805FDB6B2CB2}" sibTransId="{DD89CFA0-102D-42EC-9E5D-CA19AA9285DC}"/>
    <dgm:cxn modelId="{E6AC7971-38BC-4E95-B0DD-28F55AF34842}" type="presOf" srcId="{E56A3BA4-23FD-460E-9686-7A5AEA6F9584}" destId="{4D77846F-3188-4EA5-96AB-F2A10C0D2693}" srcOrd="0" destOrd="2" presId="urn:microsoft.com/office/officeart/2005/8/layout/list1"/>
    <dgm:cxn modelId="{3A000256-BD04-47B5-83D6-F550EBDB5614}" type="presOf" srcId="{5ABD2812-2CD3-47BE-8459-2DC834141174}" destId="{4D77846F-3188-4EA5-96AB-F2A10C0D2693}" srcOrd="0" destOrd="1" presId="urn:microsoft.com/office/officeart/2005/8/layout/list1"/>
    <dgm:cxn modelId="{AFD11E56-2C26-4185-8A1F-3C7AFEE1C0CA}" type="presOf" srcId="{F17BC547-29D6-4B0A-98D5-F57AE20EA3BB}" destId="{4D77846F-3188-4EA5-96AB-F2A10C0D2693}" srcOrd="0" destOrd="4" presId="urn:microsoft.com/office/officeart/2005/8/layout/list1"/>
    <dgm:cxn modelId="{D06D4977-A244-4ED0-88DA-1635FDCBE17F}" srcId="{1B65AE10-3B8B-49C9-8D82-2A7340373EB3}" destId="{EBEE996D-B8BF-4C55-AB5D-D21144C54927}" srcOrd="0" destOrd="0" parTransId="{3C9F8E80-4A4C-4AC0-B800-124B23858C8B}" sibTransId="{59F2C6F6-DCEC-41B4-ACDF-8B3157C7AF4E}"/>
    <dgm:cxn modelId="{B7C7A098-FA86-4150-826E-C4F4F929A5C6}" srcId="{EE6932BE-2C28-4A72-8DA2-94F0FC2363BE}" destId="{F17BC547-29D6-4B0A-98D5-F57AE20EA3BB}" srcOrd="0" destOrd="0" parTransId="{893342C2-48DB-4E46-82C3-A6CA9844E135}" sibTransId="{E542035E-6A5D-486A-8C3F-F90A080CC748}"/>
    <dgm:cxn modelId="{C63D1CAD-6ADB-492B-8EB4-44A5D75C6258}" srcId="{5ABD2812-2CD3-47BE-8459-2DC834141174}" destId="{E56A3BA4-23FD-460E-9686-7A5AEA6F9584}" srcOrd="0" destOrd="0" parTransId="{B11F9249-E6F5-45BA-AE2D-7A082247CDDA}" sibTransId="{CCB11E03-B7F7-40BA-81FC-D64B1D307630}"/>
    <dgm:cxn modelId="{275B52B8-1D60-4055-A661-C75396CC72EB}" type="presOf" srcId="{EE6932BE-2C28-4A72-8DA2-94F0FC2363BE}" destId="{4D77846F-3188-4EA5-96AB-F2A10C0D2693}" srcOrd="0" destOrd="3" presId="urn:microsoft.com/office/officeart/2005/8/layout/list1"/>
    <dgm:cxn modelId="{89B7D8C9-BD72-45F5-BBAA-ACB498B97529}" srcId="{84E62F3B-A86D-4E88-AEE8-BB1C26E1F93F}" destId="{EE6932BE-2C28-4A72-8DA2-94F0FC2363BE}" srcOrd="2" destOrd="0" parTransId="{37EFA488-8B61-48BA-B4C1-8B4A1FD0C15B}" sibTransId="{634A732F-E2E9-442C-BF36-CCB15CB6280C}"/>
    <dgm:cxn modelId="{0DFFABCB-AC3A-4BAA-A7A4-4B8327F0C9FC}" type="presOf" srcId="{ABCD15BE-D1EE-4109-AE31-4EDA0296A440}" destId="{4D77846F-3188-4EA5-96AB-F2A10C0D2693}" srcOrd="0" destOrd="0" presId="urn:microsoft.com/office/officeart/2005/8/layout/list1"/>
    <dgm:cxn modelId="{2654ACCE-0611-488E-B765-3A760BBEDAB2}" type="presOf" srcId="{84E62F3B-A86D-4E88-AEE8-BB1C26E1F93F}" destId="{02DC049F-19F1-4F11-B11A-18BAF2D1706A}" srcOrd="1" destOrd="0" presId="urn:microsoft.com/office/officeart/2005/8/layout/list1"/>
    <dgm:cxn modelId="{AB92EDCE-9BFA-41A1-828E-8E8BD3C3758D}" type="presOf" srcId="{4FB298BB-7F1E-42CD-B0FC-E73B6B4A82F4}" destId="{4D77846F-3188-4EA5-96AB-F2A10C0D2693}" srcOrd="0" destOrd="5" presId="urn:microsoft.com/office/officeart/2005/8/layout/list1"/>
    <dgm:cxn modelId="{AE72F4D5-D021-4A6A-92D0-35B17688A57A}" type="presOf" srcId="{EBEE996D-B8BF-4C55-AB5D-D21144C54927}" destId="{EF0B22DE-4ACB-4B12-8E08-59C660AC7B7E}" srcOrd="0" destOrd="0" presId="urn:microsoft.com/office/officeart/2005/8/layout/list1"/>
    <dgm:cxn modelId="{858FFCD5-0032-466B-98C4-5936F29147F4}" srcId="{EBEE996D-B8BF-4C55-AB5D-D21144C54927}" destId="{CBB2A47A-2601-4A5F-B626-CB69FA85A27B}" srcOrd="2" destOrd="0" parTransId="{57D9C3CC-85DB-48DD-989D-BBFA0BF788BA}" sibTransId="{837B9779-BF2A-41AE-9F58-891FDA4B5BC1}"/>
    <dgm:cxn modelId="{EC5E0AE8-9385-46D3-8485-651CEBFE2971}" srcId="{84E62F3B-A86D-4E88-AEE8-BB1C26E1F93F}" destId="{4FB298BB-7F1E-42CD-B0FC-E73B6B4A82F4}" srcOrd="3" destOrd="0" parTransId="{50CEE22B-8B47-4031-AA90-292BE51025F6}" sibTransId="{EA74F3E0-C704-4F8C-888E-E2C1B8BF51F1}"/>
    <dgm:cxn modelId="{6B0B64FD-032F-49AE-8583-02678CFF0933}" srcId="{84E62F3B-A86D-4E88-AEE8-BB1C26E1F93F}" destId="{5ABD2812-2CD3-47BE-8459-2DC834141174}" srcOrd="1" destOrd="0" parTransId="{9024D8D6-BB74-495D-9BCD-2306C42DC0D8}" sibTransId="{2998D107-30B5-467E-BCCF-5E0469306385}"/>
    <dgm:cxn modelId="{4DB1B6DE-F32A-444F-BC5F-D464A5929786}" type="presParOf" srcId="{830FE6C1-59E3-4563-A463-3B42BB0BD6FC}" destId="{1D2EEB68-24C9-473E-916D-3352C1CE43D0}" srcOrd="0" destOrd="0" presId="urn:microsoft.com/office/officeart/2005/8/layout/list1"/>
    <dgm:cxn modelId="{406E5954-E204-44C5-8D58-DD83C42B467E}" type="presParOf" srcId="{1D2EEB68-24C9-473E-916D-3352C1CE43D0}" destId="{EF0B22DE-4ACB-4B12-8E08-59C660AC7B7E}" srcOrd="0" destOrd="0" presId="urn:microsoft.com/office/officeart/2005/8/layout/list1"/>
    <dgm:cxn modelId="{DDCF2F03-DB47-43B6-AFF3-F8ADEC4F0C5B}" type="presParOf" srcId="{1D2EEB68-24C9-473E-916D-3352C1CE43D0}" destId="{F8902363-26B6-45E3-A5F2-A7C71B229290}" srcOrd="1" destOrd="0" presId="urn:microsoft.com/office/officeart/2005/8/layout/list1"/>
    <dgm:cxn modelId="{665CF63B-0439-4087-B169-920F8FAA9BC8}" type="presParOf" srcId="{830FE6C1-59E3-4563-A463-3B42BB0BD6FC}" destId="{64740211-361B-4D75-81B6-ED233673B9F5}" srcOrd="1" destOrd="0" presId="urn:microsoft.com/office/officeart/2005/8/layout/list1"/>
    <dgm:cxn modelId="{3E0348FB-4862-49A0-8ED4-04A1606CD5EF}" type="presParOf" srcId="{830FE6C1-59E3-4563-A463-3B42BB0BD6FC}" destId="{8C712B36-6A0D-41A1-BFBA-732E16E847C6}" srcOrd="2" destOrd="0" presId="urn:microsoft.com/office/officeart/2005/8/layout/list1"/>
    <dgm:cxn modelId="{C5FB0E11-4312-4F4E-8A0A-3A6CB346B925}" type="presParOf" srcId="{830FE6C1-59E3-4563-A463-3B42BB0BD6FC}" destId="{CE54848C-6250-4FDB-B5F4-4470D8A7C528}" srcOrd="3" destOrd="0" presId="urn:microsoft.com/office/officeart/2005/8/layout/list1"/>
    <dgm:cxn modelId="{54CA4002-9EF5-400D-9DA1-CD66CCE75B6F}" type="presParOf" srcId="{830FE6C1-59E3-4563-A463-3B42BB0BD6FC}" destId="{67FD4825-FE8B-4616-AED4-D0C01E72124F}" srcOrd="4" destOrd="0" presId="urn:microsoft.com/office/officeart/2005/8/layout/list1"/>
    <dgm:cxn modelId="{75E8C2E9-AD88-4B34-B0D1-08B0AFD051B1}" type="presParOf" srcId="{67FD4825-FE8B-4616-AED4-D0C01E72124F}" destId="{6940F420-3A0F-424F-B6B4-0F026C292BFA}" srcOrd="0" destOrd="0" presId="urn:microsoft.com/office/officeart/2005/8/layout/list1"/>
    <dgm:cxn modelId="{A54EB304-62E6-4282-9D4C-328644A47109}" type="presParOf" srcId="{67FD4825-FE8B-4616-AED4-D0C01E72124F}" destId="{02DC049F-19F1-4F11-B11A-18BAF2D1706A}" srcOrd="1" destOrd="0" presId="urn:microsoft.com/office/officeart/2005/8/layout/list1"/>
    <dgm:cxn modelId="{9F22DDDD-90EC-4AD6-9AF2-300FEE6BC59A}" type="presParOf" srcId="{830FE6C1-59E3-4563-A463-3B42BB0BD6FC}" destId="{331C4C32-ABA1-43C2-8E11-01EFDB7DA0F8}" srcOrd="5" destOrd="0" presId="urn:microsoft.com/office/officeart/2005/8/layout/list1"/>
    <dgm:cxn modelId="{BB678E9B-D722-4565-968A-48C6510DCB33}" type="presParOf" srcId="{830FE6C1-59E3-4563-A463-3B42BB0BD6FC}" destId="{4D77846F-3188-4EA5-96AB-F2A10C0D269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6043C1-4DF5-4FA5-BBA3-42EF28FD5E40}" type="doc">
      <dgm:prSet loTypeId="urn:microsoft.com/office/officeart/2005/8/layout/list1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84B19417-6DBE-4930-918D-349BDD430FEA}">
      <dgm:prSet phldrT="[Text]"/>
      <dgm:spPr>
        <a:solidFill>
          <a:schemeClr val="accent1"/>
        </a:solidFill>
      </dgm:spPr>
      <dgm:t>
        <a:bodyPr/>
        <a:lstStyle/>
        <a:p>
          <a:r>
            <a:rPr lang="en-CA" dirty="0"/>
            <a:t>Notes</a:t>
          </a:r>
        </a:p>
      </dgm:t>
    </dgm:pt>
    <dgm:pt modelId="{2AD28DE6-18F1-496E-9C6F-7CF5087B28D7}" type="parTrans" cxnId="{5DCE014E-C324-4EB3-A3E4-C471E040FED4}">
      <dgm:prSet/>
      <dgm:spPr/>
      <dgm:t>
        <a:bodyPr/>
        <a:lstStyle/>
        <a:p>
          <a:endParaRPr lang="en-CA"/>
        </a:p>
      </dgm:t>
    </dgm:pt>
    <dgm:pt modelId="{C864E0D1-366F-4B97-89ED-FE10DC14DD4D}" type="sibTrans" cxnId="{5DCE014E-C324-4EB3-A3E4-C471E040FED4}">
      <dgm:prSet/>
      <dgm:spPr/>
      <dgm:t>
        <a:bodyPr/>
        <a:lstStyle/>
        <a:p>
          <a:endParaRPr lang="en-CA"/>
        </a:p>
      </dgm:t>
    </dgm:pt>
    <dgm:pt modelId="{51003C54-544E-43B0-859C-94CE51F177FC}">
      <dgm:prSet phldrT="[Text]"/>
      <dgm:spPr/>
      <dgm:t>
        <a:bodyPr/>
        <a:lstStyle/>
        <a:p>
          <a:r>
            <a:rPr lang="en-CA" dirty="0" err="1"/>
            <a:t>Essayez</a:t>
          </a:r>
          <a:r>
            <a:rPr lang="en-CA" dirty="0"/>
            <a:t> avec et sans </a:t>
          </a:r>
          <a:r>
            <a:rPr lang="en-CA" dirty="0" err="1"/>
            <a:t>methode</a:t>
          </a:r>
          <a:r>
            <a:rPr lang="en-CA" dirty="0"/>
            <a:t> </a:t>
          </a:r>
          <a:r>
            <a:rPr lang="en-CA" dirty="0" err="1"/>
            <a:t>utlitaire</a:t>
          </a:r>
          <a:endParaRPr lang="en-CA" dirty="0"/>
        </a:p>
      </dgm:t>
    </dgm:pt>
    <dgm:pt modelId="{CEFFE5C1-BDA3-4283-957A-C85E55E953FB}" type="parTrans" cxnId="{7638B754-B2AC-4504-8F90-35195E337A39}">
      <dgm:prSet/>
      <dgm:spPr/>
      <dgm:t>
        <a:bodyPr/>
        <a:lstStyle/>
        <a:p>
          <a:endParaRPr lang="en-CA"/>
        </a:p>
      </dgm:t>
    </dgm:pt>
    <dgm:pt modelId="{1F9C8E61-53F9-453F-B472-04B66DF6B5DE}" type="sibTrans" cxnId="{7638B754-B2AC-4504-8F90-35195E337A39}">
      <dgm:prSet/>
      <dgm:spPr/>
      <dgm:t>
        <a:bodyPr/>
        <a:lstStyle/>
        <a:p>
          <a:endParaRPr lang="en-CA"/>
        </a:p>
      </dgm:t>
    </dgm:pt>
    <dgm:pt modelId="{ECD391C4-B587-4447-8B56-D49BDD05200D}">
      <dgm:prSet phldrT="[Text]"/>
      <dgm:spPr/>
      <dgm:t>
        <a:bodyPr/>
        <a:lstStyle/>
        <a:p>
          <a:r>
            <a:rPr lang="en-CA" dirty="0" err="1"/>
            <a:t>Essayez</a:t>
          </a:r>
          <a:r>
            <a:rPr lang="en-CA" dirty="0"/>
            <a:t> boucle for </a:t>
          </a:r>
          <a:r>
            <a:rPr lang="en-CA" dirty="0" err="1"/>
            <a:t>normale</a:t>
          </a:r>
          <a:r>
            <a:rPr lang="en-CA" dirty="0"/>
            <a:t>, </a:t>
          </a:r>
          <a:r>
            <a:rPr lang="en-CA" dirty="0" err="1"/>
            <a:t>forEach</a:t>
          </a:r>
          <a:endParaRPr lang="en-CA" dirty="0"/>
        </a:p>
      </dgm:t>
    </dgm:pt>
    <dgm:pt modelId="{1C884260-8408-40C5-9CEF-986269A4840F}" type="parTrans" cxnId="{8F77D23A-BCA0-464C-B424-55A942C934E9}">
      <dgm:prSet/>
      <dgm:spPr/>
      <dgm:t>
        <a:bodyPr/>
        <a:lstStyle/>
        <a:p>
          <a:endParaRPr lang="en-CA"/>
        </a:p>
      </dgm:t>
    </dgm:pt>
    <dgm:pt modelId="{E9EF458A-C7ED-44B1-96BE-66EA4E70E488}" type="sibTrans" cxnId="{8F77D23A-BCA0-464C-B424-55A942C934E9}">
      <dgm:prSet/>
      <dgm:spPr/>
      <dgm:t>
        <a:bodyPr/>
        <a:lstStyle/>
        <a:p>
          <a:endParaRPr lang="en-CA"/>
        </a:p>
      </dgm:t>
    </dgm:pt>
    <dgm:pt modelId="{58EA6F35-6512-4318-A93D-007F61295645}">
      <dgm:prSet phldrT="[Text]"/>
      <dgm:spPr/>
      <dgm:t>
        <a:bodyPr/>
        <a:lstStyle/>
        <a:p>
          <a:r>
            <a:rPr lang="en-CA" dirty="0" err="1"/>
            <a:t>Essayez</a:t>
          </a:r>
          <a:r>
            <a:rPr lang="en-CA" dirty="0"/>
            <a:t> concatenation , StringBuilder, et </a:t>
          </a:r>
          <a:r>
            <a:rPr lang="en-CA" dirty="0" err="1"/>
            <a:t>StringJoiner</a:t>
          </a:r>
          <a:endParaRPr lang="en-CA" dirty="0"/>
        </a:p>
      </dgm:t>
    </dgm:pt>
    <dgm:pt modelId="{10B468DF-D8E3-4FCC-B1BD-1502A932323C}" type="parTrans" cxnId="{9D0B163B-1527-49C4-8035-4F77B7F5A065}">
      <dgm:prSet/>
      <dgm:spPr/>
      <dgm:t>
        <a:bodyPr/>
        <a:lstStyle/>
        <a:p>
          <a:endParaRPr lang="en-CA"/>
        </a:p>
      </dgm:t>
    </dgm:pt>
    <dgm:pt modelId="{794BC5E0-E92F-4F51-89E9-76BD239A09A7}" type="sibTrans" cxnId="{9D0B163B-1527-49C4-8035-4F77B7F5A065}">
      <dgm:prSet/>
      <dgm:spPr/>
      <dgm:t>
        <a:bodyPr/>
        <a:lstStyle/>
        <a:p>
          <a:endParaRPr lang="en-CA"/>
        </a:p>
      </dgm:t>
    </dgm:pt>
    <dgm:pt modelId="{50E19154-0239-42BC-82BA-16258F64DB75}">
      <dgm:prSet phldrT="[Text]"/>
      <dgm:spPr/>
      <dgm:t>
        <a:bodyPr/>
        <a:lstStyle/>
        <a:p>
          <a:r>
            <a:rPr lang="en-CA" dirty="0" err="1"/>
            <a:t>Arrays.asList</a:t>
          </a:r>
          <a:r>
            <a:rPr lang="en-CA" dirty="0"/>
            <a:t>()</a:t>
          </a:r>
        </a:p>
      </dgm:t>
    </dgm:pt>
    <dgm:pt modelId="{2C7C2AE2-A41C-4EB2-BFAE-9100E68A98BE}" type="parTrans" cxnId="{A68B2EF6-FC71-4B5B-8912-BD22414F96C1}">
      <dgm:prSet/>
      <dgm:spPr/>
    </dgm:pt>
    <dgm:pt modelId="{1CE1D215-03E0-4EC7-966B-3C14190FAD23}" type="sibTrans" cxnId="{A68B2EF6-FC71-4B5B-8912-BD22414F96C1}">
      <dgm:prSet/>
      <dgm:spPr/>
    </dgm:pt>
    <dgm:pt modelId="{B5571F6D-3790-4A92-B2AF-D0ECDA248944}" type="pres">
      <dgm:prSet presAssocID="{A56043C1-4DF5-4FA5-BBA3-42EF28FD5E40}" presName="linear" presStyleCnt="0">
        <dgm:presLayoutVars>
          <dgm:dir/>
          <dgm:animLvl val="lvl"/>
          <dgm:resizeHandles val="exact"/>
        </dgm:presLayoutVars>
      </dgm:prSet>
      <dgm:spPr/>
    </dgm:pt>
    <dgm:pt modelId="{4450686C-B45C-4300-B8D3-FCBB21DDAE77}" type="pres">
      <dgm:prSet presAssocID="{84B19417-6DBE-4930-918D-349BDD430FEA}" presName="parentLin" presStyleCnt="0"/>
      <dgm:spPr/>
    </dgm:pt>
    <dgm:pt modelId="{DF10E111-3B1F-4E94-896B-5DF721F53AB5}" type="pres">
      <dgm:prSet presAssocID="{84B19417-6DBE-4930-918D-349BDD430FEA}" presName="parentLeftMargin" presStyleLbl="node1" presStyleIdx="0" presStyleCnt="1"/>
      <dgm:spPr/>
    </dgm:pt>
    <dgm:pt modelId="{804B50BA-CEF3-471E-95A0-DB47C6A977A2}" type="pres">
      <dgm:prSet presAssocID="{84B19417-6DBE-4930-918D-349BDD430F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697BAF6-75B0-4253-A8A5-6EFB0469E4DD}" type="pres">
      <dgm:prSet presAssocID="{84B19417-6DBE-4930-918D-349BDD430FEA}" presName="negativeSpace" presStyleCnt="0"/>
      <dgm:spPr/>
    </dgm:pt>
    <dgm:pt modelId="{F7143B70-51A2-4309-BF19-D0EF58598675}" type="pres">
      <dgm:prSet presAssocID="{84B19417-6DBE-4930-918D-349BDD430F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AF4BC1A-F06E-452B-B86A-A2ADD853C3C7}" type="presOf" srcId="{51003C54-544E-43B0-859C-94CE51F177FC}" destId="{F7143B70-51A2-4309-BF19-D0EF58598675}" srcOrd="0" destOrd="1" presId="urn:microsoft.com/office/officeart/2005/8/layout/list1"/>
    <dgm:cxn modelId="{8F77D23A-BCA0-464C-B424-55A942C934E9}" srcId="{84B19417-6DBE-4930-918D-349BDD430FEA}" destId="{ECD391C4-B587-4447-8B56-D49BDD05200D}" srcOrd="2" destOrd="0" parTransId="{1C884260-8408-40C5-9CEF-986269A4840F}" sibTransId="{E9EF458A-C7ED-44B1-96BE-66EA4E70E488}"/>
    <dgm:cxn modelId="{9D0B163B-1527-49C4-8035-4F77B7F5A065}" srcId="{84B19417-6DBE-4930-918D-349BDD430FEA}" destId="{58EA6F35-6512-4318-A93D-007F61295645}" srcOrd="3" destOrd="0" parTransId="{10B468DF-D8E3-4FCC-B1BD-1502A932323C}" sibTransId="{794BC5E0-E92F-4F51-89E9-76BD239A09A7}"/>
    <dgm:cxn modelId="{FD50646B-C6E3-4D9E-BD6E-B6E1A93F7626}" type="presOf" srcId="{A56043C1-4DF5-4FA5-BBA3-42EF28FD5E40}" destId="{B5571F6D-3790-4A92-B2AF-D0ECDA248944}" srcOrd="0" destOrd="0" presId="urn:microsoft.com/office/officeart/2005/8/layout/list1"/>
    <dgm:cxn modelId="{5DCE014E-C324-4EB3-A3E4-C471E040FED4}" srcId="{A56043C1-4DF5-4FA5-BBA3-42EF28FD5E40}" destId="{84B19417-6DBE-4930-918D-349BDD430FEA}" srcOrd="0" destOrd="0" parTransId="{2AD28DE6-18F1-496E-9C6F-7CF5087B28D7}" sibTransId="{C864E0D1-366F-4B97-89ED-FE10DC14DD4D}"/>
    <dgm:cxn modelId="{7638B754-B2AC-4504-8F90-35195E337A39}" srcId="{84B19417-6DBE-4930-918D-349BDD430FEA}" destId="{51003C54-544E-43B0-859C-94CE51F177FC}" srcOrd="1" destOrd="0" parTransId="{CEFFE5C1-BDA3-4283-957A-C85E55E953FB}" sibTransId="{1F9C8E61-53F9-453F-B472-04B66DF6B5DE}"/>
    <dgm:cxn modelId="{0E56348B-E0CF-4830-BCF3-E01D39017E30}" type="presOf" srcId="{58EA6F35-6512-4318-A93D-007F61295645}" destId="{F7143B70-51A2-4309-BF19-D0EF58598675}" srcOrd="0" destOrd="3" presId="urn:microsoft.com/office/officeart/2005/8/layout/list1"/>
    <dgm:cxn modelId="{471FAED1-89A5-4C74-AF24-E8AB48C25049}" type="presOf" srcId="{ECD391C4-B587-4447-8B56-D49BDD05200D}" destId="{F7143B70-51A2-4309-BF19-D0EF58598675}" srcOrd="0" destOrd="2" presId="urn:microsoft.com/office/officeart/2005/8/layout/list1"/>
    <dgm:cxn modelId="{6C804AE2-636D-425E-9F16-425F165DC1E6}" type="presOf" srcId="{50E19154-0239-42BC-82BA-16258F64DB75}" destId="{F7143B70-51A2-4309-BF19-D0EF58598675}" srcOrd="0" destOrd="0" presId="urn:microsoft.com/office/officeart/2005/8/layout/list1"/>
    <dgm:cxn modelId="{A68B2EF6-FC71-4B5B-8912-BD22414F96C1}" srcId="{84B19417-6DBE-4930-918D-349BDD430FEA}" destId="{50E19154-0239-42BC-82BA-16258F64DB75}" srcOrd="0" destOrd="0" parTransId="{2C7C2AE2-A41C-4EB2-BFAE-9100E68A98BE}" sibTransId="{1CE1D215-03E0-4EC7-966B-3C14190FAD23}"/>
    <dgm:cxn modelId="{EE9B09FB-3B6C-482B-902B-47001223FEC1}" type="presOf" srcId="{84B19417-6DBE-4930-918D-349BDD430FEA}" destId="{804B50BA-CEF3-471E-95A0-DB47C6A977A2}" srcOrd="1" destOrd="0" presId="urn:microsoft.com/office/officeart/2005/8/layout/list1"/>
    <dgm:cxn modelId="{D1F46FFC-DC2B-4DA8-B9BD-3E13F7BAA143}" type="presOf" srcId="{84B19417-6DBE-4930-918D-349BDD430FEA}" destId="{DF10E111-3B1F-4E94-896B-5DF721F53AB5}" srcOrd="0" destOrd="0" presId="urn:microsoft.com/office/officeart/2005/8/layout/list1"/>
    <dgm:cxn modelId="{9F606EBE-297A-404E-8A36-2464FFB098EA}" type="presParOf" srcId="{B5571F6D-3790-4A92-B2AF-D0ECDA248944}" destId="{4450686C-B45C-4300-B8D3-FCBB21DDAE77}" srcOrd="0" destOrd="0" presId="urn:microsoft.com/office/officeart/2005/8/layout/list1"/>
    <dgm:cxn modelId="{AF47B39B-98F4-4986-9060-3AB7B3B73A80}" type="presParOf" srcId="{4450686C-B45C-4300-B8D3-FCBB21DDAE77}" destId="{DF10E111-3B1F-4E94-896B-5DF721F53AB5}" srcOrd="0" destOrd="0" presId="urn:microsoft.com/office/officeart/2005/8/layout/list1"/>
    <dgm:cxn modelId="{7A696651-44AB-4595-AF9C-B7822CA6474A}" type="presParOf" srcId="{4450686C-B45C-4300-B8D3-FCBB21DDAE77}" destId="{804B50BA-CEF3-471E-95A0-DB47C6A977A2}" srcOrd="1" destOrd="0" presId="urn:microsoft.com/office/officeart/2005/8/layout/list1"/>
    <dgm:cxn modelId="{2E6D1DD9-A1D4-45CC-83D0-A474F6B2184A}" type="presParOf" srcId="{B5571F6D-3790-4A92-B2AF-D0ECDA248944}" destId="{3697BAF6-75B0-4253-A8A5-6EFB0469E4DD}" srcOrd="1" destOrd="0" presId="urn:microsoft.com/office/officeart/2005/8/layout/list1"/>
    <dgm:cxn modelId="{373982DC-312A-4209-8F82-D69131366040}" type="presParOf" srcId="{B5571F6D-3790-4A92-B2AF-D0ECDA248944}" destId="{F7143B70-51A2-4309-BF19-D0EF5859867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6043C1-4DF5-4FA5-BBA3-42EF28FD5E40}" type="doc">
      <dgm:prSet loTypeId="urn:microsoft.com/office/officeart/2005/8/layout/list1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84B19417-6DBE-4930-918D-349BDD430FEA}">
      <dgm:prSet phldrT="[Text]"/>
      <dgm:spPr>
        <a:solidFill>
          <a:schemeClr val="accent1"/>
        </a:solidFill>
      </dgm:spPr>
      <dgm:t>
        <a:bodyPr/>
        <a:lstStyle/>
        <a:p>
          <a:r>
            <a:rPr lang="en-CA" dirty="0"/>
            <a:t>Notes</a:t>
          </a:r>
        </a:p>
      </dgm:t>
    </dgm:pt>
    <dgm:pt modelId="{2AD28DE6-18F1-496E-9C6F-7CF5087B28D7}" type="parTrans" cxnId="{5DCE014E-C324-4EB3-A3E4-C471E040FED4}">
      <dgm:prSet/>
      <dgm:spPr/>
      <dgm:t>
        <a:bodyPr/>
        <a:lstStyle/>
        <a:p>
          <a:endParaRPr lang="en-CA"/>
        </a:p>
      </dgm:t>
    </dgm:pt>
    <dgm:pt modelId="{C864E0D1-366F-4B97-89ED-FE10DC14DD4D}" type="sibTrans" cxnId="{5DCE014E-C324-4EB3-A3E4-C471E040FED4}">
      <dgm:prSet/>
      <dgm:spPr/>
      <dgm:t>
        <a:bodyPr/>
        <a:lstStyle/>
        <a:p>
          <a:endParaRPr lang="en-CA"/>
        </a:p>
      </dgm:t>
    </dgm:pt>
    <dgm:pt modelId="{50E19154-0239-42BC-82BA-16258F64DB75}">
      <dgm:prSet phldrT="[Text]"/>
      <dgm:spPr/>
      <dgm:t>
        <a:bodyPr/>
        <a:lstStyle/>
        <a:p>
          <a:r>
            <a:rPr lang="en-CA" dirty="0" err="1"/>
            <a:t>Filtrer</a:t>
          </a:r>
          <a:r>
            <a:rPr lang="en-CA" dirty="0"/>
            <a:t> avec boucle for, </a:t>
          </a:r>
          <a:r>
            <a:rPr lang="en-CA" dirty="0" err="1"/>
            <a:t>ForEach</a:t>
          </a:r>
          <a:r>
            <a:rPr lang="en-CA" dirty="0"/>
            <a:t>, </a:t>
          </a:r>
          <a:r>
            <a:rPr lang="en-CA" dirty="0" err="1"/>
            <a:t>ou</a:t>
          </a:r>
          <a:r>
            <a:rPr lang="en-CA" dirty="0"/>
            <a:t> </a:t>
          </a:r>
          <a:r>
            <a:rPr lang="en-CA" dirty="0" err="1"/>
            <a:t>stream.filter</a:t>
          </a:r>
          <a:r>
            <a:rPr lang="en-CA" dirty="0"/>
            <a:t>()</a:t>
          </a:r>
        </a:p>
      </dgm:t>
    </dgm:pt>
    <dgm:pt modelId="{2C7C2AE2-A41C-4EB2-BFAE-9100E68A98BE}" type="parTrans" cxnId="{A68B2EF6-FC71-4B5B-8912-BD22414F96C1}">
      <dgm:prSet/>
      <dgm:spPr/>
      <dgm:t>
        <a:bodyPr/>
        <a:lstStyle/>
        <a:p>
          <a:endParaRPr lang="en-CA"/>
        </a:p>
      </dgm:t>
    </dgm:pt>
    <dgm:pt modelId="{1CE1D215-03E0-4EC7-966B-3C14190FAD23}" type="sibTrans" cxnId="{A68B2EF6-FC71-4B5B-8912-BD22414F96C1}">
      <dgm:prSet/>
      <dgm:spPr/>
      <dgm:t>
        <a:bodyPr/>
        <a:lstStyle/>
        <a:p>
          <a:endParaRPr lang="en-CA"/>
        </a:p>
      </dgm:t>
    </dgm:pt>
    <dgm:pt modelId="{55BB7EC0-0A63-4528-B572-371CB0922C32}">
      <dgm:prSet phldrT="[Text]"/>
      <dgm:spPr/>
      <dgm:t>
        <a:bodyPr/>
        <a:lstStyle/>
        <a:p>
          <a:r>
            <a:rPr lang="en-CA" dirty="0" err="1"/>
            <a:t>Voir</a:t>
          </a:r>
          <a:r>
            <a:rPr lang="en-CA" dirty="0"/>
            <a:t> notes sur </a:t>
          </a:r>
          <a:r>
            <a:rPr lang="en-CA" dirty="0">
              <a:hlinkClick xmlns:r="http://schemas.openxmlformats.org/officeDocument/2006/relationships" r:id="rId1" action="ppaction://hlinksldjump"/>
            </a:rPr>
            <a:t>Predicate</a:t>
          </a:r>
          <a:endParaRPr lang="en-CA" dirty="0"/>
        </a:p>
      </dgm:t>
    </dgm:pt>
    <dgm:pt modelId="{FB556A23-DCC6-4E45-8F17-58ACAC3A66D9}" type="parTrans" cxnId="{07833BF8-6BD0-41B1-BAAC-9DDEAD39AD7F}">
      <dgm:prSet/>
      <dgm:spPr/>
      <dgm:t>
        <a:bodyPr/>
        <a:lstStyle/>
        <a:p>
          <a:endParaRPr lang="en-CA"/>
        </a:p>
      </dgm:t>
    </dgm:pt>
    <dgm:pt modelId="{B4AA66D5-0C24-4D88-82DA-D8C92ECE3FF4}" type="sibTrans" cxnId="{07833BF8-6BD0-41B1-BAAC-9DDEAD39AD7F}">
      <dgm:prSet/>
      <dgm:spPr/>
      <dgm:t>
        <a:bodyPr/>
        <a:lstStyle/>
        <a:p>
          <a:endParaRPr lang="en-CA"/>
        </a:p>
      </dgm:t>
    </dgm:pt>
    <dgm:pt modelId="{B5571F6D-3790-4A92-B2AF-D0ECDA248944}" type="pres">
      <dgm:prSet presAssocID="{A56043C1-4DF5-4FA5-BBA3-42EF28FD5E40}" presName="linear" presStyleCnt="0">
        <dgm:presLayoutVars>
          <dgm:dir/>
          <dgm:animLvl val="lvl"/>
          <dgm:resizeHandles val="exact"/>
        </dgm:presLayoutVars>
      </dgm:prSet>
      <dgm:spPr/>
    </dgm:pt>
    <dgm:pt modelId="{4450686C-B45C-4300-B8D3-FCBB21DDAE77}" type="pres">
      <dgm:prSet presAssocID="{84B19417-6DBE-4930-918D-349BDD430FEA}" presName="parentLin" presStyleCnt="0"/>
      <dgm:spPr/>
    </dgm:pt>
    <dgm:pt modelId="{DF10E111-3B1F-4E94-896B-5DF721F53AB5}" type="pres">
      <dgm:prSet presAssocID="{84B19417-6DBE-4930-918D-349BDD430FEA}" presName="parentLeftMargin" presStyleLbl="node1" presStyleIdx="0" presStyleCnt="1"/>
      <dgm:spPr/>
    </dgm:pt>
    <dgm:pt modelId="{804B50BA-CEF3-471E-95A0-DB47C6A977A2}" type="pres">
      <dgm:prSet presAssocID="{84B19417-6DBE-4930-918D-349BDD430FE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697BAF6-75B0-4253-A8A5-6EFB0469E4DD}" type="pres">
      <dgm:prSet presAssocID="{84B19417-6DBE-4930-918D-349BDD430FEA}" presName="negativeSpace" presStyleCnt="0"/>
      <dgm:spPr/>
    </dgm:pt>
    <dgm:pt modelId="{F7143B70-51A2-4309-BF19-D0EF58598675}" type="pres">
      <dgm:prSet presAssocID="{84B19417-6DBE-4930-918D-349BDD430FE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3F5910A-BE89-4F56-9E35-F17914F1C99C}" type="presOf" srcId="{A56043C1-4DF5-4FA5-BBA3-42EF28FD5E40}" destId="{B5571F6D-3790-4A92-B2AF-D0ECDA248944}" srcOrd="0" destOrd="0" presId="urn:microsoft.com/office/officeart/2005/8/layout/list1"/>
    <dgm:cxn modelId="{0C789910-3B22-4091-8327-C1182C424B13}" type="presOf" srcId="{84B19417-6DBE-4930-918D-349BDD430FEA}" destId="{DF10E111-3B1F-4E94-896B-5DF721F53AB5}" srcOrd="0" destOrd="0" presId="urn:microsoft.com/office/officeart/2005/8/layout/list1"/>
    <dgm:cxn modelId="{E3D06119-1140-485C-BA3B-688E1A5DCEFF}" type="presOf" srcId="{55BB7EC0-0A63-4528-B572-371CB0922C32}" destId="{F7143B70-51A2-4309-BF19-D0EF58598675}" srcOrd="0" destOrd="0" presId="urn:microsoft.com/office/officeart/2005/8/layout/list1"/>
    <dgm:cxn modelId="{6608F133-25D7-425B-802E-EACD29E94FA2}" type="presOf" srcId="{50E19154-0239-42BC-82BA-16258F64DB75}" destId="{F7143B70-51A2-4309-BF19-D0EF58598675}" srcOrd="0" destOrd="1" presId="urn:microsoft.com/office/officeart/2005/8/layout/list1"/>
    <dgm:cxn modelId="{D182093A-45BC-4FF0-8EE1-FA9D05323D35}" type="presOf" srcId="{84B19417-6DBE-4930-918D-349BDD430FEA}" destId="{804B50BA-CEF3-471E-95A0-DB47C6A977A2}" srcOrd="1" destOrd="0" presId="urn:microsoft.com/office/officeart/2005/8/layout/list1"/>
    <dgm:cxn modelId="{5DCE014E-C324-4EB3-A3E4-C471E040FED4}" srcId="{A56043C1-4DF5-4FA5-BBA3-42EF28FD5E40}" destId="{84B19417-6DBE-4930-918D-349BDD430FEA}" srcOrd="0" destOrd="0" parTransId="{2AD28DE6-18F1-496E-9C6F-7CF5087B28D7}" sibTransId="{C864E0D1-366F-4B97-89ED-FE10DC14DD4D}"/>
    <dgm:cxn modelId="{A68B2EF6-FC71-4B5B-8912-BD22414F96C1}" srcId="{84B19417-6DBE-4930-918D-349BDD430FEA}" destId="{50E19154-0239-42BC-82BA-16258F64DB75}" srcOrd="1" destOrd="0" parTransId="{2C7C2AE2-A41C-4EB2-BFAE-9100E68A98BE}" sibTransId="{1CE1D215-03E0-4EC7-966B-3C14190FAD23}"/>
    <dgm:cxn modelId="{07833BF8-6BD0-41B1-BAAC-9DDEAD39AD7F}" srcId="{84B19417-6DBE-4930-918D-349BDD430FEA}" destId="{55BB7EC0-0A63-4528-B572-371CB0922C32}" srcOrd="0" destOrd="0" parTransId="{FB556A23-DCC6-4E45-8F17-58ACAC3A66D9}" sibTransId="{B4AA66D5-0C24-4D88-82DA-D8C92ECE3FF4}"/>
    <dgm:cxn modelId="{9A7FA8EB-F8C5-45E4-ADEF-ECCFDA8D582B}" type="presParOf" srcId="{B5571F6D-3790-4A92-B2AF-D0ECDA248944}" destId="{4450686C-B45C-4300-B8D3-FCBB21DDAE77}" srcOrd="0" destOrd="0" presId="urn:microsoft.com/office/officeart/2005/8/layout/list1"/>
    <dgm:cxn modelId="{8226D481-E080-4F2B-881E-B3500F7C3A49}" type="presParOf" srcId="{4450686C-B45C-4300-B8D3-FCBB21DDAE77}" destId="{DF10E111-3B1F-4E94-896B-5DF721F53AB5}" srcOrd="0" destOrd="0" presId="urn:microsoft.com/office/officeart/2005/8/layout/list1"/>
    <dgm:cxn modelId="{E4F55667-08B5-4968-BC31-8E5DECD45323}" type="presParOf" srcId="{4450686C-B45C-4300-B8D3-FCBB21DDAE77}" destId="{804B50BA-CEF3-471E-95A0-DB47C6A977A2}" srcOrd="1" destOrd="0" presId="urn:microsoft.com/office/officeart/2005/8/layout/list1"/>
    <dgm:cxn modelId="{4E1A1C31-60F2-439F-AC82-1F6084677EE9}" type="presParOf" srcId="{B5571F6D-3790-4A92-B2AF-D0ECDA248944}" destId="{3697BAF6-75B0-4253-A8A5-6EFB0469E4DD}" srcOrd="1" destOrd="0" presId="urn:microsoft.com/office/officeart/2005/8/layout/list1"/>
    <dgm:cxn modelId="{7D8CDFF8-2038-44A8-8BAF-78998A703343}" type="presParOf" srcId="{B5571F6D-3790-4A92-B2AF-D0ECDA248944}" destId="{F7143B70-51A2-4309-BF19-D0EF5859867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35C3A-16E2-4183-A438-4598AA5E5066}">
      <dsp:nvSpPr>
        <dsp:cNvPr id="0" name=""/>
        <dsp:cNvSpPr/>
      </dsp:nvSpPr>
      <dsp:spPr>
        <a:xfrm>
          <a:off x="0" y="749546"/>
          <a:ext cx="5906181" cy="13182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645668" rIns="458385" bIns="220472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100" kern="1200" dirty="0"/>
            <a:t>Classe locale et sans nom</a:t>
          </a:r>
          <a:endParaRPr lang="en-CA" sz="3100" kern="1200" dirty="0"/>
        </a:p>
      </dsp:txBody>
      <dsp:txXfrm>
        <a:off x="0" y="749546"/>
        <a:ext cx="5906181" cy="1318275"/>
      </dsp:txXfrm>
    </dsp:sp>
    <dsp:sp modelId="{77CC2D17-C5C0-4270-B07C-5720BB332AAC}">
      <dsp:nvSpPr>
        <dsp:cNvPr id="0" name=""/>
        <dsp:cNvSpPr/>
      </dsp:nvSpPr>
      <dsp:spPr>
        <a:xfrm>
          <a:off x="295309" y="291986"/>
          <a:ext cx="4134326" cy="9151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/>
            <a:t>C’est Quoi?</a:t>
          </a:r>
          <a:endParaRPr lang="en-CA" sz="3100" kern="1200" dirty="0"/>
        </a:p>
      </dsp:txBody>
      <dsp:txXfrm>
        <a:off x="339981" y="336658"/>
        <a:ext cx="4044982" cy="825776"/>
      </dsp:txXfrm>
    </dsp:sp>
    <dsp:sp modelId="{8047C143-7C29-48A5-A82E-707D3391C814}">
      <dsp:nvSpPr>
        <dsp:cNvPr id="0" name=""/>
        <dsp:cNvSpPr/>
      </dsp:nvSpPr>
      <dsp:spPr>
        <a:xfrm>
          <a:off x="0" y="2692781"/>
          <a:ext cx="5906181" cy="22459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645668" rIns="458385" bIns="220472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100" kern="1200"/>
            <a:t>Implémenter une interface, ou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100" kern="1200"/>
            <a:t>Étendre une classe</a:t>
          </a:r>
        </a:p>
      </dsp:txBody>
      <dsp:txXfrm>
        <a:off x="0" y="2692781"/>
        <a:ext cx="5906181" cy="2245950"/>
      </dsp:txXfrm>
    </dsp:sp>
    <dsp:sp modelId="{3035B0CA-84B5-4421-B9AF-408B38B563F6}">
      <dsp:nvSpPr>
        <dsp:cNvPr id="0" name=""/>
        <dsp:cNvSpPr/>
      </dsp:nvSpPr>
      <dsp:spPr>
        <a:xfrm>
          <a:off x="295309" y="2235221"/>
          <a:ext cx="4134326" cy="9151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Doit</a:t>
          </a:r>
          <a:endParaRPr lang="en-CA" sz="3100" kern="1200" dirty="0"/>
        </a:p>
      </dsp:txBody>
      <dsp:txXfrm>
        <a:off x="339981" y="2279893"/>
        <a:ext cx="4044982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45C5E-0C65-46DD-99C8-2BF67B7ACF6B}">
      <dsp:nvSpPr>
        <dsp:cNvPr id="0" name=""/>
        <dsp:cNvSpPr/>
      </dsp:nvSpPr>
      <dsp:spPr>
        <a:xfrm>
          <a:off x="0" y="344281"/>
          <a:ext cx="10058399" cy="14726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54076" rIns="78064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Méthode anonyme qui implémente une interface fonctionnelle (SAM - Single Abstract Method).</a:t>
          </a:r>
          <a:endParaRPr lang="en-CA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Une lambda ne peut pas exister «toute seule» en Java. Elle doit toujours être affectée à un type fonctionnel (explicitement déclaré ou implicitement inféré).</a:t>
          </a:r>
          <a:endParaRPr lang="en-CA" sz="1700" kern="1200" dirty="0"/>
        </a:p>
      </dsp:txBody>
      <dsp:txXfrm>
        <a:off x="0" y="344281"/>
        <a:ext cx="10058399" cy="1472625"/>
      </dsp:txXfrm>
    </dsp:sp>
    <dsp:sp modelId="{0E5BCC66-785B-4129-AE20-D5019476E812}">
      <dsp:nvSpPr>
        <dsp:cNvPr id="0" name=""/>
        <dsp:cNvSpPr/>
      </dsp:nvSpPr>
      <dsp:spPr>
        <a:xfrm>
          <a:off x="502920" y="93361"/>
          <a:ext cx="704088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C’est Quoi?</a:t>
          </a:r>
          <a:endParaRPr lang="en-CA" sz="1700" kern="1200" dirty="0"/>
        </a:p>
      </dsp:txBody>
      <dsp:txXfrm>
        <a:off x="527418" y="117859"/>
        <a:ext cx="6991884" cy="452844"/>
      </dsp:txXfrm>
    </dsp:sp>
    <dsp:sp modelId="{2F3EF6E9-A310-4976-9C96-771098EBE1F5}">
      <dsp:nvSpPr>
        <dsp:cNvPr id="0" name=""/>
        <dsp:cNvSpPr/>
      </dsp:nvSpPr>
      <dsp:spPr>
        <a:xfrm>
          <a:off x="0" y="2159626"/>
          <a:ext cx="10058399" cy="14726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54076" rIns="78064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Types des paramètres explicitement déclarés ou implicitement inférés à partir du contexte.</a:t>
          </a:r>
          <a:endParaRPr lang="en-CA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Lorsqu'il n'y a qu'un seul paramètre, si son type est inféré à partir du contexte, on peut ne pas utiliser de </a:t>
          </a:r>
          <a:r>
            <a:rPr lang="en-CA" sz="1700" kern="1200" dirty="0"/>
            <a:t>parentheses. Exemple : x -&gt; x * x</a:t>
          </a:r>
        </a:p>
      </dsp:txBody>
      <dsp:txXfrm>
        <a:off x="0" y="2159626"/>
        <a:ext cx="10058399" cy="1472625"/>
      </dsp:txXfrm>
    </dsp:sp>
    <dsp:sp modelId="{8A7B652C-8D61-49EA-9FD1-30E894D6D597}">
      <dsp:nvSpPr>
        <dsp:cNvPr id="0" name=""/>
        <dsp:cNvSpPr/>
      </dsp:nvSpPr>
      <dsp:spPr>
        <a:xfrm>
          <a:off x="502920" y="1908706"/>
          <a:ext cx="7040880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 err="1"/>
            <a:t>Paramètres</a:t>
          </a:r>
          <a:endParaRPr lang="en-CA" sz="1700" kern="1200" dirty="0"/>
        </a:p>
      </dsp:txBody>
      <dsp:txXfrm>
        <a:off x="527418" y="1933204"/>
        <a:ext cx="6991884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04E44-BB68-4E00-A9A8-C7C4BE4EEC77}">
      <dsp:nvSpPr>
        <dsp:cNvPr id="0" name=""/>
        <dsp:cNvSpPr/>
      </dsp:nvSpPr>
      <dsp:spPr>
        <a:xfrm>
          <a:off x="0" y="183684"/>
          <a:ext cx="10058399" cy="1020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87452" rIns="780644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 err="1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boolean</a:t>
          </a: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 test (T t) </a:t>
          </a:r>
          <a:r>
            <a:rPr lang="en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</a:t>
          </a: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 </a:t>
          </a:r>
          <a:r>
            <a:rPr lang="fr-FR" sz="900" b="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Prend un paramètre de type t et retourne booléen</a:t>
          </a:r>
          <a:endParaRPr lang="en-CA" sz="900" b="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Combiner avec: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and(Predicate&lt;? super T&gt; other)</a:t>
          </a:r>
          <a:endParaRPr lang="en-CA" sz="9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or(Predicate&lt;? super T&gt; other) </a:t>
          </a:r>
          <a:endParaRPr lang="en-CA" sz="9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negate()</a:t>
          </a:r>
        </a:p>
      </dsp:txBody>
      <dsp:txXfrm>
        <a:off x="0" y="183684"/>
        <a:ext cx="10058399" cy="1020600"/>
      </dsp:txXfrm>
    </dsp:sp>
    <dsp:sp modelId="{30B80439-D514-46E1-8664-B81B694580E6}">
      <dsp:nvSpPr>
        <dsp:cNvPr id="0" name=""/>
        <dsp:cNvSpPr/>
      </dsp:nvSpPr>
      <dsp:spPr>
        <a:xfrm>
          <a:off x="502920" y="50844"/>
          <a:ext cx="7040880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1"/>
            </a:rPr>
            <a:t>Predicate</a:t>
          </a: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</a:p>
      </dsp:txBody>
      <dsp:txXfrm>
        <a:off x="515889" y="63813"/>
        <a:ext cx="7014942" cy="239742"/>
      </dsp:txXfrm>
    </dsp:sp>
    <dsp:sp modelId="{D0D94FB1-BE69-4777-B7F7-DE5A8666D056}">
      <dsp:nvSpPr>
        <dsp:cNvPr id="0" name=""/>
        <dsp:cNvSpPr/>
      </dsp:nvSpPr>
      <dsp:spPr>
        <a:xfrm>
          <a:off x="0" y="1385725"/>
          <a:ext cx="10058399" cy="708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87452" rIns="780644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void accept(T t) </a:t>
          </a:r>
          <a:r>
            <a:rPr lang="en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fr-FR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Prend un paramètre de type t et retourne rien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Combiner avec: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 err="1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andThen</a:t>
          </a: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(Consumer&lt;? super T&gt; after)</a:t>
          </a:r>
          <a:endParaRPr lang="en-CA" sz="9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sp:txBody>
      <dsp:txXfrm>
        <a:off x="0" y="1385725"/>
        <a:ext cx="10058399" cy="708750"/>
      </dsp:txXfrm>
    </dsp:sp>
    <dsp:sp modelId="{837E991B-CCF3-4750-A90E-54273ADEAFC7}">
      <dsp:nvSpPr>
        <dsp:cNvPr id="0" name=""/>
        <dsp:cNvSpPr/>
      </dsp:nvSpPr>
      <dsp:spPr>
        <a:xfrm>
          <a:off x="502920" y="1252885"/>
          <a:ext cx="7040880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2"/>
            </a:rPr>
            <a:t>Consumer</a:t>
          </a: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</a:p>
      </dsp:txBody>
      <dsp:txXfrm>
        <a:off x="515889" y="1265854"/>
        <a:ext cx="7014942" cy="239742"/>
      </dsp:txXfrm>
    </dsp:sp>
    <dsp:sp modelId="{928CF5A6-D55D-4E3A-904B-46FF0FDD7C98}">
      <dsp:nvSpPr>
        <dsp:cNvPr id="0" name=""/>
        <dsp:cNvSpPr/>
      </dsp:nvSpPr>
      <dsp:spPr>
        <a:xfrm>
          <a:off x="0" y="2275915"/>
          <a:ext cx="10058399" cy="396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87452" rIns="780644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T get() </a:t>
          </a:r>
          <a:r>
            <a:rPr lang="en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fr-FR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Ne prend aucun paramètre, et retourne un résultat de type T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2275915"/>
        <a:ext cx="10058399" cy="396900"/>
      </dsp:txXfrm>
    </dsp:sp>
    <dsp:sp modelId="{CE52EF1A-4F3A-4B45-A32B-B297E431022B}">
      <dsp:nvSpPr>
        <dsp:cNvPr id="0" name=""/>
        <dsp:cNvSpPr/>
      </dsp:nvSpPr>
      <dsp:spPr>
        <a:xfrm>
          <a:off x="502920" y="2143075"/>
          <a:ext cx="7040880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3"/>
            </a:rPr>
            <a:t>Supplier</a:t>
          </a: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</a:p>
      </dsp:txBody>
      <dsp:txXfrm>
        <a:off x="515889" y="2156044"/>
        <a:ext cx="7014942" cy="239742"/>
      </dsp:txXfrm>
    </dsp:sp>
    <dsp:sp modelId="{F8832E9C-71D1-4135-A44A-2C1D38A39A1E}">
      <dsp:nvSpPr>
        <dsp:cNvPr id="0" name=""/>
        <dsp:cNvSpPr/>
      </dsp:nvSpPr>
      <dsp:spPr>
        <a:xfrm>
          <a:off x="0" y="2854255"/>
          <a:ext cx="10058399" cy="8646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87452" rIns="780644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R apply(T t) </a:t>
          </a:r>
          <a:r>
            <a:rPr lang="en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</a:t>
          </a:r>
          <a:r>
            <a:rPr lang="fr-FR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Prend un paramètre de type T et retourne un de type R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57150" lvl="1" indent="-57150" algn="l" defTabSz="4000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9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Combiner avec: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&lt;V&gt; Function&lt;T,V&gt; </a:t>
          </a:r>
          <a:r>
            <a:rPr lang="en-GB" sz="900" kern="1200" dirty="0" err="1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andThen</a:t>
          </a: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(Function&lt;? super R,? extends V&gt; after)</a:t>
          </a:r>
          <a:endParaRPr lang="en-CA" sz="9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&lt;V&gt; Function&lt;V,R&gt; compose(Function&lt;? super V,? extends T&gt; before)</a:t>
          </a:r>
        </a:p>
      </dsp:txBody>
      <dsp:txXfrm>
        <a:off x="0" y="2854255"/>
        <a:ext cx="10058399" cy="864675"/>
      </dsp:txXfrm>
    </dsp:sp>
    <dsp:sp modelId="{D2BA9F3D-89D3-4E03-94D0-7EAF2CCC7C8B}">
      <dsp:nvSpPr>
        <dsp:cNvPr id="0" name=""/>
        <dsp:cNvSpPr/>
      </dsp:nvSpPr>
      <dsp:spPr>
        <a:xfrm>
          <a:off x="502920" y="2721415"/>
          <a:ext cx="7040880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400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4"/>
            </a:rPr>
            <a:t>Function</a:t>
          </a:r>
          <a:r>
            <a:rPr lang="en-CA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&lt;T,R&gt;</a:t>
          </a:r>
        </a:p>
      </dsp:txBody>
      <dsp:txXfrm>
        <a:off x="515889" y="2734384"/>
        <a:ext cx="7014942" cy="239742"/>
      </dsp:txXfrm>
    </dsp:sp>
    <dsp:sp modelId="{A1AC5334-4E03-448C-B815-5D6A3FB53DD1}">
      <dsp:nvSpPr>
        <dsp:cNvPr id="0" name=""/>
        <dsp:cNvSpPr/>
      </dsp:nvSpPr>
      <dsp:spPr>
        <a:xfrm>
          <a:off x="0" y="3900370"/>
          <a:ext cx="10058399" cy="3827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187452" rIns="780644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int compare(T o1, T o2) </a:t>
          </a:r>
          <a:r>
            <a:rPr lang="fr-FR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: Compare 2 paramètres de type T et retourne un int 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3900370"/>
        <a:ext cx="10058399" cy="382725"/>
      </dsp:txXfrm>
    </dsp:sp>
    <dsp:sp modelId="{E2AF3AA9-8CA6-48FF-94E1-B2D244AEA570}">
      <dsp:nvSpPr>
        <dsp:cNvPr id="0" name=""/>
        <dsp:cNvSpPr/>
      </dsp:nvSpPr>
      <dsp:spPr>
        <a:xfrm>
          <a:off x="502920" y="3767530"/>
          <a:ext cx="7040880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5"/>
            </a:rPr>
            <a:t>Comparator</a:t>
          </a:r>
          <a:r>
            <a:rPr lang="en-GB" sz="9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</a:t>
          </a:r>
          <a:endParaRPr lang="en-CA" sz="9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sp:txBody>
      <dsp:txXfrm>
        <a:off x="515889" y="3780499"/>
        <a:ext cx="7014942" cy="239742"/>
      </dsp:txXfrm>
    </dsp:sp>
    <dsp:sp modelId="{40E2739C-C721-470A-8EC1-B21FC2E632FC}">
      <dsp:nvSpPr>
        <dsp:cNvPr id="0" name=""/>
        <dsp:cNvSpPr/>
      </dsp:nvSpPr>
      <dsp:spPr>
        <a:xfrm>
          <a:off x="0" y="4515380"/>
          <a:ext cx="10058399" cy="226800"/>
        </a:xfrm>
        <a:prstGeom prst="rect">
          <a:avLst/>
        </a:prstGeom>
        <a:noFill/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A9D9B-1B7A-4603-985B-322DFD09937B}">
      <dsp:nvSpPr>
        <dsp:cNvPr id="0" name=""/>
        <dsp:cNvSpPr/>
      </dsp:nvSpPr>
      <dsp:spPr>
        <a:xfrm>
          <a:off x="502920" y="4391999"/>
          <a:ext cx="7040880" cy="2656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  <a:hlinkClick xmlns:r="http://schemas.openxmlformats.org/officeDocument/2006/relationships" r:id="rId6"/>
            </a:rPr>
            <a:t>EXTRA: </a:t>
          </a:r>
          <a:r>
            <a:rPr lang="en-CA" sz="900" kern="1200" dirty="0" err="1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  <a:hlinkClick xmlns:r="http://schemas.openxmlformats.org/officeDocument/2006/relationships" r:id="rId6"/>
            </a:rPr>
            <a:t>Autres</a:t>
          </a:r>
          <a:endParaRPr lang="en-CA" sz="9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515889" y="4404968"/>
        <a:ext cx="7014942" cy="2397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047AF-0F0F-49BE-88F7-4E22E12D5E27}">
      <dsp:nvSpPr>
        <dsp:cNvPr id="0" name=""/>
        <dsp:cNvSpPr/>
      </dsp:nvSpPr>
      <dsp:spPr>
        <a:xfrm>
          <a:off x="0" y="441255"/>
          <a:ext cx="10058399" cy="9418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541528" rIns="7806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void </a:t>
          </a:r>
          <a:r>
            <a:rPr lang="en-GB" sz="18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1"/>
            </a:rPr>
            <a:t>forEach</a:t>
          </a:r>
          <a:r>
            <a:rPr lang="en-GB" sz="18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(Consumer&lt;? super T&gt; action)</a:t>
          </a:r>
          <a:endParaRPr lang="en-CA" sz="18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</dsp:txBody>
      <dsp:txXfrm>
        <a:off x="0" y="441255"/>
        <a:ext cx="10058399" cy="941850"/>
      </dsp:txXfrm>
    </dsp:sp>
    <dsp:sp modelId="{13564661-D904-4247-BEB7-78C765CED0CE}">
      <dsp:nvSpPr>
        <dsp:cNvPr id="0" name=""/>
        <dsp:cNvSpPr/>
      </dsp:nvSpPr>
      <dsp:spPr>
        <a:xfrm>
          <a:off x="502920" y="57495"/>
          <a:ext cx="7040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forEach d</a:t>
          </a:r>
          <a:r>
            <a:rPr lang="en-CA" sz="26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e l'interface Iterable</a:t>
          </a:r>
        </a:p>
      </dsp:txBody>
      <dsp:txXfrm>
        <a:off x="540387" y="94962"/>
        <a:ext cx="6965946" cy="692586"/>
      </dsp:txXfrm>
    </dsp:sp>
    <dsp:sp modelId="{4CAAC866-C55B-4433-8B76-1F7BF0D5775A}">
      <dsp:nvSpPr>
        <dsp:cNvPr id="0" name=""/>
        <dsp:cNvSpPr/>
      </dsp:nvSpPr>
      <dsp:spPr>
        <a:xfrm>
          <a:off x="0" y="1907266"/>
          <a:ext cx="10058399" cy="17608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541528" rIns="7806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void </a:t>
          </a:r>
          <a:r>
            <a:rPr lang="en-CA" sz="18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2"/>
            </a:rPr>
            <a:t>sort</a:t>
          </a:r>
          <a:r>
            <a:rPr lang="en-CA" sz="18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(Comparator&lt;? super E&gt; c)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Choisir comment comparer une collection:</a:t>
          </a:r>
          <a:endParaRPr lang="en-CA" sz="18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Par quel attribut (age, nom, etc)</a:t>
          </a:r>
          <a:endParaRPr lang="en-CA" sz="16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En ordre croissant ou décroissant</a:t>
          </a:r>
          <a:endParaRPr lang="en-CA" sz="1600" kern="1200" dirty="0"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</dsp:txBody>
      <dsp:txXfrm>
        <a:off x="0" y="1907266"/>
        <a:ext cx="10058399" cy="1760850"/>
      </dsp:txXfrm>
    </dsp:sp>
    <dsp:sp modelId="{01AE2F6E-B81F-469B-BD42-F25CAA180B09}">
      <dsp:nvSpPr>
        <dsp:cNvPr id="0" name=""/>
        <dsp:cNvSpPr/>
      </dsp:nvSpPr>
      <dsp:spPr>
        <a:xfrm>
          <a:off x="502920" y="1523505"/>
          <a:ext cx="7040880" cy="7675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sort de l'interface List</a:t>
          </a:r>
        </a:p>
      </dsp:txBody>
      <dsp:txXfrm>
        <a:off x="540387" y="1560972"/>
        <a:ext cx="6965946" cy="6925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12B36-6A0D-41A1-BFBA-732E16E847C6}">
      <dsp:nvSpPr>
        <dsp:cNvPr id="0" name=""/>
        <dsp:cNvSpPr/>
      </dsp:nvSpPr>
      <dsp:spPr>
        <a:xfrm>
          <a:off x="0" y="269130"/>
          <a:ext cx="10058399" cy="1360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74904" rIns="7806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>
              <a:hlinkClick xmlns:r="http://schemas.openxmlformats.org/officeDocument/2006/relationships" r:id="rId1"/>
            </a:rPr>
            <a:t>BiPredicate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>
              <a:hlinkClick xmlns:r="http://schemas.openxmlformats.org/officeDocument/2006/relationships" r:id="rId2"/>
            </a:rPr>
            <a:t>BiFunction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>
              <a:hlinkClick xmlns:r="http://schemas.openxmlformats.org/officeDocument/2006/relationships" r:id="rId3"/>
            </a:rPr>
            <a:t>BiConsumer</a:t>
          </a:r>
          <a:endParaRPr lang="en-CA" sz="1800" kern="1200" dirty="0"/>
        </a:p>
      </dsp:txBody>
      <dsp:txXfrm>
        <a:off x="0" y="269130"/>
        <a:ext cx="10058399" cy="1360800"/>
      </dsp:txXfrm>
    </dsp:sp>
    <dsp:sp modelId="{F8902363-26B6-45E3-A5F2-A7C71B229290}">
      <dsp:nvSpPr>
        <dsp:cNvPr id="0" name=""/>
        <dsp:cNvSpPr/>
      </dsp:nvSpPr>
      <dsp:spPr>
        <a:xfrm>
          <a:off x="502920" y="3450"/>
          <a:ext cx="704088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Bi</a:t>
          </a:r>
          <a:endParaRPr lang="en-CA" sz="1800" kern="1200" dirty="0"/>
        </a:p>
      </dsp:txBody>
      <dsp:txXfrm>
        <a:off x="528859" y="29389"/>
        <a:ext cx="6989002" cy="479482"/>
      </dsp:txXfrm>
    </dsp:sp>
    <dsp:sp modelId="{4D77846F-3188-4EA5-96AB-F2A10C0D2693}">
      <dsp:nvSpPr>
        <dsp:cNvPr id="0" name=""/>
        <dsp:cNvSpPr/>
      </dsp:nvSpPr>
      <dsp:spPr>
        <a:xfrm>
          <a:off x="0" y="1992811"/>
          <a:ext cx="10058399" cy="17293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74904" rIns="78064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/>
            <a:t>Fonctions de transformations (</a:t>
          </a:r>
          <a:r>
            <a:rPr lang="fr-FR" sz="1300" kern="1200" dirty="0"/>
            <a:t>prennent une valeur d’un certain type et retournent une valeur du même type</a:t>
          </a:r>
          <a:r>
            <a:rPr lang="en-GB" sz="1300" kern="1200" dirty="0"/>
            <a:t>)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4"/>
            </a:rPr>
            <a:t>UnaryOperator</a:t>
          </a:r>
          <a:r>
            <a:rPr lang="fr-FR" sz="13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 : Function&lt;T,T&gt; </a:t>
          </a:r>
          <a:r>
            <a:rPr lang="fr-FR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(Transforme T en T)</a:t>
          </a:r>
          <a:endParaRPr lang="en-CA" sz="13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Ex: </a:t>
          </a:r>
          <a:r>
            <a:rPr lang="fr-FR" sz="1300" kern="1200" dirty="0"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x-&gt;x*x;</a:t>
          </a:r>
          <a:endParaRPr lang="en-CA" sz="1300" kern="1200" dirty="0">
            <a:latin typeface="FiraCode Nerd Font Mono" panose="02000009000000000000" pitchFamily="49" charset="0"/>
            <a:ea typeface="FiraCode Nerd Font Mono" panose="02000009000000000000" pitchFamily="49" charset="0"/>
            <a:cs typeface="FiraCode Nerd Font Mono" panose="02000009000000000000" pitchFamily="49" charset="0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  <a:hlinkClick xmlns:r="http://schemas.openxmlformats.org/officeDocument/2006/relationships" r:id="rId5"/>
            </a:rPr>
            <a:t>BinaryOperator</a:t>
          </a:r>
          <a:r>
            <a:rPr lang="en-CA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" panose="02000009000000000000" pitchFamily="49" charset="0"/>
              <a:ea typeface="FiraCode Nerd Font Mono" panose="02000009000000000000" pitchFamily="49" charset="0"/>
              <a:cs typeface="FiraCode Nerd Font Mono" panose="02000009000000000000" pitchFamily="49" charset="0"/>
            </a:rPr>
            <a:t>&lt;T&gt; : BiFunction&lt;T, T, T&gt; </a:t>
          </a:r>
          <a:r>
            <a:rPr lang="fr-FR" sz="1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iraCode Nerd Font Mono SemBd" panose="02000009000000000000" pitchFamily="49" charset="0"/>
              <a:ea typeface="FiraCode Nerd Font Mono SemBd" panose="02000009000000000000" pitchFamily="49" charset="0"/>
              <a:cs typeface="FiraCode Nerd Font Mono SemBd" panose="02000009000000000000" pitchFamily="49" charset="0"/>
            </a:rPr>
            <a:t>Combine deux T pour donner un T) </a:t>
          </a:r>
          <a:endParaRPr lang="en-CA" sz="13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iraCode Nerd Font Mono SemBd" panose="02000009000000000000" pitchFamily="49" charset="0"/>
            <a:ea typeface="FiraCode Nerd Font Mono SemBd" panose="02000009000000000000" pitchFamily="49" charset="0"/>
            <a:cs typeface="FiraCode Nerd Font Mono SemBd" panose="02000009000000000000" pitchFamily="49" charset="0"/>
          </a:endParaRP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Ex: (x,y)-&gt;x+y;</a:t>
          </a:r>
          <a:endParaRPr lang="en-CA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CA" sz="1300" kern="1200" dirty="0"/>
        </a:p>
      </dsp:txBody>
      <dsp:txXfrm>
        <a:off x="0" y="1992811"/>
        <a:ext cx="10058399" cy="1729350"/>
      </dsp:txXfrm>
    </dsp:sp>
    <dsp:sp modelId="{02DC049F-19F1-4F11-B11A-18BAF2D1706A}">
      <dsp:nvSpPr>
        <dsp:cNvPr id="0" name=""/>
        <dsp:cNvSpPr/>
      </dsp:nvSpPr>
      <dsp:spPr>
        <a:xfrm>
          <a:off x="502920" y="1727131"/>
          <a:ext cx="7040880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Operators</a:t>
          </a:r>
          <a:endParaRPr lang="en-CA" sz="1800" kern="1200" dirty="0"/>
        </a:p>
      </dsp:txBody>
      <dsp:txXfrm>
        <a:off x="528859" y="1753070"/>
        <a:ext cx="6989002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43B70-51A2-4309-BF19-D0EF58598675}">
      <dsp:nvSpPr>
        <dsp:cNvPr id="0" name=""/>
        <dsp:cNvSpPr/>
      </dsp:nvSpPr>
      <dsp:spPr>
        <a:xfrm>
          <a:off x="0" y="358938"/>
          <a:ext cx="2312479" cy="340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474" tIns="374904" rIns="1794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/>
            <a:t>Arrays.asList</a:t>
          </a:r>
          <a:r>
            <a:rPr lang="en-CA" sz="1800" kern="1200" dirty="0"/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/>
            <a:t>Essayez</a:t>
          </a:r>
          <a:r>
            <a:rPr lang="en-CA" sz="1800" kern="1200" dirty="0"/>
            <a:t> avec et sans </a:t>
          </a:r>
          <a:r>
            <a:rPr lang="en-CA" sz="1800" kern="1200" dirty="0" err="1"/>
            <a:t>methode</a:t>
          </a:r>
          <a:r>
            <a:rPr lang="en-CA" sz="1800" kern="1200" dirty="0"/>
            <a:t> </a:t>
          </a:r>
          <a:r>
            <a:rPr lang="en-CA" sz="1800" kern="1200" dirty="0" err="1"/>
            <a:t>utlitaire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/>
            <a:t>Essayez</a:t>
          </a:r>
          <a:r>
            <a:rPr lang="en-CA" sz="1800" kern="1200" dirty="0"/>
            <a:t> boucle for </a:t>
          </a:r>
          <a:r>
            <a:rPr lang="en-CA" sz="1800" kern="1200" dirty="0" err="1"/>
            <a:t>normale</a:t>
          </a:r>
          <a:r>
            <a:rPr lang="en-CA" sz="1800" kern="1200" dirty="0"/>
            <a:t>, </a:t>
          </a:r>
          <a:r>
            <a:rPr lang="en-CA" sz="1800" kern="1200" dirty="0" err="1"/>
            <a:t>forEach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/>
            <a:t>Essayez</a:t>
          </a:r>
          <a:r>
            <a:rPr lang="en-CA" sz="1800" kern="1200" dirty="0"/>
            <a:t> concatenation , StringBuilder, et </a:t>
          </a:r>
          <a:r>
            <a:rPr lang="en-CA" sz="1800" kern="1200" dirty="0" err="1"/>
            <a:t>StringJoiner</a:t>
          </a:r>
          <a:endParaRPr lang="en-CA" sz="1800" kern="1200" dirty="0"/>
        </a:p>
      </dsp:txBody>
      <dsp:txXfrm>
        <a:off x="0" y="358938"/>
        <a:ext cx="2312479" cy="3402000"/>
      </dsp:txXfrm>
    </dsp:sp>
    <dsp:sp modelId="{804B50BA-CEF3-471E-95A0-DB47C6A977A2}">
      <dsp:nvSpPr>
        <dsp:cNvPr id="0" name=""/>
        <dsp:cNvSpPr/>
      </dsp:nvSpPr>
      <dsp:spPr>
        <a:xfrm>
          <a:off x="115623" y="93258"/>
          <a:ext cx="1618735" cy="531360"/>
        </a:xfrm>
        <a:prstGeom prst="roundRect">
          <a:avLst/>
        </a:prstGeom>
        <a:solidFill>
          <a:schemeClr val="accent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184" tIns="0" rIns="611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Notes</a:t>
          </a:r>
        </a:p>
      </dsp:txBody>
      <dsp:txXfrm>
        <a:off x="141562" y="119197"/>
        <a:ext cx="1566857" cy="4794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43B70-51A2-4309-BF19-D0EF58598675}">
      <dsp:nvSpPr>
        <dsp:cNvPr id="0" name=""/>
        <dsp:cNvSpPr/>
      </dsp:nvSpPr>
      <dsp:spPr>
        <a:xfrm>
          <a:off x="0" y="807408"/>
          <a:ext cx="2312479" cy="2564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474" tIns="458216" rIns="179474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 dirty="0" err="1"/>
            <a:t>Voir</a:t>
          </a:r>
          <a:r>
            <a:rPr lang="en-CA" sz="2200" kern="1200" dirty="0"/>
            <a:t> notes sur </a:t>
          </a:r>
          <a:r>
            <a:rPr lang="en-CA" sz="2200" kern="1200" dirty="0">
              <a:hlinkClick xmlns:r="http://schemas.openxmlformats.org/officeDocument/2006/relationships" r:id="" action="ppaction://hlinksldjump"/>
            </a:rPr>
            <a:t>Predicate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200" kern="1200" dirty="0" err="1"/>
            <a:t>Filtrer</a:t>
          </a:r>
          <a:r>
            <a:rPr lang="en-CA" sz="2200" kern="1200" dirty="0"/>
            <a:t> avec boucle for, </a:t>
          </a:r>
          <a:r>
            <a:rPr lang="en-CA" sz="2200" kern="1200" dirty="0" err="1"/>
            <a:t>ForEach</a:t>
          </a:r>
          <a:r>
            <a:rPr lang="en-CA" sz="2200" kern="1200" dirty="0"/>
            <a:t>, </a:t>
          </a:r>
          <a:r>
            <a:rPr lang="en-CA" sz="2200" kern="1200" dirty="0" err="1"/>
            <a:t>ou</a:t>
          </a:r>
          <a:r>
            <a:rPr lang="en-CA" sz="2200" kern="1200" dirty="0"/>
            <a:t> </a:t>
          </a:r>
          <a:r>
            <a:rPr lang="en-CA" sz="2200" kern="1200" dirty="0" err="1"/>
            <a:t>stream.filter</a:t>
          </a:r>
          <a:r>
            <a:rPr lang="en-CA" sz="2200" kern="1200" dirty="0"/>
            <a:t>()</a:t>
          </a:r>
        </a:p>
      </dsp:txBody>
      <dsp:txXfrm>
        <a:off x="0" y="807408"/>
        <a:ext cx="2312479" cy="2564099"/>
      </dsp:txXfrm>
    </dsp:sp>
    <dsp:sp modelId="{804B50BA-CEF3-471E-95A0-DB47C6A977A2}">
      <dsp:nvSpPr>
        <dsp:cNvPr id="0" name=""/>
        <dsp:cNvSpPr/>
      </dsp:nvSpPr>
      <dsp:spPr>
        <a:xfrm>
          <a:off x="115623" y="482688"/>
          <a:ext cx="1618735" cy="649440"/>
        </a:xfrm>
        <a:prstGeom prst="roundRect">
          <a:avLst/>
        </a:prstGeom>
        <a:solidFill>
          <a:schemeClr val="accent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184" tIns="0" rIns="61184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Notes</a:t>
          </a:r>
        </a:p>
      </dsp:txBody>
      <dsp:txXfrm>
        <a:off x="147326" y="514391"/>
        <a:ext cx="1555329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C7D2B5-B022-EACA-9F14-7FA4DCD95D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32E66-B861-3841-9D30-09B9A6FCD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CC3E9-B06A-41A9-B77A-085A4AEBFB52}" type="datetimeFigureOut">
              <a:rPr lang="en-CA" smtClean="0"/>
              <a:t>2025-07-02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19FF1-8F9B-323C-FD83-9AB8F39D2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6B007-AA61-B584-ADF4-EE21E6CCC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0B24-83DF-4AB2-860C-EBEBDE998F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386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B22AA-C6DF-4D5B-8B8D-B7524FD024BA}" type="datetimeFigureOut">
              <a:rPr lang="en-CA" smtClean="0"/>
              <a:t>2025-07-02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7C7A1-3F00-4D30-AAA8-FAC2B01BBB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6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7C7A1-3F00-4D30-AAA8-FAC2B01BBB8F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831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66086-5615-0628-7A93-6887C7B7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3C7CF-9109-528C-553F-700A2BE80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4D1A6-DED4-D6AA-6778-2D68D72CD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8B7F5-9E11-D6A2-65DD-4A9A6D11B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7C7A1-3F00-4D30-AAA8-FAC2B01BBB8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4046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656E-0287-8803-1527-7C86F3CD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411C8-2333-8D71-0FE8-9458E94E7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B9C98-857B-5F6B-DE21-49743D829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55908-945B-CA90-AA6F-47C33656B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7C7A1-3F00-4D30-AAA8-FAC2B01BBB8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047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Classe Anonyme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BDBB8ED-8150-FEE8-B185-A008198E8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1029849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54B8D-BA92-4640-0C36-6B690FE4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F8CDF-E5E7-E476-D17F-624F89A9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Lambda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DD648EE-0FDC-6CCD-D84E-69782D9FFA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65656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024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796FD-0EB8-96D8-AEAD-F32B5441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815555F-A205-E98E-7658-E4BD9C3ED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AF08B0-217B-9834-BFCA-B9BB4E61B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498E2-E26A-3083-8DE9-F151A9D7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cap="all" spc="-100" dirty="0"/>
              <a:t>Comment </a:t>
            </a:r>
            <a:r>
              <a:rPr lang="en-US" cap="all" spc="-100" dirty="0" err="1"/>
              <a:t>écrire</a:t>
            </a:r>
            <a:r>
              <a:rPr lang="en-US" cap="all" spc="-100" dirty="0"/>
              <a:t> </a:t>
            </a:r>
            <a:r>
              <a:rPr lang="en-US" cap="all" spc="-100" dirty="0" err="1"/>
              <a:t>une</a:t>
            </a:r>
            <a:r>
              <a:rPr lang="en-US" cap="all" spc="-100" dirty="0"/>
              <a:t> expression lambda?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241A42-4CCC-0976-5335-F002108BE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2CCBA72-71B5-646A-1A81-0944A20EAC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1"/>
          <a:stretch>
            <a:fillRect/>
          </a:stretch>
        </p:blipFill>
        <p:spPr bwMode="auto">
          <a:xfrm>
            <a:off x="4713114" y="416290"/>
            <a:ext cx="7420067" cy="606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41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02DD-A464-0F44-63BA-BB05C60D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DED7210-B5D1-AC3A-50DA-943859C73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9FE2F1-4B66-D5B3-78AA-A3650D11F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98E2C69-3EDA-6B67-B0E8-558DCAA6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48DDEA-0E47-7C3D-808F-6F0D49D0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41706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Interfaces Fonctionnelles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01B86F1-051F-517F-88B1-ABF048D6CD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5798507"/>
              </p:ext>
            </p:extLst>
          </p:nvPr>
        </p:nvGraphicFramePr>
        <p:xfrm>
          <a:off x="1066800" y="1521460"/>
          <a:ext cx="10058400" cy="4742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115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DBC50-857A-571B-3B08-C5D14CE2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E5A86-571F-2793-D92E-1114516A4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Méthodes qui utilisent une interface fonctionnelle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78FF0A8-981B-0C96-BF1F-4F74FD4DF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618086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7208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AE244-7420-A4A2-1C52-60D0A542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35B71914-BC4D-D04A-D0E0-F33FD6CBC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1C1D9D-F282-A4A0-0580-F14024097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6CC6A11-55D2-F36B-2431-140ED0A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F064F-461A-22F4-D7E0-9FC26ED3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Extras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7F40FA-A285-C802-D949-8DF5F5D71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619045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307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145F0-FDAC-69F5-7628-E74AACEF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9DE4312B-CAC9-2034-F310-81BBDBF5A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9363641-46E3-4BE9-F0D0-6EB305D37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909257-B99A-97BB-5A3F-D822320E9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FCE38-F245-8BA0-9109-BE08E405C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20" y="612843"/>
            <a:ext cx="2312480" cy="12992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cap="all" spc="-100" dirty="0" err="1"/>
              <a:t>Exercice</a:t>
            </a:r>
            <a:r>
              <a:rPr lang="en-US" sz="2800" cap="all" spc="-100" dirty="0"/>
              <a:t>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B9712CF-3A02-510C-5329-57579BFE4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F64231-36E4-2915-F4A7-8CD4725C6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7411" y="1075370"/>
            <a:ext cx="7716820" cy="470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40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32E49-1CC5-B0A2-1E56-D5692E01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6EE36-3A32-8C22-9F8F-892180F3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20" y="612843"/>
            <a:ext cx="2312480" cy="12992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cap="all" spc="-100" dirty="0"/>
              <a:t>Exercice 2A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D8971A-6672-2A57-742B-84E5812F43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227887"/>
              </p:ext>
            </p:extLst>
          </p:nvPr>
        </p:nvGraphicFramePr>
        <p:xfrm>
          <a:off x="557720" y="2149813"/>
          <a:ext cx="2312479" cy="3854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6BF2A5-D2CB-3225-035A-48BBACE285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61281" y="513001"/>
            <a:ext cx="6841051" cy="583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17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FD779-D91F-C9B5-3758-52BBD417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565D840A-6938-C1EA-812D-EC88035F7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200670C-04F2-4AA3-1970-217A99E59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159C4D6-2531-E4F1-801C-F1A9CBB02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F6C52-A464-75FD-F80D-E0288283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20" y="612843"/>
            <a:ext cx="2312480" cy="12992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cap="all" spc="-100" dirty="0"/>
              <a:t>Exercice 2B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A51094F-8E5B-FD65-9114-BB6C823EE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782EBA4-63D1-CED1-02B3-5B2C39405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237443"/>
              </p:ext>
            </p:extLst>
          </p:nvPr>
        </p:nvGraphicFramePr>
        <p:xfrm>
          <a:off x="557720" y="2149813"/>
          <a:ext cx="2312479" cy="3854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406BDD-3DA6-E060-C7D1-D36B8832B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175882" y="449403"/>
            <a:ext cx="4999877" cy="5959194"/>
          </a:xfrm>
        </p:spPr>
      </p:pic>
    </p:spTree>
    <p:extLst>
      <p:ext uri="{BB962C8B-B14F-4D97-AF65-F5344CB8AC3E}">
        <p14:creationId xmlns:p14="http://schemas.microsoft.com/office/powerpoint/2010/main" val="3243793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5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6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7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5FBC4-9D33-46BE-911D-419763BA9AF9}">
  <ds:schemaRefs>
    <ds:schemaRef ds:uri="71af3243-3dd4-4a8d-8c0d-dd76da1f02a5"/>
    <ds:schemaRef ds:uri="http://schemas.microsoft.com/office/2006/documentManagement/types"/>
    <ds:schemaRef ds:uri="16c05727-aa75-4e4a-9b5f-8a80a1165891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{9E3E6F33-2AB6-44EB-BDFA-0C66C1D52E1D}TF993b3720-55e5-4d3e-ae7c-1ec77a73f5a45edb12b8_win32-bce7b620edb8</Template>
  <TotalTime>203</TotalTime>
  <Words>504</Words>
  <Application>Microsoft Office PowerPoint</Application>
  <PresentationFormat>Widescreen</PresentationFormat>
  <Paragraphs>70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Avenir Next LT Pro</vt:lpstr>
      <vt:lpstr>Avenir Next LT Pro Light</vt:lpstr>
      <vt:lpstr>FiraCode Nerd Font Mono</vt:lpstr>
      <vt:lpstr>FiraCode Nerd Font Mono SemBd</vt:lpstr>
      <vt:lpstr>Garamond</vt:lpstr>
      <vt:lpstr>SavonVTI</vt:lpstr>
      <vt:lpstr>INF2120 Lab 10</vt:lpstr>
      <vt:lpstr>Classe Anonyme</vt:lpstr>
      <vt:lpstr>Lambda</vt:lpstr>
      <vt:lpstr>Comment écrire une expression lambda?</vt:lpstr>
      <vt:lpstr>Interfaces Fonctionnelles</vt:lpstr>
      <vt:lpstr>Méthodes qui utilisent une interface fonctionnelle</vt:lpstr>
      <vt:lpstr>Extras</vt:lpstr>
      <vt:lpstr>Exercice 1</vt:lpstr>
      <vt:lpstr>Exercice 2A</vt:lpstr>
      <vt:lpstr>Exercice 2B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</dc:creator>
  <cp:lastModifiedBy>George</cp:lastModifiedBy>
  <cp:revision>5</cp:revision>
  <dcterms:created xsi:type="dcterms:W3CDTF">2025-06-29T23:07:02Z</dcterms:created>
  <dcterms:modified xsi:type="dcterms:W3CDTF">2025-07-02T12:04:46Z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