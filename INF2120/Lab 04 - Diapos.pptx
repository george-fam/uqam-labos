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93" r:id="rId5"/>
    <p:sldId id="2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81059" autoAdjust="0"/>
  </p:normalViewPr>
  <p:slideViewPr>
    <p:cSldViewPr snapToGrid="0">
      <p:cViewPr varScale="1">
        <p:scale>
          <a:sx n="92" d="100"/>
          <a:sy n="92" d="100"/>
        </p:scale>
        <p:origin x="1200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627ED-A304-4697-8C44-18E45D3D2B1A}" type="doc">
      <dgm:prSet loTypeId="urn:microsoft.com/office/officeart/2005/8/layout/list1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40201D1-AA5E-49F5-ADBD-38463B68913C}">
      <dgm:prSet/>
      <dgm:spPr/>
      <dgm:t>
        <a:bodyPr/>
        <a:lstStyle/>
        <a:p>
          <a:r>
            <a:rPr lang="en-US" dirty="0"/>
            <a:t>Interface</a:t>
          </a:r>
          <a:endParaRPr lang="en-CA" dirty="0"/>
        </a:p>
      </dgm:t>
    </dgm:pt>
    <dgm:pt modelId="{92A4B926-8930-410B-8872-F03B5BFF3B3F}" type="parTrans" cxnId="{7985B7EE-41F3-4599-8E40-EBAE062CB5E8}">
      <dgm:prSet/>
      <dgm:spPr/>
      <dgm:t>
        <a:bodyPr/>
        <a:lstStyle/>
        <a:p>
          <a:endParaRPr lang="en-CA"/>
        </a:p>
      </dgm:t>
    </dgm:pt>
    <dgm:pt modelId="{E1A8BF0B-05F6-4688-B543-C898FD165DA6}" type="sibTrans" cxnId="{7985B7EE-41F3-4599-8E40-EBAE062CB5E8}">
      <dgm:prSet/>
      <dgm:spPr/>
      <dgm:t>
        <a:bodyPr/>
        <a:lstStyle/>
        <a:p>
          <a:endParaRPr lang="en-CA"/>
        </a:p>
      </dgm:t>
    </dgm:pt>
    <dgm:pt modelId="{BE69962A-E6EC-42AF-AFA3-F79A1D451012}">
      <dgm:prSet/>
      <dgm:spPr/>
      <dgm:t>
        <a:bodyPr/>
        <a:lstStyle/>
        <a:p>
          <a:r>
            <a:rPr lang="en-US" dirty="0"/>
            <a:t>Class </a:t>
          </a:r>
          <a:r>
            <a:rPr lang="en-US" dirty="0" err="1"/>
            <a:t>Abstraite</a:t>
          </a:r>
          <a:endParaRPr lang="en-CA" dirty="0"/>
        </a:p>
      </dgm:t>
    </dgm:pt>
    <dgm:pt modelId="{0AF34CEA-2CD4-4BA0-BBDA-5E562290F296}" type="parTrans" cxnId="{CBC2128B-9578-4344-BED6-6A974AD3A207}">
      <dgm:prSet/>
      <dgm:spPr/>
      <dgm:t>
        <a:bodyPr/>
        <a:lstStyle/>
        <a:p>
          <a:endParaRPr lang="en-CA"/>
        </a:p>
      </dgm:t>
    </dgm:pt>
    <dgm:pt modelId="{0CCB7D80-68BD-4D5C-8C8F-54AACDF5E28D}" type="sibTrans" cxnId="{CBC2128B-9578-4344-BED6-6A974AD3A207}">
      <dgm:prSet/>
      <dgm:spPr/>
      <dgm:t>
        <a:bodyPr/>
        <a:lstStyle/>
        <a:p>
          <a:endParaRPr lang="en-CA"/>
        </a:p>
      </dgm:t>
    </dgm:pt>
    <dgm:pt modelId="{8051C726-F1AB-40A4-B5A9-534001844135}">
      <dgm:prSet/>
      <dgm:spPr/>
      <dgm:t>
        <a:bodyPr/>
        <a:lstStyle/>
        <a:p>
          <a:r>
            <a:rPr lang="fr-FR" dirty="0"/>
            <a:t>Sert à définir un contrat que les classes doivent respecter.</a:t>
          </a:r>
          <a:endParaRPr lang="en-CA" dirty="0"/>
        </a:p>
      </dgm:t>
    </dgm:pt>
    <dgm:pt modelId="{1A2745A5-BF5B-438D-ADFA-AC8201FDAA46}" type="parTrans" cxnId="{BC293E31-9487-48C2-B6B3-192D202E6645}">
      <dgm:prSet/>
      <dgm:spPr/>
      <dgm:t>
        <a:bodyPr/>
        <a:lstStyle/>
        <a:p>
          <a:endParaRPr lang="en-CA"/>
        </a:p>
      </dgm:t>
    </dgm:pt>
    <dgm:pt modelId="{B82B14E8-5EFC-49E6-8C97-E6FE5A3A656F}" type="sibTrans" cxnId="{BC293E31-9487-48C2-B6B3-192D202E6645}">
      <dgm:prSet/>
      <dgm:spPr/>
      <dgm:t>
        <a:bodyPr/>
        <a:lstStyle/>
        <a:p>
          <a:endParaRPr lang="en-CA"/>
        </a:p>
      </dgm:t>
    </dgm:pt>
    <dgm:pt modelId="{259D19B2-CC99-4EE7-B7C3-A1F6CCCA9C44}">
      <dgm:prSet/>
      <dgm:spPr/>
      <dgm:t>
        <a:bodyPr/>
        <a:lstStyle/>
        <a:p>
          <a:r>
            <a:rPr lang="fr-FR" dirty="0"/>
            <a:t>Une interface ne peut pas être instanciée et ne peut pas contenir de constructeur</a:t>
          </a:r>
          <a:endParaRPr lang="en-CA" dirty="0"/>
        </a:p>
      </dgm:t>
    </dgm:pt>
    <dgm:pt modelId="{C16C90D3-FD1F-4663-BE01-DC7E9CF29A42}" type="parTrans" cxnId="{939D3A38-E8DF-416F-9CCB-6C165F4C95C9}">
      <dgm:prSet/>
      <dgm:spPr/>
      <dgm:t>
        <a:bodyPr/>
        <a:lstStyle/>
        <a:p>
          <a:endParaRPr lang="en-CA"/>
        </a:p>
      </dgm:t>
    </dgm:pt>
    <dgm:pt modelId="{9AEF2EA8-AF96-4128-9422-C3EBA0197146}" type="sibTrans" cxnId="{939D3A38-E8DF-416F-9CCB-6C165F4C95C9}">
      <dgm:prSet/>
      <dgm:spPr/>
      <dgm:t>
        <a:bodyPr/>
        <a:lstStyle/>
        <a:p>
          <a:endParaRPr lang="en-CA"/>
        </a:p>
      </dgm:t>
    </dgm:pt>
    <dgm:pt modelId="{F383E5C0-19E0-4700-BEA0-EF7CE0E4D192}">
      <dgm:prSet/>
      <dgm:spPr/>
      <dgm:t>
        <a:bodyPr/>
        <a:lstStyle/>
        <a:p>
          <a:r>
            <a:rPr lang="fr-FR" dirty="0"/>
            <a:t>Une classe ne peut hériter que d’une seule classe abstraite.</a:t>
          </a:r>
          <a:endParaRPr lang="en-CA" dirty="0"/>
        </a:p>
      </dgm:t>
    </dgm:pt>
    <dgm:pt modelId="{99D02D2A-C0C5-4279-9466-C924B2C0B31E}" type="parTrans" cxnId="{DAC202A1-E26C-40BB-AFC9-08A62457FF5F}">
      <dgm:prSet/>
      <dgm:spPr/>
      <dgm:t>
        <a:bodyPr/>
        <a:lstStyle/>
        <a:p>
          <a:endParaRPr lang="en-CA"/>
        </a:p>
      </dgm:t>
    </dgm:pt>
    <dgm:pt modelId="{EC34CA58-E1BD-47BB-B699-C1132E69A237}" type="sibTrans" cxnId="{DAC202A1-E26C-40BB-AFC9-08A62457FF5F}">
      <dgm:prSet/>
      <dgm:spPr/>
      <dgm:t>
        <a:bodyPr/>
        <a:lstStyle/>
        <a:p>
          <a:endParaRPr lang="en-CA"/>
        </a:p>
      </dgm:t>
    </dgm:pt>
    <dgm:pt modelId="{2DBC5E62-9A5D-4D02-9D36-5C76D7B79771}">
      <dgm:prSet/>
      <dgm:spPr/>
      <dgm:t>
        <a:bodyPr/>
        <a:lstStyle/>
        <a:p>
          <a:r>
            <a:rPr lang="fr-CA" dirty="0"/>
            <a:t>Contient des méthodes abstraites</a:t>
          </a:r>
          <a:endParaRPr lang="en-CA" dirty="0"/>
        </a:p>
      </dgm:t>
    </dgm:pt>
    <dgm:pt modelId="{40E4AA4C-A3C4-4C73-A72E-F761C4EAF5B6}" type="parTrans" cxnId="{A6555948-C23B-4AD7-93B1-AE45F123A845}">
      <dgm:prSet/>
      <dgm:spPr/>
      <dgm:t>
        <a:bodyPr/>
        <a:lstStyle/>
        <a:p>
          <a:endParaRPr lang="en-CA"/>
        </a:p>
      </dgm:t>
    </dgm:pt>
    <dgm:pt modelId="{D41E2C05-11ED-4A3A-BFE4-B82EEC8E9A3F}" type="sibTrans" cxnId="{A6555948-C23B-4AD7-93B1-AE45F123A845}">
      <dgm:prSet/>
      <dgm:spPr/>
      <dgm:t>
        <a:bodyPr/>
        <a:lstStyle/>
        <a:p>
          <a:endParaRPr lang="en-CA"/>
        </a:p>
      </dgm:t>
    </dgm:pt>
    <dgm:pt modelId="{89870DC6-8785-436C-A2E0-0A64DDE93EC4}">
      <dgm:prSet/>
      <dgm:spPr/>
      <dgm:t>
        <a:bodyPr/>
        <a:lstStyle/>
        <a:p>
          <a:r>
            <a:rPr lang="fr-FR" dirty="0"/>
            <a:t>Peut avoir un constructeur (utilisé via super()), bien qu’on ne puisse pas instancier directement une classe abstraite.</a:t>
          </a:r>
          <a:endParaRPr lang="en-CA" dirty="0"/>
        </a:p>
      </dgm:t>
    </dgm:pt>
    <dgm:pt modelId="{2A127288-DA55-476B-BF92-D5D91ACC4421}" type="parTrans" cxnId="{6A57B0D6-588F-4B4E-800A-9E13CF2EE252}">
      <dgm:prSet/>
      <dgm:spPr/>
      <dgm:t>
        <a:bodyPr/>
        <a:lstStyle/>
        <a:p>
          <a:endParaRPr lang="en-CA"/>
        </a:p>
      </dgm:t>
    </dgm:pt>
    <dgm:pt modelId="{9C634DDA-2CB9-47E1-9506-D1166C264067}" type="sibTrans" cxnId="{6A57B0D6-588F-4B4E-800A-9E13CF2EE252}">
      <dgm:prSet/>
      <dgm:spPr/>
      <dgm:t>
        <a:bodyPr/>
        <a:lstStyle/>
        <a:p>
          <a:endParaRPr lang="en-CA"/>
        </a:p>
      </dgm:t>
    </dgm:pt>
    <dgm:pt modelId="{E40A49D8-DFA2-4E8B-9BAC-3E9AADB043F7}">
      <dgm:prSet/>
      <dgm:spPr/>
      <dgm:t>
        <a:bodyPr/>
        <a:lstStyle/>
        <a:p>
          <a:r>
            <a:rPr lang="en-US" dirty="0"/>
            <a:t>Classe </a:t>
          </a:r>
          <a:r>
            <a:rPr lang="en-US" dirty="0" err="1"/>
            <a:t>peut</a:t>
          </a:r>
          <a:r>
            <a:rPr lang="en-US" dirty="0"/>
            <a:t> </a:t>
          </a:r>
          <a:r>
            <a:rPr lang="en-US" dirty="0" err="1"/>
            <a:t>impl</a:t>
          </a:r>
          <a:r>
            <a:rPr lang="fr-CA" dirty="0" err="1"/>
            <a:t>émenter</a:t>
          </a:r>
          <a:r>
            <a:rPr lang="fr-CA" dirty="0"/>
            <a:t> plusieurs interfaces</a:t>
          </a:r>
          <a:endParaRPr lang="en-CA" dirty="0"/>
        </a:p>
      </dgm:t>
    </dgm:pt>
    <dgm:pt modelId="{B14710FF-3D29-42A6-9385-D8739A873C9F}" type="parTrans" cxnId="{DB777079-9AE2-4FDA-95D7-04FC3247C7ED}">
      <dgm:prSet/>
      <dgm:spPr/>
      <dgm:t>
        <a:bodyPr/>
        <a:lstStyle/>
        <a:p>
          <a:endParaRPr lang="en-CA"/>
        </a:p>
      </dgm:t>
    </dgm:pt>
    <dgm:pt modelId="{5ADDA7FF-1F65-43A3-B068-83346C84DE4F}" type="sibTrans" cxnId="{DB777079-9AE2-4FDA-95D7-04FC3247C7ED}">
      <dgm:prSet/>
      <dgm:spPr/>
      <dgm:t>
        <a:bodyPr/>
        <a:lstStyle/>
        <a:p>
          <a:endParaRPr lang="en-CA"/>
        </a:p>
      </dgm:t>
    </dgm:pt>
    <dgm:pt modelId="{1DCD0799-E69E-41C0-9098-0D9F9B3B090C}">
      <dgm:prSet/>
      <dgm:spPr/>
      <dgm:t>
        <a:bodyPr/>
        <a:lstStyle/>
        <a:p>
          <a:r>
            <a:rPr lang="fr-CA" dirty="0"/>
            <a:t>Mot-Clé: </a:t>
          </a:r>
          <a:r>
            <a:rPr lang="fr-CA" b="1" dirty="0" err="1">
              <a:solidFill>
                <a:srgbClr val="0070C0"/>
              </a:solidFill>
            </a:rPr>
            <a:t>implements</a:t>
          </a:r>
          <a:endParaRPr lang="en-CA" b="1" dirty="0">
            <a:solidFill>
              <a:srgbClr val="0070C0"/>
            </a:solidFill>
          </a:endParaRPr>
        </a:p>
      </dgm:t>
    </dgm:pt>
    <dgm:pt modelId="{4939B797-17C9-4C25-B4EF-18BA88062782}" type="parTrans" cxnId="{67AB35D6-23CD-4B08-96DC-5776B1B85F81}">
      <dgm:prSet/>
      <dgm:spPr/>
      <dgm:t>
        <a:bodyPr/>
        <a:lstStyle/>
        <a:p>
          <a:endParaRPr lang="en-CA"/>
        </a:p>
      </dgm:t>
    </dgm:pt>
    <dgm:pt modelId="{FD5B4175-ECB2-40B7-8B31-E55F24EBA6D5}" type="sibTrans" cxnId="{67AB35D6-23CD-4B08-96DC-5776B1B85F81}">
      <dgm:prSet/>
      <dgm:spPr/>
      <dgm:t>
        <a:bodyPr/>
        <a:lstStyle/>
        <a:p>
          <a:endParaRPr lang="en-CA"/>
        </a:p>
      </dgm:t>
    </dgm:pt>
    <dgm:pt modelId="{32992F01-C139-4744-9429-ADBF7F647170}">
      <dgm:prSet/>
      <dgm:spPr/>
      <dgm:t>
        <a:bodyPr/>
        <a:lstStyle/>
        <a:p>
          <a:r>
            <a:rPr lang="fr-CA" dirty="0"/>
            <a:t>Mot-Clé: </a:t>
          </a:r>
          <a:r>
            <a:rPr lang="fr-CA" b="1" dirty="0" err="1">
              <a:solidFill>
                <a:srgbClr val="0070C0"/>
              </a:solidFill>
            </a:rPr>
            <a:t>extends</a:t>
          </a:r>
          <a:endParaRPr lang="en-CA" b="1" dirty="0">
            <a:solidFill>
              <a:srgbClr val="0070C0"/>
            </a:solidFill>
          </a:endParaRPr>
        </a:p>
      </dgm:t>
    </dgm:pt>
    <dgm:pt modelId="{F79FA68D-8370-437A-B7DC-82421B8426A9}" type="parTrans" cxnId="{021BF471-8978-4C6C-A459-2EAC50E5D549}">
      <dgm:prSet/>
      <dgm:spPr/>
      <dgm:t>
        <a:bodyPr/>
        <a:lstStyle/>
        <a:p>
          <a:endParaRPr lang="en-CA"/>
        </a:p>
      </dgm:t>
    </dgm:pt>
    <dgm:pt modelId="{18D67C27-7541-41E7-A44C-7C848F3808CC}" type="sibTrans" cxnId="{021BF471-8978-4C6C-A459-2EAC50E5D549}">
      <dgm:prSet/>
      <dgm:spPr/>
      <dgm:t>
        <a:bodyPr/>
        <a:lstStyle/>
        <a:p>
          <a:endParaRPr lang="en-CA"/>
        </a:p>
      </dgm:t>
    </dgm:pt>
    <dgm:pt modelId="{08A7BFC9-D531-415B-9E3C-6A2F0B536021}">
      <dgm:prSet/>
      <dgm:spPr/>
      <dgm:t>
        <a:bodyPr/>
        <a:lstStyle/>
        <a:p>
          <a:r>
            <a:rPr lang="fr-CA" dirty="0"/>
            <a:t>Peut contenir des</a:t>
          </a:r>
          <a:r>
            <a:rPr lang="fr-CA" b="0" dirty="0"/>
            <a:t> </a:t>
          </a:r>
          <a:r>
            <a:rPr lang="en-CA" b="0" dirty="0" err="1"/>
            <a:t>méthodes</a:t>
          </a:r>
          <a:r>
            <a:rPr lang="en-CA" b="0" dirty="0"/>
            <a:t> par d</a:t>
          </a:r>
          <a:r>
            <a:rPr lang="fr-CA" b="0" dirty="0" err="1"/>
            <a:t>éfaut</a:t>
          </a:r>
          <a:r>
            <a:rPr lang="fr-CA" b="0" dirty="0"/>
            <a:t> (avec default) depuis Java 8</a:t>
          </a:r>
          <a:endParaRPr lang="en-CA" b="0" dirty="0"/>
        </a:p>
      </dgm:t>
    </dgm:pt>
    <dgm:pt modelId="{1FF80E7E-AE23-4B6F-A365-9F03AD24F6D0}" type="parTrans" cxnId="{5B2C0C62-28BE-4C22-A831-E8A2F8712287}">
      <dgm:prSet/>
      <dgm:spPr/>
      <dgm:t>
        <a:bodyPr/>
        <a:lstStyle/>
        <a:p>
          <a:endParaRPr lang="en-CA"/>
        </a:p>
      </dgm:t>
    </dgm:pt>
    <dgm:pt modelId="{C62F75CF-565E-463B-952D-C64D0599FF98}" type="sibTrans" cxnId="{5B2C0C62-28BE-4C22-A831-E8A2F8712287}">
      <dgm:prSet/>
      <dgm:spPr/>
      <dgm:t>
        <a:bodyPr/>
        <a:lstStyle/>
        <a:p>
          <a:endParaRPr lang="en-CA"/>
        </a:p>
      </dgm:t>
    </dgm:pt>
    <dgm:pt modelId="{B5E1302D-4598-48DB-8B9A-D7DD5F1394BE}" type="pres">
      <dgm:prSet presAssocID="{08F627ED-A304-4697-8C44-18E45D3D2B1A}" presName="linear" presStyleCnt="0">
        <dgm:presLayoutVars>
          <dgm:dir/>
          <dgm:animLvl val="lvl"/>
          <dgm:resizeHandles val="exact"/>
        </dgm:presLayoutVars>
      </dgm:prSet>
      <dgm:spPr/>
    </dgm:pt>
    <dgm:pt modelId="{2D8D7343-6E11-4A52-8FC5-1DC6961C5B60}" type="pres">
      <dgm:prSet presAssocID="{B40201D1-AA5E-49F5-ADBD-38463B68913C}" presName="parentLin" presStyleCnt="0"/>
      <dgm:spPr/>
    </dgm:pt>
    <dgm:pt modelId="{8A3FE20B-2893-4EC2-8659-24D1558184A2}" type="pres">
      <dgm:prSet presAssocID="{B40201D1-AA5E-49F5-ADBD-38463B68913C}" presName="parentLeftMargin" presStyleLbl="node1" presStyleIdx="0" presStyleCnt="2"/>
      <dgm:spPr/>
    </dgm:pt>
    <dgm:pt modelId="{CD571BB1-C9DF-4539-BD07-BF1B318B9E32}" type="pres">
      <dgm:prSet presAssocID="{B40201D1-AA5E-49F5-ADBD-38463B6891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63EB641-0C82-45E6-8494-384B77031039}" type="pres">
      <dgm:prSet presAssocID="{B40201D1-AA5E-49F5-ADBD-38463B68913C}" presName="negativeSpace" presStyleCnt="0"/>
      <dgm:spPr/>
    </dgm:pt>
    <dgm:pt modelId="{79FE9A07-5E79-4DEE-872C-D23B38762AA1}" type="pres">
      <dgm:prSet presAssocID="{B40201D1-AA5E-49F5-ADBD-38463B68913C}" presName="childText" presStyleLbl="conFgAcc1" presStyleIdx="0" presStyleCnt="2">
        <dgm:presLayoutVars>
          <dgm:bulletEnabled val="1"/>
        </dgm:presLayoutVars>
      </dgm:prSet>
      <dgm:spPr/>
    </dgm:pt>
    <dgm:pt modelId="{56A81245-871F-42B8-9450-3E541EB2E053}" type="pres">
      <dgm:prSet presAssocID="{E1A8BF0B-05F6-4688-B543-C898FD165DA6}" presName="spaceBetweenRectangles" presStyleCnt="0"/>
      <dgm:spPr/>
    </dgm:pt>
    <dgm:pt modelId="{C5C4ABB5-45E2-4885-A008-53600B93D9BC}" type="pres">
      <dgm:prSet presAssocID="{BE69962A-E6EC-42AF-AFA3-F79A1D451012}" presName="parentLin" presStyleCnt="0"/>
      <dgm:spPr/>
    </dgm:pt>
    <dgm:pt modelId="{B228EC3F-5293-473D-A9A8-070E827654BE}" type="pres">
      <dgm:prSet presAssocID="{BE69962A-E6EC-42AF-AFA3-F79A1D451012}" presName="parentLeftMargin" presStyleLbl="node1" presStyleIdx="0" presStyleCnt="2"/>
      <dgm:spPr/>
    </dgm:pt>
    <dgm:pt modelId="{A7E7A907-82AC-4D6F-A28E-C8CAF6BD2671}" type="pres">
      <dgm:prSet presAssocID="{BE69962A-E6EC-42AF-AFA3-F79A1D45101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640D10-7966-42C6-9789-D9ECF2C497E9}" type="pres">
      <dgm:prSet presAssocID="{BE69962A-E6EC-42AF-AFA3-F79A1D451012}" presName="negativeSpace" presStyleCnt="0"/>
      <dgm:spPr/>
    </dgm:pt>
    <dgm:pt modelId="{E0E5F8EE-1D88-4E10-A251-22FFE9027A38}" type="pres">
      <dgm:prSet presAssocID="{BE69962A-E6EC-42AF-AFA3-F79A1D45101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52FA91D-1DDA-4B23-B2B1-7A7DA2025C6A}" type="presOf" srcId="{89870DC6-8785-436C-A2E0-0A64DDE93EC4}" destId="{E0E5F8EE-1D88-4E10-A251-22FFE9027A38}" srcOrd="0" destOrd="3" presId="urn:microsoft.com/office/officeart/2005/8/layout/list1"/>
    <dgm:cxn modelId="{05F7DB28-FBB0-4264-9EFE-C416F4D75E3D}" type="presOf" srcId="{BE69962A-E6EC-42AF-AFA3-F79A1D451012}" destId="{B228EC3F-5293-473D-A9A8-070E827654BE}" srcOrd="0" destOrd="0" presId="urn:microsoft.com/office/officeart/2005/8/layout/list1"/>
    <dgm:cxn modelId="{BC293E31-9487-48C2-B6B3-192D202E6645}" srcId="{B40201D1-AA5E-49F5-ADBD-38463B68913C}" destId="{8051C726-F1AB-40A4-B5A9-534001844135}" srcOrd="1" destOrd="0" parTransId="{1A2745A5-BF5B-438D-ADFA-AC8201FDAA46}" sibTransId="{B82B14E8-5EFC-49E6-8C97-E6FE5A3A656F}"/>
    <dgm:cxn modelId="{8F3CBD33-DD96-4AE4-B178-2B1EC96C1C7B}" type="presOf" srcId="{08F627ED-A304-4697-8C44-18E45D3D2B1A}" destId="{B5E1302D-4598-48DB-8B9A-D7DD5F1394BE}" srcOrd="0" destOrd="0" presId="urn:microsoft.com/office/officeart/2005/8/layout/list1"/>
    <dgm:cxn modelId="{939D3A38-E8DF-416F-9CCB-6C165F4C95C9}" srcId="{B40201D1-AA5E-49F5-ADBD-38463B68913C}" destId="{259D19B2-CC99-4EE7-B7C3-A1F6CCCA9C44}" srcOrd="3" destOrd="0" parTransId="{C16C90D3-FD1F-4663-BE01-DC7E9CF29A42}" sibTransId="{9AEF2EA8-AF96-4128-9422-C3EBA0197146}"/>
    <dgm:cxn modelId="{525D8338-02F3-4E98-90EF-D930800C13E9}" type="presOf" srcId="{259D19B2-CC99-4EE7-B7C3-A1F6CCCA9C44}" destId="{79FE9A07-5E79-4DEE-872C-D23B38762AA1}" srcOrd="0" destOrd="3" presId="urn:microsoft.com/office/officeart/2005/8/layout/list1"/>
    <dgm:cxn modelId="{C01A943F-8058-4A55-8E25-23D2595122D9}" type="presOf" srcId="{F383E5C0-19E0-4700-BEA0-EF7CE0E4D192}" destId="{E0E5F8EE-1D88-4E10-A251-22FFE9027A38}" srcOrd="0" destOrd="1" presId="urn:microsoft.com/office/officeart/2005/8/layout/list1"/>
    <dgm:cxn modelId="{F754F93F-F9C4-4080-8DCC-1E8F013D8988}" type="presOf" srcId="{2DBC5E62-9A5D-4D02-9D36-5C76D7B79771}" destId="{E0E5F8EE-1D88-4E10-A251-22FFE9027A38}" srcOrd="0" destOrd="2" presId="urn:microsoft.com/office/officeart/2005/8/layout/list1"/>
    <dgm:cxn modelId="{9CFB2840-C0B8-44E5-A8D9-D149F999F843}" type="presOf" srcId="{8051C726-F1AB-40A4-B5A9-534001844135}" destId="{79FE9A07-5E79-4DEE-872C-D23B38762AA1}" srcOrd="0" destOrd="1" presId="urn:microsoft.com/office/officeart/2005/8/layout/list1"/>
    <dgm:cxn modelId="{5B2C0C62-28BE-4C22-A831-E8A2F8712287}" srcId="{B40201D1-AA5E-49F5-ADBD-38463B68913C}" destId="{08A7BFC9-D531-415B-9E3C-6A2F0B536021}" srcOrd="4" destOrd="0" parTransId="{1FF80E7E-AE23-4B6F-A365-9F03AD24F6D0}" sibTransId="{C62F75CF-565E-463B-952D-C64D0599FF98}"/>
    <dgm:cxn modelId="{0FA2BF42-1F74-4F30-A435-2B85415D1D9C}" type="presOf" srcId="{08A7BFC9-D531-415B-9E3C-6A2F0B536021}" destId="{79FE9A07-5E79-4DEE-872C-D23B38762AA1}" srcOrd="0" destOrd="4" presId="urn:microsoft.com/office/officeart/2005/8/layout/list1"/>
    <dgm:cxn modelId="{A6555948-C23B-4AD7-93B1-AE45F123A845}" srcId="{BE69962A-E6EC-42AF-AFA3-F79A1D451012}" destId="{2DBC5E62-9A5D-4D02-9D36-5C76D7B79771}" srcOrd="2" destOrd="0" parTransId="{40E4AA4C-A3C4-4C73-A72E-F761C4EAF5B6}" sibTransId="{D41E2C05-11ED-4A3A-BFE4-B82EEC8E9A3F}"/>
    <dgm:cxn modelId="{28FF8C48-969A-468C-85B4-4CF114763A23}" type="presOf" srcId="{32992F01-C139-4744-9429-ADBF7F647170}" destId="{E0E5F8EE-1D88-4E10-A251-22FFE9027A38}" srcOrd="0" destOrd="0" presId="urn:microsoft.com/office/officeart/2005/8/layout/list1"/>
    <dgm:cxn modelId="{021BF471-8978-4C6C-A459-2EAC50E5D549}" srcId="{BE69962A-E6EC-42AF-AFA3-F79A1D451012}" destId="{32992F01-C139-4744-9429-ADBF7F647170}" srcOrd="0" destOrd="0" parTransId="{F79FA68D-8370-437A-B7DC-82421B8426A9}" sibTransId="{18D67C27-7541-41E7-A44C-7C848F3808CC}"/>
    <dgm:cxn modelId="{B9E96576-4074-4598-A225-60D5B215E83B}" type="presOf" srcId="{B40201D1-AA5E-49F5-ADBD-38463B68913C}" destId="{8A3FE20B-2893-4EC2-8659-24D1558184A2}" srcOrd="0" destOrd="0" presId="urn:microsoft.com/office/officeart/2005/8/layout/list1"/>
    <dgm:cxn modelId="{D5552358-DF9B-4A04-85E6-3E5A863FFD38}" type="presOf" srcId="{1DCD0799-E69E-41C0-9098-0D9F9B3B090C}" destId="{79FE9A07-5E79-4DEE-872C-D23B38762AA1}" srcOrd="0" destOrd="0" presId="urn:microsoft.com/office/officeart/2005/8/layout/list1"/>
    <dgm:cxn modelId="{DB777079-9AE2-4FDA-95D7-04FC3247C7ED}" srcId="{B40201D1-AA5E-49F5-ADBD-38463B68913C}" destId="{E40A49D8-DFA2-4E8B-9BAC-3E9AADB043F7}" srcOrd="2" destOrd="0" parTransId="{B14710FF-3D29-42A6-9385-D8739A873C9F}" sibTransId="{5ADDA7FF-1F65-43A3-B068-83346C84DE4F}"/>
    <dgm:cxn modelId="{CBC2128B-9578-4344-BED6-6A974AD3A207}" srcId="{08F627ED-A304-4697-8C44-18E45D3D2B1A}" destId="{BE69962A-E6EC-42AF-AFA3-F79A1D451012}" srcOrd="1" destOrd="0" parTransId="{0AF34CEA-2CD4-4BA0-BBDA-5E562290F296}" sibTransId="{0CCB7D80-68BD-4D5C-8C8F-54AACDF5E28D}"/>
    <dgm:cxn modelId="{DAC202A1-E26C-40BB-AFC9-08A62457FF5F}" srcId="{BE69962A-E6EC-42AF-AFA3-F79A1D451012}" destId="{F383E5C0-19E0-4700-BEA0-EF7CE0E4D192}" srcOrd="1" destOrd="0" parTransId="{99D02D2A-C0C5-4279-9466-C924B2C0B31E}" sibTransId="{EC34CA58-E1BD-47BB-B699-C1132E69A237}"/>
    <dgm:cxn modelId="{67AB35D6-23CD-4B08-96DC-5776B1B85F81}" srcId="{B40201D1-AA5E-49F5-ADBD-38463B68913C}" destId="{1DCD0799-E69E-41C0-9098-0D9F9B3B090C}" srcOrd="0" destOrd="0" parTransId="{4939B797-17C9-4C25-B4EF-18BA88062782}" sibTransId="{FD5B4175-ECB2-40B7-8B31-E55F24EBA6D5}"/>
    <dgm:cxn modelId="{6A57B0D6-588F-4B4E-800A-9E13CF2EE252}" srcId="{BE69962A-E6EC-42AF-AFA3-F79A1D451012}" destId="{89870DC6-8785-436C-A2E0-0A64DDE93EC4}" srcOrd="3" destOrd="0" parTransId="{2A127288-DA55-476B-BF92-D5D91ACC4421}" sibTransId="{9C634DDA-2CB9-47E1-9506-D1166C264067}"/>
    <dgm:cxn modelId="{4D1EC3D8-894F-4070-A573-89CE737A5C16}" type="presOf" srcId="{E40A49D8-DFA2-4E8B-9BAC-3E9AADB043F7}" destId="{79FE9A07-5E79-4DEE-872C-D23B38762AA1}" srcOrd="0" destOrd="2" presId="urn:microsoft.com/office/officeart/2005/8/layout/list1"/>
    <dgm:cxn modelId="{E3BF14E9-1495-4513-8B4E-112FAC97061D}" type="presOf" srcId="{BE69962A-E6EC-42AF-AFA3-F79A1D451012}" destId="{A7E7A907-82AC-4D6F-A28E-C8CAF6BD2671}" srcOrd="1" destOrd="0" presId="urn:microsoft.com/office/officeart/2005/8/layout/list1"/>
    <dgm:cxn modelId="{7985B7EE-41F3-4599-8E40-EBAE062CB5E8}" srcId="{08F627ED-A304-4697-8C44-18E45D3D2B1A}" destId="{B40201D1-AA5E-49F5-ADBD-38463B68913C}" srcOrd="0" destOrd="0" parTransId="{92A4B926-8930-410B-8872-F03B5BFF3B3F}" sibTransId="{E1A8BF0B-05F6-4688-B543-C898FD165DA6}"/>
    <dgm:cxn modelId="{E3156DF6-A0D8-409D-B2FD-6BBFDB71E22E}" type="presOf" srcId="{B40201D1-AA5E-49F5-ADBD-38463B68913C}" destId="{CD571BB1-C9DF-4539-BD07-BF1B318B9E32}" srcOrd="1" destOrd="0" presId="urn:microsoft.com/office/officeart/2005/8/layout/list1"/>
    <dgm:cxn modelId="{DB345BAF-5007-4F62-8F6F-839AD7C4304F}" type="presParOf" srcId="{B5E1302D-4598-48DB-8B9A-D7DD5F1394BE}" destId="{2D8D7343-6E11-4A52-8FC5-1DC6961C5B60}" srcOrd="0" destOrd="0" presId="urn:microsoft.com/office/officeart/2005/8/layout/list1"/>
    <dgm:cxn modelId="{678C2725-AC5D-46BE-AAB1-31D7D79ACBA3}" type="presParOf" srcId="{2D8D7343-6E11-4A52-8FC5-1DC6961C5B60}" destId="{8A3FE20B-2893-4EC2-8659-24D1558184A2}" srcOrd="0" destOrd="0" presId="urn:microsoft.com/office/officeart/2005/8/layout/list1"/>
    <dgm:cxn modelId="{79D11174-E262-4FE7-946A-5F2324B910A2}" type="presParOf" srcId="{2D8D7343-6E11-4A52-8FC5-1DC6961C5B60}" destId="{CD571BB1-C9DF-4539-BD07-BF1B318B9E32}" srcOrd="1" destOrd="0" presId="urn:microsoft.com/office/officeart/2005/8/layout/list1"/>
    <dgm:cxn modelId="{444836D9-39E6-4A6F-84C3-621C77E73929}" type="presParOf" srcId="{B5E1302D-4598-48DB-8B9A-D7DD5F1394BE}" destId="{C63EB641-0C82-45E6-8494-384B77031039}" srcOrd="1" destOrd="0" presId="urn:microsoft.com/office/officeart/2005/8/layout/list1"/>
    <dgm:cxn modelId="{593E5526-87AD-4823-82E1-4EFF6FBB84A8}" type="presParOf" srcId="{B5E1302D-4598-48DB-8B9A-D7DD5F1394BE}" destId="{79FE9A07-5E79-4DEE-872C-D23B38762AA1}" srcOrd="2" destOrd="0" presId="urn:microsoft.com/office/officeart/2005/8/layout/list1"/>
    <dgm:cxn modelId="{4F6B1942-2A0F-47A7-94CB-B6E47BCF8CFD}" type="presParOf" srcId="{B5E1302D-4598-48DB-8B9A-D7DD5F1394BE}" destId="{56A81245-871F-42B8-9450-3E541EB2E053}" srcOrd="3" destOrd="0" presId="urn:microsoft.com/office/officeart/2005/8/layout/list1"/>
    <dgm:cxn modelId="{315F072E-C43A-4468-B38A-F4F833CE411F}" type="presParOf" srcId="{B5E1302D-4598-48DB-8B9A-D7DD5F1394BE}" destId="{C5C4ABB5-45E2-4885-A008-53600B93D9BC}" srcOrd="4" destOrd="0" presId="urn:microsoft.com/office/officeart/2005/8/layout/list1"/>
    <dgm:cxn modelId="{D27ABB37-445F-4BE4-9E23-642A4F51893B}" type="presParOf" srcId="{C5C4ABB5-45E2-4885-A008-53600B93D9BC}" destId="{B228EC3F-5293-473D-A9A8-070E827654BE}" srcOrd="0" destOrd="0" presId="urn:microsoft.com/office/officeart/2005/8/layout/list1"/>
    <dgm:cxn modelId="{0D307EAF-820C-4832-9078-1D2427F72600}" type="presParOf" srcId="{C5C4ABB5-45E2-4885-A008-53600B93D9BC}" destId="{A7E7A907-82AC-4D6F-A28E-C8CAF6BD2671}" srcOrd="1" destOrd="0" presId="urn:microsoft.com/office/officeart/2005/8/layout/list1"/>
    <dgm:cxn modelId="{917C4492-423D-4A2D-9975-BEC60C274DA0}" type="presParOf" srcId="{B5E1302D-4598-48DB-8B9A-D7DD5F1394BE}" destId="{7D640D10-7966-42C6-9789-D9ECF2C497E9}" srcOrd="5" destOrd="0" presId="urn:microsoft.com/office/officeart/2005/8/layout/list1"/>
    <dgm:cxn modelId="{688490AC-5DA0-45AB-97C7-8FFA1F947DBB}" type="presParOf" srcId="{B5E1302D-4598-48DB-8B9A-D7DD5F1394BE}" destId="{E0E5F8EE-1D88-4E10-A251-22FFE9027A3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E9A07-5E79-4DEE-872C-D23B38762AA1}">
      <dsp:nvSpPr>
        <dsp:cNvPr id="0" name=""/>
        <dsp:cNvSpPr/>
      </dsp:nvSpPr>
      <dsp:spPr>
        <a:xfrm>
          <a:off x="0" y="262591"/>
          <a:ext cx="10058399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33248" rIns="78064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Mot-Clé: </a:t>
          </a:r>
          <a:r>
            <a:rPr lang="fr-CA" sz="1600" b="1" kern="1200" dirty="0" err="1">
              <a:solidFill>
                <a:srgbClr val="0070C0"/>
              </a:solidFill>
            </a:rPr>
            <a:t>implements</a:t>
          </a:r>
          <a:endParaRPr lang="en-CA" sz="1600" b="1" kern="1200" dirty="0">
            <a:solidFill>
              <a:srgbClr val="0070C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Sert à définir un contrat que les classes doivent respecter.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Classe </a:t>
          </a:r>
          <a:r>
            <a:rPr lang="en-US" sz="1600" kern="1200" dirty="0" err="1"/>
            <a:t>peut</a:t>
          </a:r>
          <a:r>
            <a:rPr lang="en-US" sz="1600" kern="1200" dirty="0"/>
            <a:t> </a:t>
          </a:r>
          <a:r>
            <a:rPr lang="en-US" sz="1600" kern="1200" dirty="0" err="1"/>
            <a:t>impl</a:t>
          </a:r>
          <a:r>
            <a:rPr lang="fr-CA" sz="1600" kern="1200" dirty="0" err="1"/>
            <a:t>émenter</a:t>
          </a:r>
          <a:r>
            <a:rPr lang="fr-CA" sz="1600" kern="1200" dirty="0"/>
            <a:t> plusieurs interfaces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Une interface ne peut pas être instanciée et ne peut pas contenir de constructeur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Peut contenir des</a:t>
          </a:r>
          <a:r>
            <a:rPr lang="fr-CA" sz="1600" b="0" kern="1200" dirty="0"/>
            <a:t> </a:t>
          </a:r>
          <a:r>
            <a:rPr lang="en-CA" sz="1600" b="0" kern="1200" dirty="0" err="1"/>
            <a:t>méthodes</a:t>
          </a:r>
          <a:r>
            <a:rPr lang="en-CA" sz="1600" b="0" kern="1200" dirty="0"/>
            <a:t> par d</a:t>
          </a:r>
          <a:r>
            <a:rPr lang="fr-CA" sz="1600" b="0" kern="1200" dirty="0" err="1"/>
            <a:t>éfaut</a:t>
          </a:r>
          <a:r>
            <a:rPr lang="fr-CA" sz="1600" b="0" kern="1200" dirty="0"/>
            <a:t> (avec default) depuis Java 8</a:t>
          </a:r>
          <a:endParaRPr lang="en-CA" sz="1600" b="0" kern="1200" dirty="0"/>
        </a:p>
      </dsp:txBody>
      <dsp:txXfrm>
        <a:off x="0" y="262591"/>
        <a:ext cx="10058399" cy="1713600"/>
      </dsp:txXfrm>
    </dsp:sp>
    <dsp:sp modelId="{CD571BB1-C9DF-4539-BD07-BF1B318B9E32}">
      <dsp:nvSpPr>
        <dsp:cNvPr id="0" name=""/>
        <dsp:cNvSpPr/>
      </dsp:nvSpPr>
      <dsp:spPr>
        <a:xfrm>
          <a:off x="502920" y="26431"/>
          <a:ext cx="704088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Interface</a:t>
          </a:r>
          <a:endParaRPr lang="en-CA" sz="1600" kern="1200" dirty="0"/>
        </a:p>
      </dsp:txBody>
      <dsp:txXfrm>
        <a:off x="525977" y="49488"/>
        <a:ext cx="6994766" cy="426206"/>
      </dsp:txXfrm>
    </dsp:sp>
    <dsp:sp modelId="{E0E5F8EE-1D88-4E10-A251-22FFE9027A38}">
      <dsp:nvSpPr>
        <dsp:cNvPr id="0" name=""/>
        <dsp:cNvSpPr/>
      </dsp:nvSpPr>
      <dsp:spPr>
        <a:xfrm>
          <a:off x="0" y="2298751"/>
          <a:ext cx="10058399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33248" rIns="78064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Mot-Clé: </a:t>
          </a:r>
          <a:r>
            <a:rPr lang="fr-CA" sz="1600" b="1" kern="1200" dirty="0" err="1">
              <a:solidFill>
                <a:srgbClr val="0070C0"/>
              </a:solidFill>
            </a:rPr>
            <a:t>extends</a:t>
          </a:r>
          <a:endParaRPr lang="en-CA" sz="1600" b="1" kern="1200" dirty="0">
            <a:solidFill>
              <a:srgbClr val="0070C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Une classe ne peut hériter que d’une seule classe abstraite.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600" kern="1200" dirty="0"/>
            <a:t>Contient des méthodes abstraites</a:t>
          </a:r>
          <a:endParaRPr lang="en-CA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/>
            <a:t>Peut avoir un constructeur (utilisé via super()), bien qu’on ne puisse pas instancier directement une classe abstraite.</a:t>
          </a:r>
          <a:endParaRPr lang="en-CA" sz="1600" kern="1200" dirty="0"/>
        </a:p>
      </dsp:txBody>
      <dsp:txXfrm>
        <a:off x="0" y="2298751"/>
        <a:ext cx="10058399" cy="1713600"/>
      </dsp:txXfrm>
    </dsp:sp>
    <dsp:sp modelId="{A7E7A907-82AC-4D6F-A28E-C8CAF6BD2671}">
      <dsp:nvSpPr>
        <dsp:cNvPr id="0" name=""/>
        <dsp:cNvSpPr/>
      </dsp:nvSpPr>
      <dsp:spPr>
        <a:xfrm>
          <a:off x="502920" y="2062591"/>
          <a:ext cx="7040880" cy="4723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Class </a:t>
          </a:r>
          <a:r>
            <a:rPr lang="en-US" sz="1600" kern="1200" dirty="0" err="1"/>
            <a:t>Abstraite</a:t>
          </a:r>
          <a:endParaRPr lang="en-CA" sz="1600" kern="1200" dirty="0"/>
        </a:p>
      </dsp:txBody>
      <dsp:txXfrm>
        <a:off x="525977" y="2085648"/>
        <a:ext cx="699476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A533-9D7B-4A31-B572-40B92C409D15}" type="datetimeFigureOut">
              <a:rPr lang="en-CA" smtClean="0"/>
              <a:t>2025-05-22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60D83-0CAC-4FD5-9D48-91FFA8599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73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60D83-0CAC-4FD5-9D48-91FFA8599DAE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438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120F84-A866-4D9F-8B1C-9120A013D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2FEFEF-6AC0-46B6-AC09-11FC56196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0312" y="226665"/>
            <a:ext cx="11722608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14460-D653-8CAC-22A1-80F7EB0A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512" y="870132"/>
            <a:ext cx="9792208" cy="1527078"/>
          </a:xfrm>
        </p:spPr>
        <p:txBody>
          <a:bodyPr>
            <a:normAutofit/>
          </a:bodyPr>
          <a:lstStyle/>
          <a:p>
            <a:r>
              <a:rPr lang="en-CA" dirty="0"/>
              <a:t>Interface vs Classe abstraite</a:t>
            </a:r>
          </a:p>
        </p:txBody>
      </p:sp>
      <p:graphicFrame>
        <p:nvGraphicFramePr>
          <p:cNvPr id="6" name="Content Placeholder 2" descr="SmartArt timeline">
            <a:extLst>
              <a:ext uri="{FF2B5EF4-FFF2-40B4-BE49-F238E27FC236}">
                <a16:creationId xmlns:a16="http://schemas.microsoft.com/office/drawing/2014/main" id="{B517AFC7-4FD1-D5C6-3EE7-F7383E6FF1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175145"/>
              </p:ext>
            </p:extLst>
          </p:nvPr>
        </p:nvGraphicFramePr>
        <p:xfrm>
          <a:off x="1066800" y="2310063"/>
          <a:ext cx="10058400" cy="4038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0936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579</TotalTime>
  <Words>99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Avenir Next LT Pro</vt:lpstr>
      <vt:lpstr>Avenir Next LT Pro Light</vt:lpstr>
      <vt:lpstr>Garamond</vt:lpstr>
      <vt:lpstr>SavonVTI</vt:lpstr>
      <vt:lpstr>INF2120 Lab 4</vt:lpstr>
      <vt:lpstr>Interface vs Classe abstraite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6</cp:revision>
  <dcterms:created xsi:type="dcterms:W3CDTF">2025-05-15T06:10:43Z</dcterms:created>
  <dcterms:modified xsi:type="dcterms:W3CDTF">2025-05-22T17:32:34Z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