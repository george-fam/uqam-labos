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3" r:id="rId5"/>
    <p:sldId id="305" r:id="rId6"/>
    <p:sldId id="303" r:id="rId7"/>
    <p:sldId id="304" r:id="rId8"/>
    <p:sldId id="301" r:id="rId9"/>
    <p:sldId id="29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4619" autoAdjust="0"/>
  </p:normalViewPr>
  <p:slideViewPr>
    <p:cSldViewPr snapToGrid="0">
      <p:cViewPr varScale="1">
        <p:scale>
          <a:sx n="138" d="100"/>
          <a:sy n="138" d="100"/>
        </p:scale>
        <p:origin x="15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hyperlink" Target="https://inf1070.uqam.ca/04-regex.pdf" TargetMode="Externa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inf1070.uqam.ca/04-regex.pdf" TargetMode="External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202C33-9630-476D-9F9C-256F39F5A75D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F914B9-2A8B-4755-8B5E-3D0747054D27}">
      <dgm:prSet/>
      <dgm:spPr/>
      <dgm:t>
        <a:bodyPr/>
        <a:lstStyle/>
        <a:p>
          <a:r>
            <a:rPr lang="en-CA" dirty="0"/>
            <a:t>Le plus +</a:t>
          </a:r>
        </a:p>
      </dgm:t>
    </dgm:pt>
    <dgm:pt modelId="{37F43BC4-A7AA-421A-8814-D795B5325017}" type="parTrans" cxnId="{DE4DD830-2933-49BE-B594-09150C9447E7}">
      <dgm:prSet/>
      <dgm:spPr/>
      <dgm:t>
        <a:bodyPr/>
        <a:lstStyle/>
        <a:p>
          <a:endParaRPr lang="en-CA"/>
        </a:p>
      </dgm:t>
    </dgm:pt>
    <dgm:pt modelId="{C0A0CE6B-9309-4FEF-BA3E-56EED3AF2CD5}" type="sibTrans" cxnId="{DE4DD830-2933-49BE-B594-09150C9447E7}">
      <dgm:prSet/>
      <dgm:spPr/>
      <dgm:t>
        <a:bodyPr/>
        <a:lstStyle/>
        <a:p>
          <a:endParaRPr lang="en-CA"/>
        </a:p>
      </dgm:t>
    </dgm:pt>
    <dgm:pt modelId="{32EBCEAF-A92E-4B71-9F3E-466C639B770F}">
      <dgm:prSet/>
      <dgm:spPr/>
      <dgm:t>
        <a:bodyPr/>
        <a:lstStyle/>
        <a:p>
          <a:r>
            <a:rPr lang="fr-FR" dirty="0"/>
            <a:t>Indique une répétition d’un motif 1+ fois
Équivalent à {1,}</a:t>
          </a:r>
          <a:endParaRPr lang="en-CA" dirty="0"/>
        </a:p>
      </dgm:t>
    </dgm:pt>
    <dgm:pt modelId="{4BCC0DCA-87A5-4CAA-B15D-7D02DD4EE9F3}" type="parTrans" cxnId="{D62E1E3B-5C5E-42AB-8C1D-288525D9948C}">
      <dgm:prSet/>
      <dgm:spPr/>
      <dgm:t>
        <a:bodyPr/>
        <a:lstStyle/>
        <a:p>
          <a:endParaRPr lang="en-CA"/>
        </a:p>
      </dgm:t>
    </dgm:pt>
    <dgm:pt modelId="{68D9E040-2C90-4632-A09B-6F6C1C658DA8}" type="sibTrans" cxnId="{D62E1E3B-5C5E-42AB-8C1D-288525D9948C}">
      <dgm:prSet/>
      <dgm:spPr/>
      <dgm:t>
        <a:bodyPr/>
        <a:lstStyle/>
        <a:p>
          <a:endParaRPr lang="en-CA"/>
        </a:p>
      </dgm:t>
    </dgm:pt>
    <dgm:pt modelId="{258860F5-1F9F-4F34-AFC3-3DC48733BA37}">
      <dgm:prSet/>
      <dgm:spPr/>
      <dgm:t>
        <a:bodyPr/>
        <a:lstStyle/>
        <a:p>
          <a:r>
            <a:rPr lang="en-CA" dirty="0"/>
            <a:t>Le point </a:t>
          </a:r>
          <a:r>
            <a:rPr lang="en-CA" dirty="0" err="1"/>
            <a:t>d’interrogation</a:t>
          </a:r>
          <a:r>
            <a:rPr lang="en-CA" dirty="0"/>
            <a:t>, ?</a:t>
          </a:r>
        </a:p>
      </dgm:t>
    </dgm:pt>
    <dgm:pt modelId="{317B725E-738B-47D3-B9A7-93925731D147}" type="parTrans" cxnId="{F13D6C89-0F31-400E-886F-E80FDFD4F727}">
      <dgm:prSet/>
      <dgm:spPr/>
      <dgm:t>
        <a:bodyPr/>
        <a:lstStyle/>
        <a:p>
          <a:endParaRPr lang="en-CA"/>
        </a:p>
      </dgm:t>
    </dgm:pt>
    <dgm:pt modelId="{8BA6BEAA-F093-4542-BF4A-B823F2881187}" type="sibTrans" cxnId="{F13D6C89-0F31-400E-886F-E80FDFD4F727}">
      <dgm:prSet/>
      <dgm:spPr/>
      <dgm:t>
        <a:bodyPr/>
        <a:lstStyle/>
        <a:p>
          <a:endParaRPr lang="en-CA"/>
        </a:p>
      </dgm:t>
    </dgm:pt>
    <dgm:pt modelId="{5A4F45E1-F634-41B2-8430-6F98BE83CCE7}">
      <dgm:prSet/>
      <dgm:spPr/>
      <dgm:t>
        <a:bodyPr/>
        <a:lstStyle/>
        <a:p>
          <a:r>
            <a:rPr lang="fr-FR" dirty="0"/>
            <a:t>Indique que le motif est présent 0 ou 1 fois.
Équivalent à {0,1}</a:t>
          </a:r>
          <a:endParaRPr lang="en-CA" dirty="0"/>
        </a:p>
      </dgm:t>
    </dgm:pt>
    <dgm:pt modelId="{DA10C406-02B0-4659-AA87-D57A4A828B9F}" type="parTrans" cxnId="{CBA5E827-8C97-4B9C-AF92-783A6418009C}">
      <dgm:prSet/>
      <dgm:spPr/>
      <dgm:t>
        <a:bodyPr/>
        <a:lstStyle/>
        <a:p>
          <a:endParaRPr lang="en-CA"/>
        </a:p>
      </dgm:t>
    </dgm:pt>
    <dgm:pt modelId="{F6281FB0-D65D-471B-9548-454CA1C1E651}" type="sibTrans" cxnId="{CBA5E827-8C97-4B9C-AF92-783A6418009C}">
      <dgm:prSet/>
      <dgm:spPr/>
      <dgm:t>
        <a:bodyPr/>
        <a:lstStyle/>
        <a:p>
          <a:endParaRPr lang="en-CA"/>
        </a:p>
      </dgm:t>
    </dgm:pt>
    <dgm:pt modelId="{09F6A3DA-0DDD-46C6-83C9-71335BB982AB}">
      <dgm:prSet/>
      <dgm:spPr/>
      <dgm:t>
        <a:bodyPr/>
        <a:lstStyle/>
        <a:p>
          <a:r>
            <a:rPr lang="en-CA" dirty="0"/>
            <a:t>Accolades, {}</a:t>
          </a:r>
        </a:p>
      </dgm:t>
    </dgm:pt>
    <dgm:pt modelId="{DC79CD88-DF92-4B7D-AB5E-F27588F6E2BB}" type="parTrans" cxnId="{720A3938-A3AD-4571-BF5E-29F78AE4FA05}">
      <dgm:prSet/>
      <dgm:spPr/>
      <dgm:t>
        <a:bodyPr/>
        <a:lstStyle/>
        <a:p>
          <a:endParaRPr lang="en-CA"/>
        </a:p>
      </dgm:t>
    </dgm:pt>
    <dgm:pt modelId="{438E66C4-40B8-4064-B67F-4564039AE5B7}" type="sibTrans" cxnId="{720A3938-A3AD-4571-BF5E-29F78AE4FA05}">
      <dgm:prSet/>
      <dgm:spPr/>
      <dgm:t>
        <a:bodyPr/>
        <a:lstStyle/>
        <a:p>
          <a:endParaRPr lang="en-CA"/>
        </a:p>
      </dgm:t>
    </dgm:pt>
    <dgm:pt modelId="{2B60183B-3446-4871-893D-479AEF18139A}">
      <dgm:prSet/>
      <dgm:spPr/>
      <dgm:t>
        <a:bodyPr/>
        <a:lstStyle/>
        <a:p>
          <a:r>
            <a:rPr lang="fr-FR" dirty="0"/>
            <a:t>Indique Nb d’o</a:t>
          </a:r>
          <a:r>
            <a:rPr lang="en-CA" dirty="0" err="1"/>
            <a:t>ccurrences</a:t>
          </a:r>
          <a:endParaRPr lang="en-CA" dirty="0"/>
        </a:p>
      </dgm:t>
    </dgm:pt>
    <dgm:pt modelId="{6B0BF81C-9B33-4367-B5BF-4E1ECFDC9108}" type="parTrans" cxnId="{40A9B96F-874A-404D-BFF3-6C7D4D5CC0E8}">
      <dgm:prSet/>
      <dgm:spPr/>
      <dgm:t>
        <a:bodyPr/>
        <a:lstStyle/>
        <a:p>
          <a:endParaRPr lang="en-CA"/>
        </a:p>
      </dgm:t>
    </dgm:pt>
    <dgm:pt modelId="{7C4272DD-BA50-4C12-B797-F5C6C5FC3160}" type="sibTrans" cxnId="{40A9B96F-874A-404D-BFF3-6C7D4D5CC0E8}">
      <dgm:prSet/>
      <dgm:spPr/>
      <dgm:t>
        <a:bodyPr/>
        <a:lstStyle/>
        <a:p>
          <a:endParaRPr lang="en-CA"/>
        </a:p>
      </dgm:t>
    </dgm:pt>
    <dgm:pt modelId="{5994BBD4-47C3-40D9-B175-9FCA435B1E6C}">
      <dgm:prSet/>
      <dgm:spPr/>
      <dgm:t>
        <a:bodyPr/>
        <a:lstStyle/>
        <a:p>
          <a:r>
            <a:rPr lang="en-CA" dirty="0" err="1"/>
            <a:t>Parenth</a:t>
          </a:r>
          <a:r>
            <a:rPr lang="fr-CA" dirty="0" err="1"/>
            <a:t>èses</a:t>
          </a:r>
          <a:endParaRPr lang="en-CA" dirty="0"/>
        </a:p>
      </dgm:t>
    </dgm:pt>
    <dgm:pt modelId="{D981F187-AED6-4A08-A33B-B4DBDA55C876}" type="parTrans" cxnId="{DA8EA5EA-A192-4348-BB03-6E95A1716FC1}">
      <dgm:prSet/>
      <dgm:spPr/>
      <dgm:t>
        <a:bodyPr/>
        <a:lstStyle/>
        <a:p>
          <a:endParaRPr lang="en-CA"/>
        </a:p>
      </dgm:t>
    </dgm:pt>
    <dgm:pt modelId="{FD052B8D-6325-4903-BA9B-7D1961B43251}" type="sibTrans" cxnId="{DA8EA5EA-A192-4348-BB03-6E95A1716FC1}">
      <dgm:prSet/>
      <dgm:spPr/>
      <dgm:t>
        <a:bodyPr/>
        <a:lstStyle/>
        <a:p>
          <a:endParaRPr lang="en-CA"/>
        </a:p>
      </dgm:t>
    </dgm:pt>
    <dgm:pt modelId="{F63EFAF1-B377-48C6-9459-9C2B6BE8A5C4}">
      <dgm:prSet/>
      <dgm:spPr/>
      <dgm:t>
        <a:bodyPr/>
        <a:lstStyle/>
        <a:p>
          <a:r>
            <a:rPr lang="fr-FR" dirty="0"/>
            <a:t>Groupes</a:t>
          </a:r>
          <a:endParaRPr lang="en-CA" dirty="0"/>
        </a:p>
      </dgm:t>
    </dgm:pt>
    <dgm:pt modelId="{D4585DA5-1D66-464D-94CF-4DAC30FC40B4}" type="parTrans" cxnId="{482E471B-2666-43D5-BE64-95AFAAB7CAE8}">
      <dgm:prSet/>
      <dgm:spPr/>
      <dgm:t>
        <a:bodyPr/>
        <a:lstStyle/>
        <a:p>
          <a:endParaRPr lang="en-CA"/>
        </a:p>
      </dgm:t>
    </dgm:pt>
    <dgm:pt modelId="{114FEF3F-68DF-4AB4-913A-73C5C8114603}" type="sibTrans" cxnId="{482E471B-2666-43D5-BE64-95AFAAB7CAE8}">
      <dgm:prSet/>
      <dgm:spPr/>
      <dgm:t>
        <a:bodyPr/>
        <a:lstStyle/>
        <a:p>
          <a:endParaRPr lang="en-CA"/>
        </a:p>
      </dgm:t>
    </dgm:pt>
    <dgm:pt modelId="{FD787BC7-C5CA-449D-BA7D-9FB91C27EAD5}">
      <dgm:prSet/>
      <dgm:spPr/>
      <dgm:t>
        <a:bodyPr/>
        <a:lstStyle/>
        <a:p>
          <a:r>
            <a:rPr lang="en-CA" dirty="0"/>
            <a:t>{n} </a:t>
          </a:r>
          <a:r>
            <a:rPr lang="en-CA" dirty="0" err="1"/>
            <a:t>ou</a:t>
          </a:r>
          <a:r>
            <a:rPr lang="en-CA" dirty="0"/>
            <a:t> {</a:t>
          </a:r>
          <a:r>
            <a:rPr lang="en-CA" dirty="0" err="1"/>
            <a:t>n,m</a:t>
          </a:r>
          <a:r>
            <a:rPr lang="en-CA" dirty="0"/>
            <a:t>} </a:t>
          </a:r>
          <a:r>
            <a:rPr lang="en-CA" dirty="0" err="1"/>
            <a:t>ou</a:t>
          </a:r>
          <a:r>
            <a:rPr lang="en-CA" dirty="0"/>
            <a:t> {n,} </a:t>
          </a:r>
          <a:r>
            <a:rPr lang="en-CA" dirty="0" err="1"/>
            <a:t>ou</a:t>
          </a:r>
          <a:r>
            <a:rPr lang="en-CA" dirty="0"/>
            <a:t> {,m}</a:t>
          </a:r>
        </a:p>
      </dgm:t>
    </dgm:pt>
    <dgm:pt modelId="{2595DC5A-0644-468D-AFF8-F7E2FD040828}" type="parTrans" cxnId="{0846F48A-486B-47BD-B19A-041129FD761E}">
      <dgm:prSet/>
      <dgm:spPr/>
      <dgm:t>
        <a:bodyPr/>
        <a:lstStyle/>
        <a:p>
          <a:endParaRPr lang="en-CA"/>
        </a:p>
      </dgm:t>
    </dgm:pt>
    <dgm:pt modelId="{08B84AB2-8622-4DB6-AE46-421282956BD1}" type="sibTrans" cxnId="{0846F48A-486B-47BD-B19A-041129FD761E}">
      <dgm:prSet/>
      <dgm:spPr/>
      <dgm:t>
        <a:bodyPr/>
        <a:lstStyle/>
        <a:p>
          <a:endParaRPr lang="en-CA"/>
        </a:p>
      </dgm:t>
    </dgm:pt>
    <dgm:pt modelId="{D111E57E-6D92-48A9-8324-8929548B0148}">
      <dgm:prSet/>
      <dgm:spPr/>
      <dgm:t>
        <a:bodyPr/>
        <a:lstStyle/>
        <a:p>
          <a:r>
            <a:rPr lang="fr-CA" dirty="0"/>
            <a:t>Peut être utilisé pour faire du </a:t>
          </a:r>
          <a:r>
            <a:rPr lang="fr-CA" dirty="0" err="1"/>
            <a:t>backref</a:t>
          </a:r>
          <a:r>
            <a:rPr lang="fr-CA" dirty="0"/>
            <a:t>: </a:t>
          </a:r>
          <a:r>
            <a:rPr lang="en-CA" dirty="0"/>
            <a:t>‘(…)(..)\1\2’</a:t>
          </a:r>
        </a:p>
      </dgm:t>
    </dgm:pt>
    <dgm:pt modelId="{8503A366-3922-454F-9FBA-10080278DEA4}" type="parTrans" cxnId="{92241222-DBC9-40B0-AD49-BCA9808BD3D8}">
      <dgm:prSet/>
      <dgm:spPr/>
      <dgm:t>
        <a:bodyPr/>
        <a:lstStyle/>
        <a:p>
          <a:endParaRPr lang="en-CA"/>
        </a:p>
      </dgm:t>
    </dgm:pt>
    <dgm:pt modelId="{0C7D76D2-184B-4E2C-9572-FA94142DE2FA}" type="sibTrans" cxnId="{92241222-DBC9-40B0-AD49-BCA9808BD3D8}">
      <dgm:prSet/>
      <dgm:spPr/>
      <dgm:t>
        <a:bodyPr/>
        <a:lstStyle/>
        <a:p>
          <a:endParaRPr lang="en-CA"/>
        </a:p>
      </dgm:t>
    </dgm:pt>
    <dgm:pt modelId="{B5E64C81-6B85-44E2-8275-A91C81A67F57}">
      <dgm:prSet/>
      <dgm:spPr/>
      <dgm:t>
        <a:bodyPr/>
        <a:lstStyle/>
        <a:p>
          <a:r>
            <a:rPr lang="en-CA" dirty="0" err="1"/>
            <a:t>Peut</a:t>
          </a:r>
          <a:r>
            <a:rPr lang="en-CA" dirty="0"/>
            <a:t> </a:t>
          </a:r>
          <a:r>
            <a:rPr lang="fr-CA" dirty="0"/>
            <a:t>être utilisé en BRE avec </a:t>
          </a:r>
          <a:r>
            <a:rPr lang="en-CA" dirty="0"/>
            <a:t>\ : \(\)</a:t>
          </a:r>
        </a:p>
      </dgm:t>
    </dgm:pt>
    <dgm:pt modelId="{6CAACB23-E0D2-4DDD-B6D9-AE290EFA156E}" type="parTrans" cxnId="{AC59857A-015F-406D-9B8C-5F24FA4B4B93}">
      <dgm:prSet/>
      <dgm:spPr/>
      <dgm:t>
        <a:bodyPr/>
        <a:lstStyle/>
        <a:p>
          <a:endParaRPr lang="en-CA"/>
        </a:p>
      </dgm:t>
    </dgm:pt>
    <dgm:pt modelId="{185A91E8-3493-40D2-B191-487FD3DD18A7}" type="sibTrans" cxnId="{AC59857A-015F-406D-9B8C-5F24FA4B4B93}">
      <dgm:prSet/>
      <dgm:spPr/>
      <dgm:t>
        <a:bodyPr/>
        <a:lstStyle/>
        <a:p>
          <a:endParaRPr lang="en-CA"/>
        </a:p>
      </dgm:t>
    </dgm:pt>
    <dgm:pt modelId="{A7D282C9-36D3-4894-9C39-95F79E261872}">
      <dgm:prSet/>
      <dgm:spPr/>
      <dgm:t>
        <a:bodyPr/>
        <a:lstStyle/>
        <a:p>
          <a:r>
            <a:rPr lang="en-CA" dirty="0" err="1"/>
            <a:t>Peut</a:t>
          </a:r>
          <a:r>
            <a:rPr lang="en-CA" dirty="0"/>
            <a:t> </a:t>
          </a:r>
          <a:r>
            <a:rPr lang="fr-CA" dirty="0"/>
            <a:t>être utilisé en BRE avec </a:t>
          </a:r>
          <a:r>
            <a:rPr lang="en-CA" dirty="0"/>
            <a:t>\ : \{\}</a:t>
          </a:r>
        </a:p>
      </dgm:t>
    </dgm:pt>
    <dgm:pt modelId="{C83CCC42-63B5-46F4-B1B1-CDAA81C86479}" type="parTrans" cxnId="{ABD4D9FF-DD7A-456D-8A33-AC5536001BB2}">
      <dgm:prSet/>
      <dgm:spPr/>
      <dgm:t>
        <a:bodyPr/>
        <a:lstStyle/>
        <a:p>
          <a:endParaRPr lang="en-CA"/>
        </a:p>
      </dgm:t>
    </dgm:pt>
    <dgm:pt modelId="{8815007D-FECE-4066-AFC5-7BD92025486A}" type="sibTrans" cxnId="{ABD4D9FF-DD7A-456D-8A33-AC5536001BB2}">
      <dgm:prSet/>
      <dgm:spPr/>
      <dgm:t>
        <a:bodyPr/>
        <a:lstStyle/>
        <a:p>
          <a:endParaRPr lang="en-CA"/>
        </a:p>
      </dgm:t>
    </dgm:pt>
    <dgm:pt modelId="{71B5AD1F-D214-4629-82DB-0760215F858F}" type="pres">
      <dgm:prSet presAssocID="{61202C33-9630-476D-9F9C-256F39F5A75D}" presName="Name0" presStyleCnt="0">
        <dgm:presLayoutVars>
          <dgm:dir/>
          <dgm:animLvl val="lvl"/>
          <dgm:resizeHandles val="exact"/>
        </dgm:presLayoutVars>
      </dgm:prSet>
      <dgm:spPr/>
    </dgm:pt>
    <dgm:pt modelId="{371BCBF3-B7AD-4957-9E10-9748AD28F365}" type="pres">
      <dgm:prSet presAssocID="{8BF914B9-2A8B-4755-8B5E-3D0747054D27}" presName="linNode" presStyleCnt="0"/>
      <dgm:spPr/>
    </dgm:pt>
    <dgm:pt modelId="{95AFD015-4C92-475D-8E83-DA691214F6C7}" type="pres">
      <dgm:prSet presAssocID="{8BF914B9-2A8B-4755-8B5E-3D0747054D2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F19B1751-D8D5-4D2E-AE44-708D28E1815E}" type="pres">
      <dgm:prSet presAssocID="{8BF914B9-2A8B-4755-8B5E-3D0747054D27}" presName="descendantText" presStyleLbl="alignAccFollowNode1" presStyleIdx="0" presStyleCnt="4" custLinFactNeighborX="0" custLinFactNeighborY="-1713">
        <dgm:presLayoutVars>
          <dgm:bulletEnabled val="1"/>
        </dgm:presLayoutVars>
      </dgm:prSet>
      <dgm:spPr/>
    </dgm:pt>
    <dgm:pt modelId="{77D3A172-15F9-4ED4-9981-4DE4AC7E10D3}" type="pres">
      <dgm:prSet presAssocID="{C0A0CE6B-9309-4FEF-BA3E-56EED3AF2CD5}" presName="sp" presStyleCnt="0"/>
      <dgm:spPr/>
    </dgm:pt>
    <dgm:pt modelId="{57D1B71B-5C16-41BB-BDA9-10D4D4413F67}" type="pres">
      <dgm:prSet presAssocID="{258860F5-1F9F-4F34-AFC3-3DC48733BA37}" presName="linNode" presStyleCnt="0"/>
      <dgm:spPr/>
    </dgm:pt>
    <dgm:pt modelId="{85BDEFA7-69DE-443E-A506-9CB189951320}" type="pres">
      <dgm:prSet presAssocID="{258860F5-1F9F-4F34-AFC3-3DC48733BA3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7C446D6-F5A7-4DD4-817B-F0DA8D740952}" type="pres">
      <dgm:prSet presAssocID="{258860F5-1F9F-4F34-AFC3-3DC48733BA37}" presName="descendantText" presStyleLbl="alignAccFollowNode1" presStyleIdx="1" presStyleCnt="4">
        <dgm:presLayoutVars>
          <dgm:bulletEnabled val="1"/>
        </dgm:presLayoutVars>
      </dgm:prSet>
      <dgm:spPr/>
    </dgm:pt>
    <dgm:pt modelId="{41F287ED-92BF-42A4-A0AA-8145C1D71C46}" type="pres">
      <dgm:prSet presAssocID="{8BA6BEAA-F093-4542-BF4A-B823F2881187}" presName="sp" presStyleCnt="0"/>
      <dgm:spPr/>
    </dgm:pt>
    <dgm:pt modelId="{B940B93D-07D2-487A-A0AD-27C33935A0CB}" type="pres">
      <dgm:prSet presAssocID="{09F6A3DA-0DDD-46C6-83C9-71335BB982AB}" presName="linNode" presStyleCnt="0"/>
      <dgm:spPr/>
    </dgm:pt>
    <dgm:pt modelId="{6DDDA319-4329-4266-92BC-39B6DCF9A43A}" type="pres">
      <dgm:prSet presAssocID="{09F6A3DA-0DDD-46C6-83C9-71335BB982A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FEB5D09-6E09-4D0D-AA82-06216F486124}" type="pres">
      <dgm:prSet presAssocID="{09F6A3DA-0DDD-46C6-83C9-71335BB982AB}" presName="descendantText" presStyleLbl="alignAccFollowNode1" presStyleIdx="2" presStyleCnt="4" custLinFactNeighborY="2741">
        <dgm:presLayoutVars>
          <dgm:bulletEnabled val="1"/>
        </dgm:presLayoutVars>
      </dgm:prSet>
      <dgm:spPr/>
    </dgm:pt>
    <dgm:pt modelId="{E6421D89-D155-4526-86FC-5D0960DEA265}" type="pres">
      <dgm:prSet presAssocID="{438E66C4-40B8-4064-B67F-4564039AE5B7}" presName="sp" presStyleCnt="0"/>
      <dgm:spPr/>
    </dgm:pt>
    <dgm:pt modelId="{36ACEECF-4F4A-4B02-BA97-136C5C895447}" type="pres">
      <dgm:prSet presAssocID="{5994BBD4-47C3-40D9-B175-9FCA435B1E6C}" presName="linNode" presStyleCnt="0"/>
      <dgm:spPr/>
    </dgm:pt>
    <dgm:pt modelId="{AAF7E691-40F8-48C8-8340-C892122B7F22}" type="pres">
      <dgm:prSet presAssocID="{5994BBD4-47C3-40D9-B175-9FCA435B1E6C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140E950-C32F-4E0B-8EAC-2542367567A1}" type="pres">
      <dgm:prSet presAssocID="{5994BBD4-47C3-40D9-B175-9FCA435B1E6C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0FF33F02-9AB0-4333-B27A-814B81C7FD3C}" type="presOf" srcId="{61202C33-9630-476D-9F9C-256F39F5A75D}" destId="{71B5AD1F-D214-4629-82DB-0760215F858F}" srcOrd="0" destOrd="0" presId="urn:microsoft.com/office/officeart/2005/8/layout/vList5"/>
    <dgm:cxn modelId="{40C7840B-A970-4473-A9B4-52325BCCA331}" type="presOf" srcId="{5A4F45E1-F634-41B2-8430-6F98BE83CCE7}" destId="{97C446D6-F5A7-4DD4-817B-F0DA8D740952}" srcOrd="0" destOrd="0" presId="urn:microsoft.com/office/officeart/2005/8/layout/vList5"/>
    <dgm:cxn modelId="{482E471B-2666-43D5-BE64-95AFAAB7CAE8}" srcId="{5994BBD4-47C3-40D9-B175-9FCA435B1E6C}" destId="{F63EFAF1-B377-48C6-9459-9C2B6BE8A5C4}" srcOrd="0" destOrd="0" parTransId="{D4585DA5-1D66-464D-94CF-4DAC30FC40B4}" sibTransId="{114FEF3F-68DF-4AB4-913A-73C5C8114603}"/>
    <dgm:cxn modelId="{92241222-DBC9-40B0-AD49-BCA9808BD3D8}" srcId="{5994BBD4-47C3-40D9-B175-9FCA435B1E6C}" destId="{D111E57E-6D92-48A9-8324-8929548B0148}" srcOrd="2" destOrd="0" parTransId="{8503A366-3922-454F-9FBA-10080278DEA4}" sibTransId="{0C7D76D2-184B-4E2C-9572-FA94142DE2FA}"/>
    <dgm:cxn modelId="{AA9F5027-97BC-4B82-BE37-766DAB7BDBE8}" type="presOf" srcId="{A7D282C9-36D3-4894-9C39-95F79E261872}" destId="{9FEB5D09-6E09-4D0D-AA82-06216F486124}" srcOrd="0" destOrd="2" presId="urn:microsoft.com/office/officeart/2005/8/layout/vList5"/>
    <dgm:cxn modelId="{897D7F27-A42D-4A30-A943-84151ADEF4C0}" type="presOf" srcId="{B5E64C81-6B85-44E2-8275-A91C81A67F57}" destId="{B140E950-C32F-4E0B-8EAC-2542367567A1}" srcOrd="0" destOrd="1" presId="urn:microsoft.com/office/officeart/2005/8/layout/vList5"/>
    <dgm:cxn modelId="{CBA5E827-8C97-4B9C-AF92-783A6418009C}" srcId="{258860F5-1F9F-4F34-AFC3-3DC48733BA37}" destId="{5A4F45E1-F634-41B2-8430-6F98BE83CCE7}" srcOrd="0" destOrd="0" parTransId="{DA10C406-02B0-4659-AA87-D57A4A828B9F}" sibTransId="{F6281FB0-D65D-471B-9548-454CA1C1E651}"/>
    <dgm:cxn modelId="{DE4DD830-2933-49BE-B594-09150C9447E7}" srcId="{61202C33-9630-476D-9F9C-256F39F5A75D}" destId="{8BF914B9-2A8B-4755-8B5E-3D0747054D27}" srcOrd="0" destOrd="0" parTransId="{37F43BC4-A7AA-421A-8814-D795B5325017}" sibTransId="{C0A0CE6B-9309-4FEF-BA3E-56EED3AF2CD5}"/>
    <dgm:cxn modelId="{720A3938-A3AD-4571-BF5E-29F78AE4FA05}" srcId="{61202C33-9630-476D-9F9C-256F39F5A75D}" destId="{09F6A3DA-0DDD-46C6-83C9-71335BB982AB}" srcOrd="2" destOrd="0" parTransId="{DC79CD88-DF92-4B7D-AB5E-F27588F6E2BB}" sibTransId="{438E66C4-40B8-4064-B67F-4564039AE5B7}"/>
    <dgm:cxn modelId="{D62E1E3B-5C5E-42AB-8C1D-288525D9948C}" srcId="{8BF914B9-2A8B-4755-8B5E-3D0747054D27}" destId="{32EBCEAF-A92E-4B71-9F3E-466C639B770F}" srcOrd="0" destOrd="0" parTransId="{4BCC0DCA-87A5-4CAA-B15D-7D02DD4EE9F3}" sibTransId="{68D9E040-2C90-4632-A09B-6F6C1C658DA8}"/>
    <dgm:cxn modelId="{33DD9E60-FEF0-4F68-9095-43ACC4DE5C83}" type="presOf" srcId="{D111E57E-6D92-48A9-8324-8929548B0148}" destId="{B140E950-C32F-4E0B-8EAC-2542367567A1}" srcOrd="0" destOrd="2" presId="urn:microsoft.com/office/officeart/2005/8/layout/vList5"/>
    <dgm:cxn modelId="{8607FC49-EFBB-41D6-9517-078E0260A238}" type="presOf" srcId="{F63EFAF1-B377-48C6-9459-9C2B6BE8A5C4}" destId="{B140E950-C32F-4E0B-8EAC-2542367567A1}" srcOrd="0" destOrd="0" presId="urn:microsoft.com/office/officeart/2005/8/layout/vList5"/>
    <dgm:cxn modelId="{40A9B96F-874A-404D-BFF3-6C7D4D5CC0E8}" srcId="{09F6A3DA-0DDD-46C6-83C9-71335BB982AB}" destId="{2B60183B-3446-4871-893D-479AEF18139A}" srcOrd="0" destOrd="0" parTransId="{6B0BF81C-9B33-4367-B5BF-4E1ECFDC9108}" sibTransId="{7C4272DD-BA50-4C12-B797-F5C6C5FC3160}"/>
    <dgm:cxn modelId="{AC59857A-015F-406D-9B8C-5F24FA4B4B93}" srcId="{5994BBD4-47C3-40D9-B175-9FCA435B1E6C}" destId="{B5E64C81-6B85-44E2-8275-A91C81A67F57}" srcOrd="1" destOrd="0" parTransId="{6CAACB23-E0D2-4DDD-B6D9-AE290EFA156E}" sibTransId="{185A91E8-3493-40D2-B191-487FD3DD18A7}"/>
    <dgm:cxn modelId="{15A12C7B-5F5D-4FFA-BFDC-05F655E09CEC}" type="presOf" srcId="{FD787BC7-C5CA-449D-BA7D-9FB91C27EAD5}" destId="{9FEB5D09-6E09-4D0D-AA82-06216F486124}" srcOrd="0" destOrd="1" presId="urn:microsoft.com/office/officeart/2005/8/layout/vList5"/>
    <dgm:cxn modelId="{139A2C7F-1763-4AE9-82EF-4D890ED254A0}" type="presOf" srcId="{8BF914B9-2A8B-4755-8B5E-3D0747054D27}" destId="{95AFD015-4C92-475D-8E83-DA691214F6C7}" srcOrd="0" destOrd="0" presId="urn:microsoft.com/office/officeart/2005/8/layout/vList5"/>
    <dgm:cxn modelId="{F13D6C89-0F31-400E-886F-E80FDFD4F727}" srcId="{61202C33-9630-476D-9F9C-256F39F5A75D}" destId="{258860F5-1F9F-4F34-AFC3-3DC48733BA37}" srcOrd="1" destOrd="0" parTransId="{317B725E-738B-47D3-B9A7-93925731D147}" sibTransId="{8BA6BEAA-F093-4542-BF4A-B823F2881187}"/>
    <dgm:cxn modelId="{0846F48A-486B-47BD-B19A-041129FD761E}" srcId="{09F6A3DA-0DDD-46C6-83C9-71335BB982AB}" destId="{FD787BC7-C5CA-449D-BA7D-9FB91C27EAD5}" srcOrd="1" destOrd="0" parTransId="{2595DC5A-0644-468D-AFF8-F7E2FD040828}" sibTransId="{08B84AB2-8622-4DB6-AE46-421282956BD1}"/>
    <dgm:cxn modelId="{2B018CC1-2C59-4D73-BEA5-F283235BA73F}" type="presOf" srcId="{32EBCEAF-A92E-4B71-9F3E-466C639B770F}" destId="{F19B1751-D8D5-4D2E-AE44-708D28E1815E}" srcOrd="0" destOrd="0" presId="urn:microsoft.com/office/officeart/2005/8/layout/vList5"/>
    <dgm:cxn modelId="{D3B37CE3-72E5-47F2-9478-58F8BCBBB711}" type="presOf" srcId="{258860F5-1F9F-4F34-AFC3-3DC48733BA37}" destId="{85BDEFA7-69DE-443E-A506-9CB189951320}" srcOrd="0" destOrd="0" presId="urn:microsoft.com/office/officeart/2005/8/layout/vList5"/>
    <dgm:cxn modelId="{070509E4-9740-487C-BE32-CFA7FC5E0A9A}" type="presOf" srcId="{2B60183B-3446-4871-893D-479AEF18139A}" destId="{9FEB5D09-6E09-4D0D-AA82-06216F486124}" srcOrd="0" destOrd="0" presId="urn:microsoft.com/office/officeart/2005/8/layout/vList5"/>
    <dgm:cxn modelId="{DA8EA5EA-A192-4348-BB03-6E95A1716FC1}" srcId="{61202C33-9630-476D-9F9C-256F39F5A75D}" destId="{5994BBD4-47C3-40D9-B175-9FCA435B1E6C}" srcOrd="3" destOrd="0" parTransId="{D981F187-AED6-4A08-A33B-B4DBDA55C876}" sibTransId="{FD052B8D-6325-4903-BA9B-7D1961B43251}"/>
    <dgm:cxn modelId="{8E409AEF-2759-43C8-B585-A3E576743CC4}" type="presOf" srcId="{5994BBD4-47C3-40D9-B175-9FCA435B1E6C}" destId="{AAF7E691-40F8-48C8-8340-C892122B7F22}" srcOrd="0" destOrd="0" presId="urn:microsoft.com/office/officeart/2005/8/layout/vList5"/>
    <dgm:cxn modelId="{996C09FD-2C1E-4036-B689-C60B0F816E3F}" type="presOf" srcId="{09F6A3DA-0DDD-46C6-83C9-71335BB982AB}" destId="{6DDDA319-4329-4266-92BC-39B6DCF9A43A}" srcOrd="0" destOrd="0" presId="urn:microsoft.com/office/officeart/2005/8/layout/vList5"/>
    <dgm:cxn modelId="{ABD4D9FF-DD7A-456D-8A33-AC5536001BB2}" srcId="{09F6A3DA-0DDD-46C6-83C9-71335BB982AB}" destId="{A7D282C9-36D3-4894-9C39-95F79E261872}" srcOrd="2" destOrd="0" parTransId="{C83CCC42-63B5-46F4-B1B1-CDAA81C86479}" sibTransId="{8815007D-FECE-4066-AFC5-7BD92025486A}"/>
    <dgm:cxn modelId="{35183A16-5C83-47F5-BC42-B8F64BEFE9B9}" type="presParOf" srcId="{71B5AD1F-D214-4629-82DB-0760215F858F}" destId="{371BCBF3-B7AD-4957-9E10-9748AD28F365}" srcOrd="0" destOrd="0" presId="urn:microsoft.com/office/officeart/2005/8/layout/vList5"/>
    <dgm:cxn modelId="{6A4AF145-DDCE-438D-806C-B6D311FB69EA}" type="presParOf" srcId="{371BCBF3-B7AD-4957-9E10-9748AD28F365}" destId="{95AFD015-4C92-475D-8E83-DA691214F6C7}" srcOrd="0" destOrd="0" presId="urn:microsoft.com/office/officeart/2005/8/layout/vList5"/>
    <dgm:cxn modelId="{E1BD6052-C547-402F-92E5-6B6AAD918346}" type="presParOf" srcId="{371BCBF3-B7AD-4957-9E10-9748AD28F365}" destId="{F19B1751-D8D5-4D2E-AE44-708D28E1815E}" srcOrd="1" destOrd="0" presId="urn:microsoft.com/office/officeart/2005/8/layout/vList5"/>
    <dgm:cxn modelId="{2062A6BE-CC9D-4514-A60F-22320EC0480E}" type="presParOf" srcId="{71B5AD1F-D214-4629-82DB-0760215F858F}" destId="{77D3A172-15F9-4ED4-9981-4DE4AC7E10D3}" srcOrd="1" destOrd="0" presId="urn:microsoft.com/office/officeart/2005/8/layout/vList5"/>
    <dgm:cxn modelId="{7934A800-3C96-4436-BAA4-E38A62798785}" type="presParOf" srcId="{71B5AD1F-D214-4629-82DB-0760215F858F}" destId="{57D1B71B-5C16-41BB-BDA9-10D4D4413F67}" srcOrd="2" destOrd="0" presId="urn:microsoft.com/office/officeart/2005/8/layout/vList5"/>
    <dgm:cxn modelId="{CE092E58-653E-4795-A2BF-678B6796CE12}" type="presParOf" srcId="{57D1B71B-5C16-41BB-BDA9-10D4D4413F67}" destId="{85BDEFA7-69DE-443E-A506-9CB189951320}" srcOrd="0" destOrd="0" presId="urn:microsoft.com/office/officeart/2005/8/layout/vList5"/>
    <dgm:cxn modelId="{586B4978-3B1D-4470-9125-7DE32BF27D82}" type="presParOf" srcId="{57D1B71B-5C16-41BB-BDA9-10D4D4413F67}" destId="{97C446D6-F5A7-4DD4-817B-F0DA8D740952}" srcOrd="1" destOrd="0" presId="urn:microsoft.com/office/officeart/2005/8/layout/vList5"/>
    <dgm:cxn modelId="{85800B53-5CFB-4C5A-AFF6-509DD7E00931}" type="presParOf" srcId="{71B5AD1F-D214-4629-82DB-0760215F858F}" destId="{41F287ED-92BF-42A4-A0AA-8145C1D71C46}" srcOrd="3" destOrd="0" presId="urn:microsoft.com/office/officeart/2005/8/layout/vList5"/>
    <dgm:cxn modelId="{5CEBACD8-AA00-455B-A99B-247A2394DA1D}" type="presParOf" srcId="{71B5AD1F-D214-4629-82DB-0760215F858F}" destId="{B940B93D-07D2-487A-A0AD-27C33935A0CB}" srcOrd="4" destOrd="0" presId="urn:microsoft.com/office/officeart/2005/8/layout/vList5"/>
    <dgm:cxn modelId="{E9A9AB93-775D-430E-A861-C023F23BA0FD}" type="presParOf" srcId="{B940B93D-07D2-487A-A0AD-27C33935A0CB}" destId="{6DDDA319-4329-4266-92BC-39B6DCF9A43A}" srcOrd="0" destOrd="0" presId="urn:microsoft.com/office/officeart/2005/8/layout/vList5"/>
    <dgm:cxn modelId="{F9E4E38F-A5FE-459F-8AB2-620B345DB261}" type="presParOf" srcId="{B940B93D-07D2-487A-A0AD-27C33935A0CB}" destId="{9FEB5D09-6E09-4D0D-AA82-06216F486124}" srcOrd="1" destOrd="0" presId="urn:microsoft.com/office/officeart/2005/8/layout/vList5"/>
    <dgm:cxn modelId="{4E0AC6FF-18B5-4509-8087-F8F1D58D9487}" type="presParOf" srcId="{71B5AD1F-D214-4629-82DB-0760215F858F}" destId="{E6421D89-D155-4526-86FC-5D0960DEA265}" srcOrd="5" destOrd="0" presId="urn:microsoft.com/office/officeart/2005/8/layout/vList5"/>
    <dgm:cxn modelId="{F5F579CF-4DB3-4841-9A11-EBB756D5094B}" type="presParOf" srcId="{71B5AD1F-D214-4629-82DB-0760215F858F}" destId="{36ACEECF-4F4A-4B02-BA97-136C5C895447}" srcOrd="6" destOrd="0" presId="urn:microsoft.com/office/officeart/2005/8/layout/vList5"/>
    <dgm:cxn modelId="{DA2F6180-0EF8-47F4-8F5F-33216FBBBBCA}" type="presParOf" srcId="{36ACEECF-4F4A-4B02-BA97-136C5C895447}" destId="{AAF7E691-40F8-48C8-8340-C892122B7F22}" srcOrd="0" destOrd="0" presId="urn:microsoft.com/office/officeart/2005/8/layout/vList5"/>
    <dgm:cxn modelId="{CBBDF6BB-AF13-4D46-AEF0-CCC50002C619}" type="presParOf" srcId="{36ACEECF-4F4A-4B02-BA97-136C5C895447}" destId="{B140E950-C32F-4E0B-8EAC-2542367567A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53DE6C-FD0C-4C22-9D6F-09B1380D405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D91080E6-2200-4477-9E8D-322E5C36A4F8}">
      <dgm:prSet/>
      <dgm:spPr/>
      <dgm:t>
        <a:bodyPr/>
        <a:lstStyle/>
        <a:p>
          <a:pPr>
            <a:defRPr b="1"/>
          </a:pPr>
          <a:r>
            <a:rPr lang="fr-CA"/>
            <a:t>Classe de caractères</a:t>
          </a:r>
          <a:endParaRPr lang="en-US"/>
        </a:p>
      </dgm:t>
    </dgm:pt>
    <dgm:pt modelId="{5D290805-A8A9-437B-9534-FFEDF0DCCB6B}" type="parTrans" cxnId="{C5E42C40-8924-459D-B3C0-B8027AB7097E}">
      <dgm:prSet/>
      <dgm:spPr/>
      <dgm:t>
        <a:bodyPr/>
        <a:lstStyle/>
        <a:p>
          <a:endParaRPr lang="en-US"/>
        </a:p>
      </dgm:t>
    </dgm:pt>
    <dgm:pt modelId="{CDFF5027-3476-4583-B3E8-A46C4A8A8015}" type="sibTrans" cxnId="{C5E42C40-8924-459D-B3C0-B8027AB7097E}">
      <dgm:prSet/>
      <dgm:spPr/>
      <dgm:t>
        <a:bodyPr/>
        <a:lstStyle/>
        <a:p>
          <a:endParaRPr lang="en-US"/>
        </a:p>
      </dgm:t>
    </dgm:pt>
    <dgm:pt modelId="{39AB2CC1-92D1-4774-87AB-67EBCC586E8E}">
      <dgm:prSet/>
      <dgm:spPr/>
      <dgm:t>
        <a:bodyPr/>
        <a:lstStyle/>
        <a:p>
          <a:pPr>
            <a:defRPr b="1"/>
          </a:pPr>
          <a:r>
            <a:rPr lang="fr-CA"/>
            <a:t>Classes d’équivalences</a:t>
          </a:r>
          <a:endParaRPr lang="en-US"/>
        </a:p>
      </dgm:t>
    </dgm:pt>
    <dgm:pt modelId="{3F755806-09B5-4480-A9E1-29602BDA8B85}" type="parTrans" cxnId="{AEEA41FA-D882-48F9-BA09-041AE16F29FC}">
      <dgm:prSet/>
      <dgm:spPr/>
      <dgm:t>
        <a:bodyPr/>
        <a:lstStyle/>
        <a:p>
          <a:endParaRPr lang="en-US"/>
        </a:p>
      </dgm:t>
    </dgm:pt>
    <dgm:pt modelId="{2B4CBDEC-B3EA-4D6E-9846-6EE4F9D29281}" type="sibTrans" cxnId="{AEEA41FA-D882-48F9-BA09-041AE16F29FC}">
      <dgm:prSet/>
      <dgm:spPr/>
      <dgm:t>
        <a:bodyPr/>
        <a:lstStyle/>
        <a:p>
          <a:endParaRPr lang="en-US"/>
        </a:p>
      </dgm:t>
    </dgm:pt>
    <dgm:pt modelId="{DF8DF1CA-2BA7-4C4A-989C-0729EF4CE2FF}">
      <dgm:prSet/>
      <dgm:spPr/>
      <dgm:t>
        <a:bodyPr/>
        <a:lstStyle/>
        <a:p>
          <a:pPr algn="ctr"/>
          <a:r>
            <a:rPr lang="fr-FR" dirty="0"/>
            <a:t>[=e=] : classe d’équivalence du caractère e</a:t>
          </a:r>
          <a:endParaRPr lang="en-US" dirty="0"/>
        </a:p>
      </dgm:t>
    </dgm:pt>
    <dgm:pt modelId="{9E712269-4791-43AF-BDBC-6D61FD8382EB}" type="parTrans" cxnId="{33D7A965-147F-4690-BA7E-2888D82FC1C9}">
      <dgm:prSet/>
      <dgm:spPr/>
      <dgm:t>
        <a:bodyPr/>
        <a:lstStyle/>
        <a:p>
          <a:endParaRPr lang="en-US"/>
        </a:p>
      </dgm:t>
    </dgm:pt>
    <dgm:pt modelId="{A8D4E7D8-32E2-400D-B951-CFC992319934}" type="sibTrans" cxnId="{33D7A965-147F-4690-BA7E-2888D82FC1C9}">
      <dgm:prSet/>
      <dgm:spPr/>
      <dgm:t>
        <a:bodyPr/>
        <a:lstStyle/>
        <a:p>
          <a:endParaRPr lang="en-US"/>
        </a:p>
      </dgm:t>
    </dgm:pt>
    <dgm:pt modelId="{61E5B816-F374-42A9-B0A7-13A3C7CF29BB}">
      <dgm:prSet/>
      <dgm:spPr/>
      <dgm:t>
        <a:bodyPr/>
        <a:lstStyle/>
        <a:p>
          <a:pPr algn="ctr"/>
          <a:r>
            <a:rPr lang="en-CA"/>
            <a:t>inclut eéèêë</a:t>
          </a:r>
          <a:endParaRPr lang="en-US"/>
        </a:p>
      </dgm:t>
    </dgm:pt>
    <dgm:pt modelId="{D2E3DCE9-4D5E-4629-9AB8-AC883323D005}" type="parTrans" cxnId="{A81EBCAD-337E-4FFB-8EBD-9E752426DF52}">
      <dgm:prSet/>
      <dgm:spPr/>
      <dgm:t>
        <a:bodyPr/>
        <a:lstStyle/>
        <a:p>
          <a:endParaRPr lang="en-US"/>
        </a:p>
      </dgm:t>
    </dgm:pt>
    <dgm:pt modelId="{3A035913-2224-4B1E-9D05-51EC7E7D0B91}" type="sibTrans" cxnId="{A81EBCAD-337E-4FFB-8EBD-9E752426DF52}">
      <dgm:prSet/>
      <dgm:spPr/>
      <dgm:t>
        <a:bodyPr/>
        <a:lstStyle/>
        <a:p>
          <a:endParaRPr lang="en-US"/>
        </a:p>
      </dgm:t>
    </dgm:pt>
    <dgm:pt modelId="{7C93110B-CCDE-4B72-8490-EB43981C8784}">
      <dgm:prSet/>
      <dgm:spPr/>
      <dgm:t>
        <a:bodyPr/>
        <a:lstStyle/>
        <a:p>
          <a:pPr>
            <a:defRPr b="1"/>
          </a:pPr>
          <a:r>
            <a:rPr lang="en-CA"/>
            <a:t>Voir Notes de Cours (</a:t>
          </a:r>
          <a:r>
            <a:rPr lang="en-CA">
              <a:hlinkClick xmlns:r="http://schemas.openxmlformats.org/officeDocument/2006/relationships" r:id="rId1"/>
            </a:rPr>
            <a:t>Chapitre 4: Expressions régulières</a:t>
          </a:r>
          <a:r>
            <a:rPr lang="en-CA"/>
            <a:t>) pour plus de détail</a:t>
          </a:r>
          <a:endParaRPr lang="en-US"/>
        </a:p>
      </dgm:t>
    </dgm:pt>
    <dgm:pt modelId="{0BD44340-AD3C-4F89-878D-4E9FBEE73094}" type="parTrans" cxnId="{CC7B9862-F1FB-4729-B7B1-59B2A8D7A553}">
      <dgm:prSet/>
      <dgm:spPr/>
      <dgm:t>
        <a:bodyPr/>
        <a:lstStyle/>
        <a:p>
          <a:endParaRPr lang="en-US"/>
        </a:p>
      </dgm:t>
    </dgm:pt>
    <dgm:pt modelId="{2DA8E606-F951-4336-A0D5-B22AD1B21E90}" type="sibTrans" cxnId="{CC7B9862-F1FB-4729-B7B1-59B2A8D7A553}">
      <dgm:prSet/>
      <dgm:spPr/>
      <dgm:t>
        <a:bodyPr/>
        <a:lstStyle/>
        <a:p>
          <a:endParaRPr lang="en-US"/>
        </a:p>
      </dgm:t>
    </dgm:pt>
    <dgm:pt modelId="{38EBAB02-9486-4FCD-B42D-35CE30996D5A}">
      <dgm:prSet/>
      <dgm:spPr/>
      <dgm:t>
        <a:bodyPr/>
        <a:lstStyle/>
        <a:p>
          <a:pPr algn="ctr"/>
          <a:r>
            <a:rPr lang="en-US" dirty="0"/>
            <a:t>GREP: [[=e=]]</a:t>
          </a:r>
        </a:p>
      </dgm:t>
    </dgm:pt>
    <dgm:pt modelId="{CA80EBD3-B538-42DA-B8D5-E72CBC00A618}" type="parTrans" cxnId="{B8F80CBC-0ABA-4639-8E27-CC85E5F42463}">
      <dgm:prSet/>
      <dgm:spPr/>
      <dgm:t>
        <a:bodyPr/>
        <a:lstStyle/>
        <a:p>
          <a:endParaRPr lang="en-CA"/>
        </a:p>
      </dgm:t>
    </dgm:pt>
    <dgm:pt modelId="{DF2A11D2-32AB-4C99-AD61-3D44B9CB8E81}" type="sibTrans" cxnId="{B8F80CBC-0ABA-4639-8E27-CC85E5F42463}">
      <dgm:prSet/>
      <dgm:spPr/>
      <dgm:t>
        <a:bodyPr/>
        <a:lstStyle/>
        <a:p>
          <a:endParaRPr lang="en-CA"/>
        </a:p>
      </dgm:t>
    </dgm:pt>
    <dgm:pt modelId="{DB8FD174-FFF6-4367-B276-144A64155F2A}">
      <dgm:prSet/>
      <dgm:spPr/>
      <dgm:t>
        <a:bodyPr/>
        <a:lstStyle/>
        <a:p>
          <a:pPr algn="ctr"/>
          <a:r>
            <a:rPr lang="en-US" dirty="0"/>
            <a:t>[:class:]</a:t>
          </a:r>
        </a:p>
      </dgm:t>
    </dgm:pt>
    <dgm:pt modelId="{E3269A41-C1C1-47A8-B65A-6C52DC903779}" type="parTrans" cxnId="{53BB6A4B-0374-41D5-8E5A-DF0880FB43A3}">
      <dgm:prSet/>
      <dgm:spPr/>
      <dgm:t>
        <a:bodyPr/>
        <a:lstStyle/>
        <a:p>
          <a:endParaRPr lang="en-CA"/>
        </a:p>
      </dgm:t>
    </dgm:pt>
    <dgm:pt modelId="{2491B0CE-144A-43B1-8B44-FB91ED0F30C6}" type="sibTrans" cxnId="{53BB6A4B-0374-41D5-8E5A-DF0880FB43A3}">
      <dgm:prSet/>
      <dgm:spPr/>
      <dgm:t>
        <a:bodyPr/>
        <a:lstStyle/>
        <a:p>
          <a:endParaRPr lang="en-CA"/>
        </a:p>
      </dgm:t>
    </dgm:pt>
    <dgm:pt modelId="{EC1C71E5-E4C5-4CF4-847D-9A8ACC723994}">
      <dgm:prSet/>
      <dgm:spPr/>
      <dgm:t>
        <a:bodyPr/>
        <a:lstStyle/>
        <a:p>
          <a:pPr algn="ctr"/>
          <a:r>
            <a:rPr lang="en-US" dirty="0"/>
            <a:t>Ex: lower, upper, digit, alpha, </a:t>
          </a:r>
          <a:r>
            <a:rPr lang="en-US" dirty="0" err="1"/>
            <a:t>etc</a:t>
          </a:r>
          <a:endParaRPr lang="en-US" dirty="0"/>
        </a:p>
      </dgm:t>
    </dgm:pt>
    <dgm:pt modelId="{8E2DDF43-8926-4AF2-A806-BB500F6CCEAD}" type="parTrans" cxnId="{FECC96F0-01E0-414E-9128-B8BB999FA877}">
      <dgm:prSet/>
      <dgm:spPr/>
      <dgm:t>
        <a:bodyPr/>
        <a:lstStyle/>
        <a:p>
          <a:endParaRPr lang="en-CA"/>
        </a:p>
      </dgm:t>
    </dgm:pt>
    <dgm:pt modelId="{6AB1273D-CA6B-445C-AD89-6FEB53CFC932}" type="sibTrans" cxnId="{FECC96F0-01E0-414E-9128-B8BB999FA877}">
      <dgm:prSet/>
      <dgm:spPr/>
      <dgm:t>
        <a:bodyPr/>
        <a:lstStyle/>
        <a:p>
          <a:endParaRPr lang="en-CA"/>
        </a:p>
      </dgm:t>
    </dgm:pt>
    <dgm:pt modelId="{FECB2241-D917-425B-A62A-F860E2557E95}" type="pres">
      <dgm:prSet presAssocID="{BF53DE6C-FD0C-4C22-9D6F-09B1380D405A}" presName="root" presStyleCnt="0">
        <dgm:presLayoutVars>
          <dgm:dir/>
          <dgm:resizeHandles val="exact"/>
        </dgm:presLayoutVars>
      </dgm:prSet>
      <dgm:spPr/>
    </dgm:pt>
    <dgm:pt modelId="{EFB3855F-112D-4D5E-AE7B-7BC956A0B9DE}" type="pres">
      <dgm:prSet presAssocID="{D91080E6-2200-4477-9E8D-322E5C36A4F8}" presName="compNode" presStyleCnt="0"/>
      <dgm:spPr/>
    </dgm:pt>
    <dgm:pt modelId="{35CBE6DE-98E5-4D3F-A4F0-1B412A186F6D}" type="pres">
      <dgm:prSet presAssocID="{D91080E6-2200-4477-9E8D-322E5C36A4F8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80EEDDB0-7F3F-4039-8D72-B95F319361D0}" type="pres">
      <dgm:prSet presAssocID="{D91080E6-2200-4477-9E8D-322E5C36A4F8}" presName="iconSpace" presStyleCnt="0"/>
      <dgm:spPr/>
    </dgm:pt>
    <dgm:pt modelId="{E8A0493D-A19E-4828-9EE7-A7248BEEFD72}" type="pres">
      <dgm:prSet presAssocID="{D91080E6-2200-4477-9E8D-322E5C36A4F8}" presName="parTx" presStyleLbl="revTx" presStyleIdx="0" presStyleCnt="6">
        <dgm:presLayoutVars>
          <dgm:chMax val="0"/>
          <dgm:chPref val="0"/>
        </dgm:presLayoutVars>
      </dgm:prSet>
      <dgm:spPr/>
    </dgm:pt>
    <dgm:pt modelId="{E6309F99-87EB-4055-AF5A-3CF31FED9589}" type="pres">
      <dgm:prSet presAssocID="{D91080E6-2200-4477-9E8D-322E5C36A4F8}" presName="txSpace" presStyleCnt="0"/>
      <dgm:spPr/>
    </dgm:pt>
    <dgm:pt modelId="{7B0FA195-BF49-401B-8003-A072CC69585E}" type="pres">
      <dgm:prSet presAssocID="{D91080E6-2200-4477-9E8D-322E5C36A4F8}" presName="desTx" presStyleLbl="revTx" presStyleIdx="1" presStyleCnt="6">
        <dgm:presLayoutVars/>
      </dgm:prSet>
      <dgm:spPr/>
    </dgm:pt>
    <dgm:pt modelId="{5287C58E-7AF6-4170-85D8-E32EDE1B2A29}" type="pres">
      <dgm:prSet presAssocID="{CDFF5027-3476-4583-B3E8-A46C4A8A8015}" presName="sibTrans" presStyleCnt="0"/>
      <dgm:spPr/>
    </dgm:pt>
    <dgm:pt modelId="{1FADEC10-D352-4002-9803-935D780BD2FA}" type="pres">
      <dgm:prSet presAssocID="{39AB2CC1-92D1-4774-87AB-67EBCC586E8E}" presName="compNode" presStyleCnt="0"/>
      <dgm:spPr/>
    </dgm:pt>
    <dgm:pt modelId="{022F78EC-FC30-4069-81DD-75ACAC0B9415}" type="pres">
      <dgm:prSet presAssocID="{39AB2CC1-92D1-4774-87AB-67EBCC586E8E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830E64FE-B2BF-4698-AA0C-68E441FB76E9}" type="pres">
      <dgm:prSet presAssocID="{39AB2CC1-92D1-4774-87AB-67EBCC586E8E}" presName="iconSpace" presStyleCnt="0"/>
      <dgm:spPr/>
    </dgm:pt>
    <dgm:pt modelId="{F1C7DC51-F8E8-484D-A658-6A5E6ED2E03F}" type="pres">
      <dgm:prSet presAssocID="{39AB2CC1-92D1-4774-87AB-67EBCC586E8E}" presName="parTx" presStyleLbl="revTx" presStyleIdx="2" presStyleCnt="6">
        <dgm:presLayoutVars>
          <dgm:chMax val="0"/>
          <dgm:chPref val="0"/>
        </dgm:presLayoutVars>
      </dgm:prSet>
      <dgm:spPr/>
    </dgm:pt>
    <dgm:pt modelId="{F962388C-5399-41C2-9D1A-8BE7F14ACD84}" type="pres">
      <dgm:prSet presAssocID="{39AB2CC1-92D1-4774-87AB-67EBCC586E8E}" presName="txSpace" presStyleCnt="0"/>
      <dgm:spPr/>
    </dgm:pt>
    <dgm:pt modelId="{2155A432-082E-4685-A1D2-DDBC9AA61C84}" type="pres">
      <dgm:prSet presAssocID="{39AB2CC1-92D1-4774-87AB-67EBCC586E8E}" presName="desTx" presStyleLbl="revTx" presStyleIdx="3" presStyleCnt="6">
        <dgm:presLayoutVars/>
      </dgm:prSet>
      <dgm:spPr/>
    </dgm:pt>
    <dgm:pt modelId="{6707DA66-6718-456E-A700-2D61678AC4F0}" type="pres">
      <dgm:prSet presAssocID="{2B4CBDEC-B3EA-4D6E-9846-6EE4F9D29281}" presName="sibTrans" presStyleCnt="0"/>
      <dgm:spPr/>
    </dgm:pt>
    <dgm:pt modelId="{FD6337AE-30DD-4043-8155-6B72034F2ACF}" type="pres">
      <dgm:prSet presAssocID="{7C93110B-CCDE-4B72-8490-EB43981C8784}" presName="compNode" presStyleCnt="0"/>
      <dgm:spPr/>
    </dgm:pt>
    <dgm:pt modelId="{2CC68DA5-05D0-4F37-94FB-AE7F2AB93A27}" type="pres">
      <dgm:prSet presAssocID="{7C93110B-CCDE-4B72-8490-EB43981C8784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BE9B4462-4A35-43BC-A540-2062525A537A}" type="pres">
      <dgm:prSet presAssocID="{7C93110B-CCDE-4B72-8490-EB43981C8784}" presName="iconSpace" presStyleCnt="0"/>
      <dgm:spPr/>
    </dgm:pt>
    <dgm:pt modelId="{1D7E7F65-A1D0-47FC-8633-56A2A569F58B}" type="pres">
      <dgm:prSet presAssocID="{7C93110B-CCDE-4B72-8490-EB43981C8784}" presName="parTx" presStyleLbl="revTx" presStyleIdx="4" presStyleCnt="6">
        <dgm:presLayoutVars>
          <dgm:chMax val="0"/>
          <dgm:chPref val="0"/>
        </dgm:presLayoutVars>
      </dgm:prSet>
      <dgm:spPr/>
    </dgm:pt>
    <dgm:pt modelId="{AC874128-2B0C-4AC6-9E1A-FB73F40A6E01}" type="pres">
      <dgm:prSet presAssocID="{7C93110B-CCDE-4B72-8490-EB43981C8784}" presName="txSpace" presStyleCnt="0"/>
      <dgm:spPr/>
    </dgm:pt>
    <dgm:pt modelId="{55A0AB0B-C9FA-410A-9684-C932C022066A}" type="pres">
      <dgm:prSet presAssocID="{7C93110B-CCDE-4B72-8490-EB43981C8784}" presName="desTx" presStyleLbl="revTx" presStyleIdx="5" presStyleCnt="6">
        <dgm:presLayoutVars/>
      </dgm:prSet>
      <dgm:spPr/>
    </dgm:pt>
  </dgm:ptLst>
  <dgm:cxnLst>
    <dgm:cxn modelId="{C2427814-BCCD-43E9-89EF-8C5F31D7F465}" type="presOf" srcId="{BF53DE6C-FD0C-4C22-9D6F-09B1380D405A}" destId="{FECB2241-D917-425B-A62A-F860E2557E95}" srcOrd="0" destOrd="0" presId="urn:microsoft.com/office/officeart/2018/5/layout/CenteredIconLabelDescriptionList"/>
    <dgm:cxn modelId="{BDA5EC14-B395-4AB4-B28B-A4729DE113C6}" type="presOf" srcId="{DB8FD174-FFF6-4367-B276-144A64155F2A}" destId="{7B0FA195-BF49-401B-8003-A072CC69585E}" srcOrd="0" destOrd="0" presId="urn:microsoft.com/office/officeart/2018/5/layout/CenteredIconLabelDescriptionList"/>
    <dgm:cxn modelId="{C5E42C40-8924-459D-B3C0-B8027AB7097E}" srcId="{BF53DE6C-FD0C-4C22-9D6F-09B1380D405A}" destId="{D91080E6-2200-4477-9E8D-322E5C36A4F8}" srcOrd="0" destOrd="0" parTransId="{5D290805-A8A9-437B-9534-FFEDF0DCCB6B}" sibTransId="{CDFF5027-3476-4583-B3E8-A46C4A8A8015}"/>
    <dgm:cxn modelId="{CC7B9862-F1FB-4729-B7B1-59B2A8D7A553}" srcId="{BF53DE6C-FD0C-4C22-9D6F-09B1380D405A}" destId="{7C93110B-CCDE-4B72-8490-EB43981C8784}" srcOrd="2" destOrd="0" parTransId="{0BD44340-AD3C-4F89-878D-4E9FBEE73094}" sibTransId="{2DA8E606-F951-4336-A0D5-B22AD1B21E90}"/>
    <dgm:cxn modelId="{33D7A965-147F-4690-BA7E-2888D82FC1C9}" srcId="{39AB2CC1-92D1-4774-87AB-67EBCC586E8E}" destId="{DF8DF1CA-2BA7-4C4A-989C-0729EF4CE2FF}" srcOrd="0" destOrd="0" parTransId="{9E712269-4791-43AF-BDBC-6D61FD8382EB}" sibTransId="{A8D4E7D8-32E2-400D-B951-CFC992319934}"/>
    <dgm:cxn modelId="{53BB6A4B-0374-41D5-8E5A-DF0880FB43A3}" srcId="{D91080E6-2200-4477-9E8D-322E5C36A4F8}" destId="{DB8FD174-FFF6-4367-B276-144A64155F2A}" srcOrd="0" destOrd="0" parTransId="{E3269A41-C1C1-47A8-B65A-6C52DC903779}" sibTransId="{2491B0CE-144A-43B1-8B44-FB91ED0F30C6}"/>
    <dgm:cxn modelId="{3D05744D-DE89-4289-8342-84FF36A7F396}" type="presOf" srcId="{7C93110B-CCDE-4B72-8490-EB43981C8784}" destId="{1D7E7F65-A1D0-47FC-8633-56A2A569F58B}" srcOrd="0" destOrd="0" presId="urn:microsoft.com/office/officeart/2018/5/layout/CenteredIconLabelDescriptionList"/>
    <dgm:cxn modelId="{805F5053-3511-4352-893A-3CB6C38A5892}" type="presOf" srcId="{DF8DF1CA-2BA7-4C4A-989C-0729EF4CE2FF}" destId="{2155A432-082E-4685-A1D2-DDBC9AA61C84}" srcOrd="0" destOrd="0" presId="urn:microsoft.com/office/officeart/2018/5/layout/CenteredIconLabelDescriptionList"/>
    <dgm:cxn modelId="{A28BFE82-76C0-4B15-8954-63E6AD12851D}" type="presOf" srcId="{D91080E6-2200-4477-9E8D-322E5C36A4F8}" destId="{E8A0493D-A19E-4828-9EE7-A7248BEEFD72}" srcOrd="0" destOrd="0" presId="urn:microsoft.com/office/officeart/2018/5/layout/CenteredIconLabelDescriptionList"/>
    <dgm:cxn modelId="{620207A2-4BFA-4865-8FE4-814366F81A20}" type="presOf" srcId="{38EBAB02-9486-4FCD-B42D-35CE30996D5A}" destId="{2155A432-082E-4685-A1D2-DDBC9AA61C84}" srcOrd="0" destOrd="2" presId="urn:microsoft.com/office/officeart/2018/5/layout/CenteredIconLabelDescriptionList"/>
    <dgm:cxn modelId="{A81EBCAD-337E-4FFB-8EBD-9E752426DF52}" srcId="{DF8DF1CA-2BA7-4C4A-989C-0729EF4CE2FF}" destId="{61E5B816-F374-42A9-B0A7-13A3C7CF29BB}" srcOrd="0" destOrd="0" parTransId="{D2E3DCE9-4D5E-4629-9AB8-AC883323D005}" sibTransId="{3A035913-2224-4B1E-9D05-51EC7E7D0B91}"/>
    <dgm:cxn modelId="{B8F80CBC-0ABA-4639-8E27-CC85E5F42463}" srcId="{DF8DF1CA-2BA7-4C4A-989C-0729EF4CE2FF}" destId="{38EBAB02-9486-4FCD-B42D-35CE30996D5A}" srcOrd="1" destOrd="0" parTransId="{CA80EBD3-B538-42DA-B8D5-E72CBC00A618}" sibTransId="{DF2A11D2-32AB-4C99-AD61-3D44B9CB8E81}"/>
    <dgm:cxn modelId="{711230D2-EFDF-4BDF-9455-8120B1B96E04}" type="presOf" srcId="{39AB2CC1-92D1-4774-87AB-67EBCC586E8E}" destId="{F1C7DC51-F8E8-484D-A658-6A5E6ED2E03F}" srcOrd="0" destOrd="0" presId="urn:microsoft.com/office/officeart/2018/5/layout/CenteredIconLabelDescriptionList"/>
    <dgm:cxn modelId="{7CF4F7EB-DF32-467A-B38F-2489983EF2AC}" type="presOf" srcId="{61E5B816-F374-42A9-B0A7-13A3C7CF29BB}" destId="{2155A432-082E-4685-A1D2-DDBC9AA61C84}" srcOrd="0" destOrd="1" presId="urn:microsoft.com/office/officeart/2018/5/layout/CenteredIconLabelDescriptionList"/>
    <dgm:cxn modelId="{FECC96F0-01E0-414E-9128-B8BB999FA877}" srcId="{DB8FD174-FFF6-4367-B276-144A64155F2A}" destId="{EC1C71E5-E4C5-4CF4-847D-9A8ACC723994}" srcOrd="0" destOrd="0" parTransId="{8E2DDF43-8926-4AF2-A806-BB500F6CCEAD}" sibTransId="{6AB1273D-CA6B-445C-AD89-6FEB53CFC932}"/>
    <dgm:cxn modelId="{AEEA41FA-D882-48F9-BA09-041AE16F29FC}" srcId="{BF53DE6C-FD0C-4C22-9D6F-09B1380D405A}" destId="{39AB2CC1-92D1-4774-87AB-67EBCC586E8E}" srcOrd="1" destOrd="0" parTransId="{3F755806-09B5-4480-A9E1-29602BDA8B85}" sibTransId="{2B4CBDEC-B3EA-4D6E-9846-6EE4F9D29281}"/>
    <dgm:cxn modelId="{C679FAFD-EA75-4BA8-8B78-DCC6FFD73F81}" type="presOf" srcId="{EC1C71E5-E4C5-4CF4-847D-9A8ACC723994}" destId="{7B0FA195-BF49-401B-8003-A072CC69585E}" srcOrd="0" destOrd="1" presId="urn:microsoft.com/office/officeart/2018/5/layout/CenteredIconLabelDescriptionList"/>
    <dgm:cxn modelId="{3FF6B786-EF59-4A7F-9F15-393B4CFC6E42}" type="presParOf" srcId="{FECB2241-D917-425B-A62A-F860E2557E95}" destId="{EFB3855F-112D-4D5E-AE7B-7BC956A0B9DE}" srcOrd="0" destOrd="0" presId="urn:microsoft.com/office/officeart/2018/5/layout/CenteredIconLabelDescriptionList"/>
    <dgm:cxn modelId="{DE8C6927-835E-4830-930D-F654ADC2B0E9}" type="presParOf" srcId="{EFB3855F-112D-4D5E-AE7B-7BC956A0B9DE}" destId="{35CBE6DE-98E5-4D3F-A4F0-1B412A186F6D}" srcOrd="0" destOrd="0" presId="urn:microsoft.com/office/officeart/2018/5/layout/CenteredIconLabelDescriptionList"/>
    <dgm:cxn modelId="{18A073C0-7139-4FB4-9C8E-7B6686AE6AF2}" type="presParOf" srcId="{EFB3855F-112D-4D5E-AE7B-7BC956A0B9DE}" destId="{80EEDDB0-7F3F-4039-8D72-B95F319361D0}" srcOrd="1" destOrd="0" presId="urn:microsoft.com/office/officeart/2018/5/layout/CenteredIconLabelDescriptionList"/>
    <dgm:cxn modelId="{C8346902-E522-4172-B51D-8330D01C3E2A}" type="presParOf" srcId="{EFB3855F-112D-4D5E-AE7B-7BC956A0B9DE}" destId="{E8A0493D-A19E-4828-9EE7-A7248BEEFD72}" srcOrd="2" destOrd="0" presId="urn:microsoft.com/office/officeart/2018/5/layout/CenteredIconLabelDescriptionList"/>
    <dgm:cxn modelId="{C7B1E698-186A-467C-8B1E-C16427B91005}" type="presParOf" srcId="{EFB3855F-112D-4D5E-AE7B-7BC956A0B9DE}" destId="{E6309F99-87EB-4055-AF5A-3CF31FED9589}" srcOrd="3" destOrd="0" presId="urn:microsoft.com/office/officeart/2018/5/layout/CenteredIconLabelDescriptionList"/>
    <dgm:cxn modelId="{314133EA-B81D-4B59-BC36-AEB4C56747BD}" type="presParOf" srcId="{EFB3855F-112D-4D5E-AE7B-7BC956A0B9DE}" destId="{7B0FA195-BF49-401B-8003-A072CC69585E}" srcOrd="4" destOrd="0" presId="urn:microsoft.com/office/officeart/2018/5/layout/CenteredIconLabelDescriptionList"/>
    <dgm:cxn modelId="{CCE42716-E601-45B3-B729-DE12200DE5F8}" type="presParOf" srcId="{FECB2241-D917-425B-A62A-F860E2557E95}" destId="{5287C58E-7AF6-4170-85D8-E32EDE1B2A29}" srcOrd="1" destOrd="0" presId="urn:microsoft.com/office/officeart/2018/5/layout/CenteredIconLabelDescriptionList"/>
    <dgm:cxn modelId="{7FE5893E-08F0-447A-B448-0E86A313DF9D}" type="presParOf" srcId="{FECB2241-D917-425B-A62A-F860E2557E95}" destId="{1FADEC10-D352-4002-9803-935D780BD2FA}" srcOrd="2" destOrd="0" presId="urn:microsoft.com/office/officeart/2018/5/layout/CenteredIconLabelDescriptionList"/>
    <dgm:cxn modelId="{FEBF0D02-1075-4777-B900-ECB7CCCCDE85}" type="presParOf" srcId="{1FADEC10-D352-4002-9803-935D780BD2FA}" destId="{022F78EC-FC30-4069-81DD-75ACAC0B9415}" srcOrd="0" destOrd="0" presId="urn:microsoft.com/office/officeart/2018/5/layout/CenteredIconLabelDescriptionList"/>
    <dgm:cxn modelId="{E543A46E-D7C9-4FA4-B5C9-BFA159721813}" type="presParOf" srcId="{1FADEC10-D352-4002-9803-935D780BD2FA}" destId="{830E64FE-B2BF-4698-AA0C-68E441FB76E9}" srcOrd="1" destOrd="0" presId="urn:microsoft.com/office/officeart/2018/5/layout/CenteredIconLabelDescriptionList"/>
    <dgm:cxn modelId="{66366979-DDD7-4CA7-959B-6D4B4FBEDDE8}" type="presParOf" srcId="{1FADEC10-D352-4002-9803-935D780BD2FA}" destId="{F1C7DC51-F8E8-484D-A658-6A5E6ED2E03F}" srcOrd="2" destOrd="0" presId="urn:microsoft.com/office/officeart/2018/5/layout/CenteredIconLabelDescriptionList"/>
    <dgm:cxn modelId="{307B9215-5CD3-4370-BFE2-33B7B93D4573}" type="presParOf" srcId="{1FADEC10-D352-4002-9803-935D780BD2FA}" destId="{F962388C-5399-41C2-9D1A-8BE7F14ACD84}" srcOrd="3" destOrd="0" presId="urn:microsoft.com/office/officeart/2018/5/layout/CenteredIconLabelDescriptionList"/>
    <dgm:cxn modelId="{52A8BF6D-9485-469E-8245-9DFCE05A8397}" type="presParOf" srcId="{1FADEC10-D352-4002-9803-935D780BD2FA}" destId="{2155A432-082E-4685-A1D2-DDBC9AA61C84}" srcOrd="4" destOrd="0" presId="urn:microsoft.com/office/officeart/2018/5/layout/CenteredIconLabelDescriptionList"/>
    <dgm:cxn modelId="{D89A2A46-4D40-4A78-A708-87A2129800AD}" type="presParOf" srcId="{FECB2241-D917-425B-A62A-F860E2557E95}" destId="{6707DA66-6718-456E-A700-2D61678AC4F0}" srcOrd="3" destOrd="0" presId="urn:microsoft.com/office/officeart/2018/5/layout/CenteredIconLabelDescriptionList"/>
    <dgm:cxn modelId="{4DC3A26E-031E-450B-B0E4-13FDC6B77868}" type="presParOf" srcId="{FECB2241-D917-425B-A62A-F860E2557E95}" destId="{FD6337AE-30DD-4043-8155-6B72034F2ACF}" srcOrd="4" destOrd="0" presId="urn:microsoft.com/office/officeart/2018/5/layout/CenteredIconLabelDescriptionList"/>
    <dgm:cxn modelId="{E5F8BE7A-8DCA-4D95-94D4-25ACCBEED571}" type="presParOf" srcId="{FD6337AE-30DD-4043-8155-6B72034F2ACF}" destId="{2CC68DA5-05D0-4F37-94FB-AE7F2AB93A27}" srcOrd="0" destOrd="0" presId="urn:microsoft.com/office/officeart/2018/5/layout/CenteredIconLabelDescriptionList"/>
    <dgm:cxn modelId="{7F7F653E-B578-41AE-AEAA-AD5DA11D1800}" type="presParOf" srcId="{FD6337AE-30DD-4043-8155-6B72034F2ACF}" destId="{BE9B4462-4A35-43BC-A540-2062525A537A}" srcOrd="1" destOrd="0" presId="urn:microsoft.com/office/officeart/2018/5/layout/CenteredIconLabelDescriptionList"/>
    <dgm:cxn modelId="{A55041D9-7872-43E4-9E58-2B260278F5DF}" type="presParOf" srcId="{FD6337AE-30DD-4043-8155-6B72034F2ACF}" destId="{1D7E7F65-A1D0-47FC-8633-56A2A569F58B}" srcOrd="2" destOrd="0" presId="urn:microsoft.com/office/officeart/2018/5/layout/CenteredIconLabelDescriptionList"/>
    <dgm:cxn modelId="{C7F1150B-0DE5-425C-A366-864083A7FBBA}" type="presParOf" srcId="{FD6337AE-30DD-4043-8155-6B72034F2ACF}" destId="{AC874128-2B0C-4AC6-9E1A-FB73F40A6E01}" srcOrd="3" destOrd="0" presId="urn:microsoft.com/office/officeart/2018/5/layout/CenteredIconLabelDescriptionList"/>
    <dgm:cxn modelId="{BE374ABD-4D21-45E7-8FA5-30FCD41BFFB6}" type="presParOf" srcId="{FD6337AE-30DD-4043-8155-6B72034F2ACF}" destId="{55A0AB0B-C9FA-410A-9684-C932C022066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C0839A-E614-47FB-946B-E4E6B5D0B4D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D21462A-71D5-4CCE-8A23-55875CD1C887}">
      <dgm:prSet/>
      <dgm:spPr/>
      <dgm:t>
        <a:bodyPr/>
        <a:lstStyle/>
        <a:p>
          <a:r>
            <a:rPr lang="en-CA" dirty="0"/>
            <a:t>Syntaxe:</a:t>
          </a:r>
          <a:endParaRPr lang="en-US" dirty="0"/>
        </a:p>
      </dgm:t>
    </dgm:pt>
    <dgm:pt modelId="{8AE7FEFA-F802-4045-ABB9-6B60E3E93B34}" type="parTrans" cxnId="{5AFB05C3-2587-4BA7-B06B-7454FBB17A19}">
      <dgm:prSet/>
      <dgm:spPr/>
      <dgm:t>
        <a:bodyPr/>
        <a:lstStyle/>
        <a:p>
          <a:endParaRPr lang="en-US"/>
        </a:p>
      </dgm:t>
    </dgm:pt>
    <dgm:pt modelId="{D72D3684-2B36-4F1C-81EF-1A851461CF9C}" type="sibTrans" cxnId="{5AFB05C3-2587-4BA7-B06B-7454FBB17A19}">
      <dgm:prSet/>
      <dgm:spPr/>
      <dgm:t>
        <a:bodyPr/>
        <a:lstStyle/>
        <a:p>
          <a:endParaRPr lang="en-US"/>
        </a:p>
      </dgm:t>
    </dgm:pt>
    <dgm:pt modelId="{AB4B7B45-D911-4C75-9820-29F75C786B4B}">
      <dgm:prSet/>
      <dgm:spPr/>
      <dgm:t>
        <a:bodyPr/>
        <a:lstStyle/>
        <a:p>
          <a:r>
            <a:rPr lang="en-CA"/>
            <a:t>Options utiles:</a:t>
          </a:r>
          <a:endParaRPr lang="en-US"/>
        </a:p>
      </dgm:t>
    </dgm:pt>
    <dgm:pt modelId="{AA933E7A-B4E5-4017-B23F-84BBDDCA8640}" type="parTrans" cxnId="{DEF11D28-0301-4ED6-BDD4-72BBA357C2CF}">
      <dgm:prSet/>
      <dgm:spPr/>
      <dgm:t>
        <a:bodyPr/>
        <a:lstStyle/>
        <a:p>
          <a:endParaRPr lang="en-US"/>
        </a:p>
      </dgm:t>
    </dgm:pt>
    <dgm:pt modelId="{E7D06319-A9D9-45A6-8A4C-D53AA9462B4B}" type="sibTrans" cxnId="{DEF11D28-0301-4ED6-BDD4-72BBA357C2CF}">
      <dgm:prSet/>
      <dgm:spPr/>
      <dgm:t>
        <a:bodyPr/>
        <a:lstStyle/>
        <a:p>
          <a:endParaRPr lang="en-US"/>
        </a:p>
      </dgm:t>
    </dgm:pt>
    <dgm:pt modelId="{30929850-FD7D-4440-AB1D-323D21ADED6D}">
      <dgm:prSet/>
      <dgm:spPr/>
      <dgm:t>
        <a:bodyPr/>
        <a:lstStyle/>
        <a:p>
          <a:r>
            <a:rPr lang="en-CA"/>
            <a:t>-o: Affiche seulement les correspondances</a:t>
          </a:r>
          <a:endParaRPr lang="en-US"/>
        </a:p>
      </dgm:t>
    </dgm:pt>
    <dgm:pt modelId="{20BC4C4B-3128-4319-AD1E-4A639EEC0DFD}" type="parTrans" cxnId="{B68B2650-9389-4E45-8A29-1FA7EAB390DF}">
      <dgm:prSet/>
      <dgm:spPr/>
      <dgm:t>
        <a:bodyPr/>
        <a:lstStyle/>
        <a:p>
          <a:endParaRPr lang="en-US"/>
        </a:p>
      </dgm:t>
    </dgm:pt>
    <dgm:pt modelId="{CF7251A3-0061-419B-8160-2ED964BC9A54}" type="sibTrans" cxnId="{B68B2650-9389-4E45-8A29-1FA7EAB390DF}">
      <dgm:prSet/>
      <dgm:spPr/>
      <dgm:t>
        <a:bodyPr/>
        <a:lstStyle/>
        <a:p>
          <a:endParaRPr lang="en-US"/>
        </a:p>
      </dgm:t>
    </dgm:pt>
    <dgm:pt modelId="{4419E88B-C80D-4600-9F20-9294D4C7B2B1}">
      <dgm:prSet/>
      <dgm:spPr/>
      <dgm:t>
        <a:bodyPr/>
        <a:lstStyle/>
        <a:p>
          <a:r>
            <a:rPr lang="en-CA"/>
            <a:t>-E: </a:t>
          </a:r>
          <a:r>
            <a:rPr lang="fr-FR"/>
            <a:t>Active les expressions régulières étendues</a:t>
          </a:r>
          <a:endParaRPr lang="en-US"/>
        </a:p>
      </dgm:t>
    </dgm:pt>
    <dgm:pt modelId="{208CAF3C-1FF1-4EA3-817D-B2879776310D}" type="parTrans" cxnId="{E1BD3EDA-DEE6-497F-9976-47A06D826E88}">
      <dgm:prSet/>
      <dgm:spPr/>
      <dgm:t>
        <a:bodyPr/>
        <a:lstStyle/>
        <a:p>
          <a:endParaRPr lang="en-US"/>
        </a:p>
      </dgm:t>
    </dgm:pt>
    <dgm:pt modelId="{5CD89835-DB3F-40C6-8493-1E392D9FD171}" type="sibTrans" cxnId="{E1BD3EDA-DEE6-497F-9976-47A06D826E88}">
      <dgm:prSet/>
      <dgm:spPr/>
      <dgm:t>
        <a:bodyPr/>
        <a:lstStyle/>
        <a:p>
          <a:endParaRPr lang="en-US"/>
        </a:p>
      </dgm:t>
    </dgm:pt>
    <dgm:pt modelId="{720C1433-6F12-4254-944F-F867A0B5A997}">
      <dgm:prSet/>
      <dgm:spPr/>
      <dgm:t>
        <a:bodyPr/>
        <a:lstStyle/>
        <a:p>
          <a:r>
            <a:rPr lang="en-CA"/>
            <a:t>-i: Insensible à la casse</a:t>
          </a:r>
          <a:endParaRPr lang="en-US"/>
        </a:p>
      </dgm:t>
    </dgm:pt>
    <dgm:pt modelId="{B5CB5049-71E3-4752-9E79-865D03AD0C59}" type="parTrans" cxnId="{A58478C8-BC96-48F1-A536-0712B062FED1}">
      <dgm:prSet/>
      <dgm:spPr/>
      <dgm:t>
        <a:bodyPr/>
        <a:lstStyle/>
        <a:p>
          <a:endParaRPr lang="en-US"/>
        </a:p>
      </dgm:t>
    </dgm:pt>
    <dgm:pt modelId="{1ECF019C-589E-4626-B9FF-F954CF446DD8}" type="sibTrans" cxnId="{A58478C8-BC96-48F1-A536-0712B062FED1}">
      <dgm:prSet/>
      <dgm:spPr/>
      <dgm:t>
        <a:bodyPr/>
        <a:lstStyle/>
        <a:p>
          <a:endParaRPr lang="en-US"/>
        </a:p>
      </dgm:t>
    </dgm:pt>
    <dgm:pt modelId="{52C1407B-C637-41F4-87E1-E2D2499F150A}">
      <dgm:prSet/>
      <dgm:spPr/>
      <dgm:t>
        <a:bodyPr/>
        <a:lstStyle/>
        <a:p>
          <a:r>
            <a:rPr lang="en-CA"/>
            <a:t>-v: Exclure/Invertire les correspondances</a:t>
          </a:r>
          <a:endParaRPr lang="en-US"/>
        </a:p>
      </dgm:t>
    </dgm:pt>
    <dgm:pt modelId="{77E266A4-BA28-4CEB-BD1C-937768801C7A}" type="parTrans" cxnId="{056C0AA4-56A9-4F33-998B-E8C2097D9137}">
      <dgm:prSet/>
      <dgm:spPr/>
      <dgm:t>
        <a:bodyPr/>
        <a:lstStyle/>
        <a:p>
          <a:endParaRPr lang="en-US"/>
        </a:p>
      </dgm:t>
    </dgm:pt>
    <dgm:pt modelId="{D26223A9-5476-4104-9F26-CBB79BDA16BD}" type="sibTrans" cxnId="{056C0AA4-56A9-4F33-998B-E8C2097D9137}">
      <dgm:prSet/>
      <dgm:spPr/>
      <dgm:t>
        <a:bodyPr/>
        <a:lstStyle/>
        <a:p>
          <a:endParaRPr lang="en-US"/>
        </a:p>
      </dgm:t>
    </dgm:pt>
    <dgm:pt modelId="{D6675641-F049-4A09-879F-F15EE03B1D85}">
      <dgm:prSet/>
      <dgm:spPr/>
      <dgm:t>
        <a:bodyPr/>
        <a:lstStyle/>
        <a:p>
          <a:r>
            <a:rPr lang="en-CA"/>
            <a:t>Utilisation avanc</a:t>
          </a:r>
          <a:r>
            <a:rPr lang="fr-CA"/>
            <a:t>ée:</a:t>
          </a:r>
          <a:endParaRPr lang="en-US"/>
        </a:p>
      </dgm:t>
    </dgm:pt>
    <dgm:pt modelId="{605106EE-5A4E-4BC3-AAA2-259F5FEBE9D4}" type="parTrans" cxnId="{009899D7-A191-494E-A416-652C051DD047}">
      <dgm:prSet/>
      <dgm:spPr/>
      <dgm:t>
        <a:bodyPr/>
        <a:lstStyle/>
        <a:p>
          <a:endParaRPr lang="en-US"/>
        </a:p>
      </dgm:t>
    </dgm:pt>
    <dgm:pt modelId="{BA98C1DD-0278-4F35-924B-02485C4E2093}" type="sibTrans" cxnId="{009899D7-A191-494E-A416-652C051DD047}">
      <dgm:prSet/>
      <dgm:spPr/>
      <dgm:t>
        <a:bodyPr/>
        <a:lstStyle/>
        <a:p>
          <a:endParaRPr lang="en-US"/>
        </a:p>
      </dgm:t>
    </dgm:pt>
    <dgm:pt modelId="{C6984E5F-EA42-4F65-8686-2051090998D8}">
      <dgm:prSet/>
      <dgm:spPr/>
      <dgm:t>
        <a:bodyPr/>
        <a:lstStyle/>
        <a:p>
          <a:r>
            <a:rPr lang="fr-CA" dirty="0"/>
            <a:t>Utiliser –e ou –E pour rechercher plusieurs motifs:</a:t>
          </a:r>
          <a:endParaRPr lang="en-US" dirty="0"/>
        </a:p>
      </dgm:t>
    </dgm:pt>
    <dgm:pt modelId="{C1FA87BC-DD2F-419D-AFF7-CE2DE676DC05}" type="parTrans" cxnId="{398C20DF-8094-45D1-AEB4-A54238A8F5A3}">
      <dgm:prSet/>
      <dgm:spPr/>
      <dgm:t>
        <a:bodyPr/>
        <a:lstStyle/>
        <a:p>
          <a:endParaRPr lang="en-US"/>
        </a:p>
      </dgm:t>
    </dgm:pt>
    <dgm:pt modelId="{53B3593A-01FD-46B8-9F27-F64D4B57BA34}" type="sibTrans" cxnId="{398C20DF-8094-45D1-AEB4-A54238A8F5A3}">
      <dgm:prSet/>
      <dgm:spPr/>
      <dgm:t>
        <a:bodyPr/>
        <a:lstStyle/>
        <a:p>
          <a:endParaRPr lang="en-US"/>
        </a:p>
      </dgm:t>
    </dgm:pt>
    <dgm:pt modelId="{1352E826-B38E-48E3-83F0-CA82E1B97C11}">
      <dgm:prSet/>
      <dgm:spPr/>
      <dgm:t>
        <a:bodyPr/>
        <a:lstStyle/>
        <a:p>
          <a:r>
            <a:rPr lang="en-CA"/>
            <a:t>grep [options] ‘motif’ </a:t>
          </a:r>
          <a:r>
            <a:rPr lang="en-CA" dirty="0" err="1"/>
            <a:t>fichier</a:t>
          </a:r>
          <a:endParaRPr lang="en-US" dirty="0"/>
        </a:p>
      </dgm:t>
    </dgm:pt>
    <dgm:pt modelId="{8F302249-AB96-4812-9DF7-7578CB12C983}" type="parTrans" cxnId="{A9A689DE-ACDF-4101-9B27-A09E5CC3CFBE}">
      <dgm:prSet/>
      <dgm:spPr/>
      <dgm:t>
        <a:bodyPr/>
        <a:lstStyle/>
        <a:p>
          <a:endParaRPr lang="en-CA"/>
        </a:p>
      </dgm:t>
    </dgm:pt>
    <dgm:pt modelId="{2BCB787B-FBE7-4FAE-B482-42390509A93E}" type="sibTrans" cxnId="{A9A689DE-ACDF-4101-9B27-A09E5CC3CFBE}">
      <dgm:prSet/>
      <dgm:spPr/>
      <dgm:t>
        <a:bodyPr/>
        <a:lstStyle/>
        <a:p>
          <a:endParaRPr lang="en-CA"/>
        </a:p>
      </dgm:t>
    </dgm:pt>
    <dgm:pt modelId="{0BE7541F-17FA-4993-82AE-5215497C42B7}">
      <dgm:prSet/>
      <dgm:spPr/>
      <dgm:t>
        <a:bodyPr/>
        <a:lstStyle/>
        <a:p>
          <a:r>
            <a:rPr lang="fr-CA"/>
            <a:t> </a:t>
          </a:r>
          <a:r>
            <a:rPr lang="it-IT" dirty="0"/>
            <a:t>grep -e 'motif1' -e 'motif2' fichier</a:t>
          </a:r>
          <a:endParaRPr lang="en-US" dirty="0"/>
        </a:p>
      </dgm:t>
    </dgm:pt>
    <dgm:pt modelId="{8818929E-5FE5-450F-A488-2D2FBD7945A2}" type="parTrans" cxnId="{E98C74A8-A108-45F4-8F35-5BBAB7C39629}">
      <dgm:prSet/>
      <dgm:spPr/>
      <dgm:t>
        <a:bodyPr/>
        <a:lstStyle/>
        <a:p>
          <a:endParaRPr lang="en-CA"/>
        </a:p>
      </dgm:t>
    </dgm:pt>
    <dgm:pt modelId="{34BB0F51-D24B-43B2-A83F-28B5CACAA33E}" type="sibTrans" cxnId="{E98C74A8-A108-45F4-8F35-5BBAB7C39629}">
      <dgm:prSet/>
      <dgm:spPr/>
      <dgm:t>
        <a:bodyPr/>
        <a:lstStyle/>
        <a:p>
          <a:endParaRPr lang="en-CA"/>
        </a:p>
      </dgm:t>
    </dgm:pt>
    <dgm:pt modelId="{38F59508-FE84-40DC-BB85-D8E155D6491C}" type="pres">
      <dgm:prSet presAssocID="{03C0839A-E614-47FB-946B-E4E6B5D0B4D0}" presName="linear" presStyleCnt="0">
        <dgm:presLayoutVars>
          <dgm:dir/>
          <dgm:animLvl val="lvl"/>
          <dgm:resizeHandles val="exact"/>
        </dgm:presLayoutVars>
      </dgm:prSet>
      <dgm:spPr/>
    </dgm:pt>
    <dgm:pt modelId="{A9559F3A-275E-4ABC-B12F-4AF5D4BC4499}" type="pres">
      <dgm:prSet presAssocID="{1D21462A-71D5-4CCE-8A23-55875CD1C887}" presName="parentLin" presStyleCnt="0"/>
      <dgm:spPr/>
    </dgm:pt>
    <dgm:pt modelId="{6B7875E2-0A84-4756-ACEA-BBE0445875DC}" type="pres">
      <dgm:prSet presAssocID="{1D21462A-71D5-4CCE-8A23-55875CD1C887}" presName="parentLeftMargin" presStyleLbl="node1" presStyleIdx="0" presStyleCnt="3"/>
      <dgm:spPr/>
    </dgm:pt>
    <dgm:pt modelId="{60CA13E2-EA87-4EEC-BA99-117EB6EC08D7}" type="pres">
      <dgm:prSet presAssocID="{1D21462A-71D5-4CCE-8A23-55875CD1C88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B60A83-FBA8-4EDE-BED9-A5E8A16970BA}" type="pres">
      <dgm:prSet presAssocID="{1D21462A-71D5-4CCE-8A23-55875CD1C887}" presName="negativeSpace" presStyleCnt="0"/>
      <dgm:spPr/>
    </dgm:pt>
    <dgm:pt modelId="{DDE1011D-39BE-4ABB-897A-B498871DC481}" type="pres">
      <dgm:prSet presAssocID="{1D21462A-71D5-4CCE-8A23-55875CD1C887}" presName="childText" presStyleLbl="conFgAcc1" presStyleIdx="0" presStyleCnt="3">
        <dgm:presLayoutVars>
          <dgm:bulletEnabled val="1"/>
        </dgm:presLayoutVars>
      </dgm:prSet>
      <dgm:spPr/>
    </dgm:pt>
    <dgm:pt modelId="{96E727B9-1C2C-403E-92AA-EAD56C92788C}" type="pres">
      <dgm:prSet presAssocID="{D72D3684-2B36-4F1C-81EF-1A851461CF9C}" presName="spaceBetweenRectangles" presStyleCnt="0"/>
      <dgm:spPr/>
    </dgm:pt>
    <dgm:pt modelId="{BAF49032-7011-4C06-BF4A-3ECB77AB9A32}" type="pres">
      <dgm:prSet presAssocID="{AB4B7B45-D911-4C75-9820-29F75C786B4B}" presName="parentLin" presStyleCnt="0"/>
      <dgm:spPr/>
    </dgm:pt>
    <dgm:pt modelId="{4E398216-ADF0-4DC2-900E-55ED61AA5D3B}" type="pres">
      <dgm:prSet presAssocID="{AB4B7B45-D911-4C75-9820-29F75C786B4B}" presName="parentLeftMargin" presStyleLbl="node1" presStyleIdx="0" presStyleCnt="3"/>
      <dgm:spPr/>
    </dgm:pt>
    <dgm:pt modelId="{D5B1BAFE-1636-4BD2-8831-2AAECADE01D8}" type="pres">
      <dgm:prSet presAssocID="{AB4B7B45-D911-4C75-9820-29F75C786B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E83A27F-BC64-454C-88B1-81EF7C8C1445}" type="pres">
      <dgm:prSet presAssocID="{AB4B7B45-D911-4C75-9820-29F75C786B4B}" presName="negativeSpace" presStyleCnt="0"/>
      <dgm:spPr/>
    </dgm:pt>
    <dgm:pt modelId="{DF30CCDF-DE9B-4DF9-A99F-24F2C821C467}" type="pres">
      <dgm:prSet presAssocID="{AB4B7B45-D911-4C75-9820-29F75C786B4B}" presName="childText" presStyleLbl="conFgAcc1" presStyleIdx="1" presStyleCnt="3">
        <dgm:presLayoutVars>
          <dgm:bulletEnabled val="1"/>
        </dgm:presLayoutVars>
      </dgm:prSet>
      <dgm:spPr/>
    </dgm:pt>
    <dgm:pt modelId="{72F93A57-0DFB-44C7-8088-823569BC439C}" type="pres">
      <dgm:prSet presAssocID="{E7D06319-A9D9-45A6-8A4C-D53AA9462B4B}" presName="spaceBetweenRectangles" presStyleCnt="0"/>
      <dgm:spPr/>
    </dgm:pt>
    <dgm:pt modelId="{4B3ACEA5-3D4B-40D5-A6E5-D9DBDABD4420}" type="pres">
      <dgm:prSet presAssocID="{D6675641-F049-4A09-879F-F15EE03B1D85}" presName="parentLin" presStyleCnt="0"/>
      <dgm:spPr/>
    </dgm:pt>
    <dgm:pt modelId="{C287DBCC-E29E-4F7F-B514-8BA5F68D3330}" type="pres">
      <dgm:prSet presAssocID="{D6675641-F049-4A09-879F-F15EE03B1D85}" presName="parentLeftMargin" presStyleLbl="node1" presStyleIdx="1" presStyleCnt="3"/>
      <dgm:spPr/>
    </dgm:pt>
    <dgm:pt modelId="{7BEF8439-996C-437A-AD35-84BB07BFAE76}" type="pres">
      <dgm:prSet presAssocID="{D6675641-F049-4A09-879F-F15EE03B1D8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A6C0BB2-F35C-4465-A65C-125C786FEEA5}" type="pres">
      <dgm:prSet presAssocID="{D6675641-F049-4A09-879F-F15EE03B1D85}" presName="negativeSpace" presStyleCnt="0"/>
      <dgm:spPr/>
    </dgm:pt>
    <dgm:pt modelId="{65019237-4598-42D5-813D-29B94FF726F4}" type="pres">
      <dgm:prSet presAssocID="{D6675641-F049-4A09-879F-F15EE03B1D8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18B7513-7D57-4DB4-8194-507D8CC3B0D2}" type="presOf" srcId="{AB4B7B45-D911-4C75-9820-29F75C786B4B}" destId="{D5B1BAFE-1636-4BD2-8831-2AAECADE01D8}" srcOrd="1" destOrd="0" presId="urn:microsoft.com/office/officeart/2005/8/layout/list1"/>
    <dgm:cxn modelId="{94DA7613-A329-433D-854D-EBDFC9DFB819}" type="presOf" srcId="{03C0839A-E614-47FB-946B-E4E6B5D0B4D0}" destId="{38F59508-FE84-40DC-BB85-D8E155D6491C}" srcOrd="0" destOrd="0" presId="urn:microsoft.com/office/officeart/2005/8/layout/list1"/>
    <dgm:cxn modelId="{B7522716-E315-40C1-A923-6042724F7592}" type="presOf" srcId="{C6984E5F-EA42-4F65-8686-2051090998D8}" destId="{65019237-4598-42D5-813D-29B94FF726F4}" srcOrd="0" destOrd="0" presId="urn:microsoft.com/office/officeart/2005/8/layout/list1"/>
    <dgm:cxn modelId="{28D5A818-B625-4461-B699-ABDA402E16A2}" type="presOf" srcId="{D6675641-F049-4A09-879F-F15EE03B1D85}" destId="{C287DBCC-E29E-4F7F-B514-8BA5F68D3330}" srcOrd="0" destOrd="0" presId="urn:microsoft.com/office/officeart/2005/8/layout/list1"/>
    <dgm:cxn modelId="{DEF11D28-0301-4ED6-BDD4-72BBA357C2CF}" srcId="{03C0839A-E614-47FB-946B-E4E6B5D0B4D0}" destId="{AB4B7B45-D911-4C75-9820-29F75C786B4B}" srcOrd="1" destOrd="0" parTransId="{AA933E7A-B4E5-4017-B23F-84BBDDCA8640}" sibTransId="{E7D06319-A9D9-45A6-8A4C-D53AA9462B4B}"/>
    <dgm:cxn modelId="{7ECE6028-91B1-4962-A497-D687929F3CEC}" type="presOf" srcId="{30929850-FD7D-4440-AB1D-323D21ADED6D}" destId="{DF30CCDF-DE9B-4DF9-A99F-24F2C821C467}" srcOrd="0" destOrd="0" presId="urn:microsoft.com/office/officeart/2005/8/layout/list1"/>
    <dgm:cxn modelId="{5B932634-C201-4F7A-B3BF-D49142A9BE3B}" type="presOf" srcId="{720C1433-6F12-4254-944F-F867A0B5A997}" destId="{DF30CCDF-DE9B-4DF9-A99F-24F2C821C467}" srcOrd="0" destOrd="2" presId="urn:microsoft.com/office/officeart/2005/8/layout/list1"/>
    <dgm:cxn modelId="{8F4AF360-242B-4674-B5E8-ED095FBB7356}" type="presOf" srcId="{0BE7541F-17FA-4993-82AE-5215497C42B7}" destId="{65019237-4598-42D5-813D-29B94FF726F4}" srcOrd="0" destOrd="1" presId="urn:microsoft.com/office/officeart/2005/8/layout/list1"/>
    <dgm:cxn modelId="{34206042-2ABD-47E2-9919-764D7849E528}" type="presOf" srcId="{1D21462A-71D5-4CCE-8A23-55875CD1C887}" destId="{60CA13E2-EA87-4EEC-BA99-117EB6EC08D7}" srcOrd="1" destOrd="0" presId="urn:microsoft.com/office/officeart/2005/8/layout/list1"/>
    <dgm:cxn modelId="{B68B2650-9389-4E45-8A29-1FA7EAB390DF}" srcId="{AB4B7B45-D911-4C75-9820-29F75C786B4B}" destId="{30929850-FD7D-4440-AB1D-323D21ADED6D}" srcOrd="0" destOrd="0" parTransId="{20BC4C4B-3128-4319-AD1E-4A639EEC0DFD}" sibTransId="{CF7251A3-0061-419B-8160-2ED964BC9A54}"/>
    <dgm:cxn modelId="{F2E5E957-97E3-41CF-9938-A17A38CAD5B5}" type="presOf" srcId="{4419E88B-C80D-4600-9F20-9294D4C7B2B1}" destId="{DF30CCDF-DE9B-4DF9-A99F-24F2C821C467}" srcOrd="0" destOrd="1" presId="urn:microsoft.com/office/officeart/2005/8/layout/list1"/>
    <dgm:cxn modelId="{973AA191-CC91-4683-BE9A-B0FFAD2561B6}" type="presOf" srcId="{D6675641-F049-4A09-879F-F15EE03B1D85}" destId="{7BEF8439-996C-437A-AD35-84BB07BFAE76}" srcOrd="1" destOrd="0" presId="urn:microsoft.com/office/officeart/2005/8/layout/list1"/>
    <dgm:cxn modelId="{375D4092-96F1-482A-9003-3AEC98E0F00D}" type="presOf" srcId="{AB4B7B45-D911-4C75-9820-29F75C786B4B}" destId="{4E398216-ADF0-4DC2-900E-55ED61AA5D3B}" srcOrd="0" destOrd="0" presId="urn:microsoft.com/office/officeart/2005/8/layout/list1"/>
    <dgm:cxn modelId="{9341B8A0-E253-4F88-820C-6A1935C8491A}" type="presOf" srcId="{1352E826-B38E-48E3-83F0-CA82E1B97C11}" destId="{DDE1011D-39BE-4ABB-897A-B498871DC481}" srcOrd="0" destOrd="0" presId="urn:microsoft.com/office/officeart/2005/8/layout/list1"/>
    <dgm:cxn modelId="{056C0AA4-56A9-4F33-998B-E8C2097D9137}" srcId="{AB4B7B45-D911-4C75-9820-29F75C786B4B}" destId="{52C1407B-C637-41F4-87E1-E2D2499F150A}" srcOrd="3" destOrd="0" parTransId="{77E266A4-BA28-4CEB-BD1C-937768801C7A}" sibTransId="{D26223A9-5476-4104-9F26-CBB79BDA16BD}"/>
    <dgm:cxn modelId="{E59820A6-9B18-4854-A378-80B1B558FBC9}" type="presOf" srcId="{1D21462A-71D5-4CCE-8A23-55875CD1C887}" destId="{6B7875E2-0A84-4756-ACEA-BBE0445875DC}" srcOrd="0" destOrd="0" presId="urn:microsoft.com/office/officeart/2005/8/layout/list1"/>
    <dgm:cxn modelId="{E98C74A8-A108-45F4-8F35-5BBAB7C39629}" srcId="{C6984E5F-EA42-4F65-8686-2051090998D8}" destId="{0BE7541F-17FA-4993-82AE-5215497C42B7}" srcOrd="0" destOrd="0" parTransId="{8818929E-5FE5-450F-A488-2D2FBD7945A2}" sibTransId="{34BB0F51-D24B-43B2-A83F-28B5CACAA33E}"/>
    <dgm:cxn modelId="{5AFB05C3-2587-4BA7-B06B-7454FBB17A19}" srcId="{03C0839A-E614-47FB-946B-E4E6B5D0B4D0}" destId="{1D21462A-71D5-4CCE-8A23-55875CD1C887}" srcOrd="0" destOrd="0" parTransId="{8AE7FEFA-F802-4045-ABB9-6B60E3E93B34}" sibTransId="{D72D3684-2B36-4F1C-81EF-1A851461CF9C}"/>
    <dgm:cxn modelId="{A58478C8-BC96-48F1-A536-0712B062FED1}" srcId="{AB4B7B45-D911-4C75-9820-29F75C786B4B}" destId="{720C1433-6F12-4254-944F-F867A0B5A997}" srcOrd="2" destOrd="0" parTransId="{B5CB5049-71E3-4752-9E79-865D03AD0C59}" sibTransId="{1ECF019C-589E-4626-B9FF-F954CF446DD8}"/>
    <dgm:cxn modelId="{009899D7-A191-494E-A416-652C051DD047}" srcId="{03C0839A-E614-47FB-946B-E4E6B5D0B4D0}" destId="{D6675641-F049-4A09-879F-F15EE03B1D85}" srcOrd="2" destOrd="0" parTransId="{605106EE-5A4E-4BC3-AAA2-259F5FEBE9D4}" sibTransId="{BA98C1DD-0278-4F35-924B-02485C4E2093}"/>
    <dgm:cxn modelId="{E1BD3EDA-DEE6-497F-9976-47A06D826E88}" srcId="{AB4B7B45-D911-4C75-9820-29F75C786B4B}" destId="{4419E88B-C80D-4600-9F20-9294D4C7B2B1}" srcOrd="1" destOrd="0" parTransId="{208CAF3C-1FF1-4EA3-817D-B2879776310D}" sibTransId="{5CD89835-DB3F-40C6-8493-1E392D9FD171}"/>
    <dgm:cxn modelId="{A9A689DE-ACDF-4101-9B27-A09E5CC3CFBE}" srcId="{1D21462A-71D5-4CCE-8A23-55875CD1C887}" destId="{1352E826-B38E-48E3-83F0-CA82E1B97C11}" srcOrd="0" destOrd="0" parTransId="{8F302249-AB96-4812-9DF7-7578CB12C983}" sibTransId="{2BCB787B-FBE7-4FAE-B482-42390509A93E}"/>
    <dgm:cxn modelId="{398C20DF-8094-45D1-AEB4-A54238A8F5A3}" srcId="{D6675641-F049-4A09-879F-F15EE03B1D85}" destId="{C6984E5F-EA42-4F65-8686-2051090998D8}" srcOrd="0" destOrd="0" parTransId="{C1FA87BC-DD2F-419D-AFF7-CE2DE676DC05}" sibTransId="{53B3593A-01FD-46B8-9F27-F64D4B57BA34}"/>
    <dgm:cxn modelId="{D13A69EA-451D-4488-BA37-8FD9933DFDFF}" type="presOf" srcId="{52C1407B-C637-41F4-87E1-E2D2499F150A}" destId="{DF30CCDF-DE9B-4DF9-A99F-24F2C821C467}" srcOrd="0" destOrd="3" presId="urn:microsoft.com/office/officeart/2005/8/layout/list1"/>
    <dgm:cxn modelId="{3FE6865D-982C-4FE9-9351-3C53EEC856C6}" type="presParOf" srcId="{38F59508-FE84-40DC-BB85-D8E155D6491C}" destId="{A9559F3A-275E-4ABC-B12F-4AF5D4BC4499}" srcOrd="0" destOrd="0" presId="urn:microsoft.com/office/officeart/2005/8/layout/list1"/>
    <dgm:cxn modelId="{EC27EE61-CEB2-42F6-B754-2FC224E050F2}" type="presParOf" srcId="{A9559F3A-275E-4ABC-B12F-4AF5D4BC4499}" destId="{6B7875E2-0A84-4756-ACEA-BBE0445875DC}" srcOrd="0" destOrd="0" presId="urn:microsoft.com/office/officeart/2005/8/layout/list1"/>
    <dgm:cxn modelId="{EC82EB7B-55C6-4EBA-9171-1E0D69022184}" type="presParOf" srcId="{A9559F3A-275E-4ABC-B12F-4AF5D4BC4499}" destId="{60CA13E2-EA87-4EEC-BA99-117EB6EC08D7}" srcOrd="1" destOrd="0" presId="urn:microsoft.com/office/officeart/2005/8/layout/list1"/>
    <dgm:cxn modelId="{68E82EC9-CFB8-49E3-B709-191F9D39E3A9}" type="presParOf" srcId="{38F59508-FE84-40DC-BB85-D8E155D6491C}" destId="{84B60A83-FBA8-4EDE-BED9-A5E8A16970BA}" srcOrd="1" destOrd="0" presId="urn:microsoft.com/office/officeart/2005/8/layout/list1"/>
    <dgm:cxn modelId="{C6875FF9-3486-46CA-890B-3987BD27DFED}" type="presParOf" srcId="{38F59508-FE84-40DC-BB85-D8E155D6491C}" destId="{DDE1011D-39BE-4ABB-897A-B498871DC481}" srcOrd="2" destOrd="0" presId="urn:microsoft.com/office/officeart/2005/8/layout/list1"/>
    <dgm:cxn modelId="{F3919DD4-333D-4147-BC46-CC85897F7A2F}" type="presParOf" srcId="{38F59508-FE84-40DC-BB85-D8E155D6491C}" destId="{96E727B9-1C2C-403E-92AA-EAD56C92788C}" srcOrd="3" destOrd="0" presId="urn:microsoft.com/office/officeart/2005/8/layout/list1"/>
    <dgm:cxn modelId="{ECDD5285-D9AE-497F-AD63-C1A6E148C360}" type="presParOf" srcId="{38F59508-FE84-40DC-BB85-D8E155D6491C}" destId="{BAF49032-7011-4C06-BF4A-3ECB77AB9A32}" srcOrd="4" destOrd="0" presId="urn:microsoft.com/office/officeart/2005/8/layout/list1"/>
    <dgm:cxn modelId="{789187D8-E077-4B27-AF83-FCB60844BA0B}" type="presParOf" srcId="{BAF49032-7011-4C06-BF4A-3ECB77AB9A32}" destId="{4E398216-ADF0-4DC2-900E-55ED61AA5D3B}" srcOrd="0" destOrd="0" presId="urn:microsoft.com/office/officeart/2005/8/layout/list1"/>
    <dgm:cxn modelId="{9B0168D0-DCE4-454C-A062-F0D27DEB8F0E}" type="presParOf" srcId="{BAF49032-7011-4C06-BF4A-3ECB77AB9A32}" destId="{D5B1BAFE-1636-4BD2-8831-2AAECADE01D8}" srcOrd="1" destOrd="0" presId="urn:microsoft.com/office/officeart/2005/8/layout/list1"/>
    <dgm:cxn modelId="{B0545839-BD2C-4701-92B8-A3EDA1A06BF3}" type="presParOf" srcId="{38F59508-FE84-40DC-BB85-D8E155D6491C}" destId="{8E83A27F-BC64-454C-88B1-81EF7C8C1445}" srcOrd="5" destOrd="0" presId="urn:microsoft.com/office/officeart/2005/8/layout/list1"/>
    <dgm:cxn modelId="{8683AE9D-C310-4845-B207-BE2A37433010}" type="presParOf" srcId="{38F59508-FE84-40DC-BB85-D8E155D6491C}" destId="{DF30CCDF-DE9B-4DF9-A99F-24F2C821C467}" srcOrd="6" destOrd="0" presId="urn:microsoft.com/office/officeart/2005/8/layout/list1"/>
    <dgm:cxn modelId="{C39E5DE6-055F-4D8A-A08F-58A0748A16DB}" type="presParOf" srcId="{38F59508-FE84-40DC-BB85-D8E155D6491C}" destId="{72F93A57-0DFB-44C7-8088-823569BC439C}" srcOrd="7" destOrd="0" presId="urn:microsoft.com/office/officeart/2005/8/layout/list1"/>
    <dgm:cxn modelId="{44C8E426-5EAC-49B6-AED4-48F33FBBF482}" type="presParOf" srcId="{38F59508-FE84-40DC-BB85-D8E155D6491C}" destId="{4B3ACEA5-3D4B-40D5-A6E5-D9DBDABD4420}" srcOrd="8" destOrd="0" presId="urn:microsoft.com/office/officeart/2005/8/layout/list1"/>
    <dgm:cxn modelId="{784FDA3D-5C9D-4D01-8287-12B25E4399B6}" type="presParOf" srcId="{4B3ACEA5-3D4B-40D5-A6E5-D9DBDABD4420}" destId="{C287DBCC-E29E-4F7F-B514-8BA5F68D3330}" srcOrd="0" destOrd="0" presId="urn:microsoft.com/office/officeart/2005/8/layout/list1"/>
    <dgm:cxn modelId="{3F1D8B57-E5A5-44B5-9ADB-C53D4DDA0709}" type="presParOf" srcId="{4B3ACEA5-3D4B-40D5-A6E5-D9DBDABD4420}" destId="{7BEF8439-996C-437A-AD35-84BB07BFAE76}" srcOrd="1" destOrd="0" presId="urn:microsoft.com/office/officeart/2005/8/layout/list1"/>
    <dgm:cxn modelId="{AC6AEF6B-7915-4D1C-BBAE-095D286CD726}" type="presParOf" srcId="{38F59508-FE84-40DC-BB85-D8E155D6491C}" destId="{DA6C0BB2-F35C-4465-A65C-125C786FEEA5}" srcOrd="9" destOrd="0" presId="urn:microsoft.com/office/officeart/2005/8/layout/list1"/>
    <dgm:cxn modelId="{B62B4D66-C82B-4719-A9D8-E725128A6A69}" type="presParOf" srcId="{38F59508-FE84-40DC-BB85-D8E155D6491C}" destId="{65019237-4598-42D5-813D-29B94FF726F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B1751-D8D5-4D2E-AE44-708D28E1815E}">
      <dsp:nvSpPr>
        <dsp:cNvPr id="0" name=""/>
        <dsp:cNvSpPr/>
      </dsp:nvSpPr>
      <dsp:spPr>
        <a:xfrm rot="5400000">
          <a:off x="6469035" y="-2766114"/>
          <a:ext cx="741353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Indique une répétition d’un motif 1+ fois
Équivalent à {1,}</a:t>
          </a:r>
          <a:endParaRPr lang="en-CA" sz="1300" kern="1200" dirty="0"/>
        </a:p>
      </dsp:txBody>
      <dsp:txXfrm rot="-5400000">
        <a:off x="3621024" y="118087"/>
        <a:ext cx="6401186" cy="668973"/>
      </dsp:txXfrm>
    </dsp:sp>
    <dsp:sp modelId="{95AFD015-4C92-475D-8E83-DA691214F6C7}">
      <dsp:nvSpPr>
        <dsp:cNvPr id="0" name=""/>
        <dsp:cNvSpPr/>
      </dsp:nvSpPr>
      <dsp:spPr>
        <a:xfrm>
          <a:off x="0" y="1926"/>
          <a:ext cx="3621024" cy="926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 dirty="0"/>
            <a:t>Le plus +</a:t>
          </a:r>
        </a:p>
      </dsp:txBody>
      <dsp:txXfrm>
        <a:off x="45237" y="47163"/>
        <a:ext cx="3530550" cy="836217"/>
      </dsp:txXfrm>
    </dsp:sp>
    <dsp:sp modelId="{97C446D6-F5A7-4DD4-817B-F0DA8D740952}">
      <dsp:nvSpPr>
        <dsp:cNvPr id="0" name=""/>
        <dsp:cNvSpPr/>
      </dsp:nvSpPr>
      <dsp:spPr>
        <a:xfrm rot="5400000">
          <a:off x="6469035" y="-1780389"/>
          <a:ext cx="741353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Indique que le motif est présent 0 ou 1 fois.
Équivalent à {0,1}</a:t>
          </a:r>
          <a:endParaRPr lang="en-CA" sz="1300" kern="1200" dirty="0"/>
        </a:p>
      </dsp:txBody>
      <dsp:txXfrm rot="-5400000">
        <a:off x="3621024" y="1103812"/>
        <a:ext cx="6401186" cy="668973"/>
      </dsp:txXfrm>
    </dsp:sp>
    <dsp:sp modelId="{85BDEFA7-69DE-443E-A506-9CB189951320}">
      <dsp:nvSpPr>
        <dsp:cNvPr id="0" name=""/>
        <dsp:cNvSpPr/>
      </dsp:nvSpPr>
      <dsp:spPr>
        <a:xfrm>
          <a:off x="0" y="974952"/>
          <a:ext cx="3621024" cy="926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 dirty="0"/>
            <a:t>Le point </a:t>
          </a:r>
          <a:r>
            <a:rPr lang="en-CA" sz="2600" kern="1200" dirty="0" err="1"/>
            <a:t>d’interrogation</a:t>
          </a:r>
          <a:r>
            <a:rPr lang="en-CA" sz="2600" kern="1200" dirty="0"/>
            <a:t>, ?</a:t>
          </a:r>
        </a:p>
      </dsp:txBody>
      <dsp:txXfrm>
        <a:off x="45237" y="1020189"/>
        <a:ext cx="3530550" cy="836217"/>
      </dsp:txXfrm>
    </dsp:sp>
    <dsp:sp modelId="{9FEB5D09-6E09-4D0D-AA82-06216F486124}">
      <dsp:nvSpPr>
        <dsp:cNvPr id="0" name=""/>
        <dsp:cNvSpPr/>
      </dsp:nvSpPr>
      <dsp:spPr>
        <a:xfrm rot="5400000">
          <a:off x="6469035" y="-787042"/>
          <a:ext cx="741353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Indique Nb d’o</a:t>
          </a:r>
          <a:r>
            <a:rPr lang="en-CA" sz="1300" kern="1200" dirty="0" err="1"/>
            <a:t>ccurrences</a:t>
          </a:r>
          <a:endParaRPr lang="en-C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 dirty="0"/>
            <a:t>{n} </a:t>
          </a:r>
          <a:r>
            <a:rPr lang="en-CA" sz="1300" kern="1200" dirty="0" err="1"/>
            <a:t>ou</a:t>
          </a:r>
          <a:r>
            <a:rPr lang="en-CA" sz="1300" kern="1200" dirty="0"/>
            <a:t> {</a:t>
          </a:r>
          <a:r>
            <a:rPr lang="en-CA" sz="1300" kern="1200" dirty="0" err="1"/>
            <a:t>n,m</a:t>
          </a:r>
          <a:r>
            <a:rPr lang="en-CA" sz="1300" kern="1200" dirty="0"/>
            <a:t>} </a:t>
          </a:r>
          <a:r>
            <a:rPr lang="en-CA" sz="1300" kern="1200" dirty="0" err="1"/>
            <a:t>ou</a:t>
          </a:r>
          <a:r>
            <a:rPr lang="en-CA" sz="1300" kern="1200" dirty="0"/>
            <a:t> {n,} </a:t>
          </a:r>
          <a:r>
            <a:rPr lang="en-CA" sz="1300" kern="1200" dirty="0" err="1"/>
            <a:t>ou</a:t>
          </a:r>
          <a:r>
            <a:rPr lang="en-CA" sz="1300" kern="1200" dirty="0"/>
            <a:t> {,m}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 dirty="0" err="1"/>
            <a:t>Peut</a:t>
          </a:r>
          <a:r>
            <a:rPr lang="en-CA" sz="1300" kern="1200" dirty="0"/>
            <a:t> </a:t>
          </a:r>
          <a:r>
            <a:rPr lang="fr-CA" sz="1300" kern="1200" dirty="0"/>
            <a:t>être utilisé en BRE avec </a:t>
          </a:r>
          <a:r>
            <a:rPr lang="en-CA" sz="1300" kern="1200" dirty="0"/>
            <a:t>\ : \{\}</a:t>
          </a:r>
        </a:p>
      </dsp:txBody>
      <dsp:txXfrm rot="-5400000">
        <a:off x="3621024" y="2097159"/>
        <a:ext cx="6401186" cy="668973"/>
      </dsp:txXfrm>
    </dsp:sp>
    <dsp:sp modelId="{6DDDA319-4329-4266-92BC-39B6DCF9A43A}">
      <dsp:nvSpPr>
        <dsp:cNvPr id="0" name=""/>
        <dsp:cNvSpPr/>
      </dsp:nvSpPr>
      <dsp:spPr>
        <a:xfrm>
          <a:off x="0" y="1947979"/>
          <a:ext cx="3621024" cy="926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 dirty="0"/>
            <a:t>Accolades, {}</a:t>
          </a:r>
        </a:p>
      </dsp:txBody>
      <dsp:txXfrm>
        <a:off x="45237" y="1993216"/>
        <a:ext cx="3530550" cy="836217"/>
      </dsp:txXfrm>
    </dsp:sp>
    <dsp:sp modelId="{B140E950-C32F-4E0B-8EAC-2542367567A1}">
      <dsp:nvSpPr>
        <dsp:cNvPr id="0" name=""/>
        <dsp:cNvSpPr/>
      </dsp:nvSpPr>
      <dsp:spPr>
        <a:xfrm rot="5400000">
          <a:off x="6469035" y="165663"/>
          <a:ext cx="741353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Groupes</a:t>
          </a:r>
          <a:endParaRPr lang="en-C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 dirty="0" err="1"/>
            <a:t>Peut</a:t>
          </a:r>
          <a:r>
            <a:rPr lang="en-CA" sz="1300" kern="1200" dirty="0"/>
            <a:t> </a:t>
          </a:r>
          <a:r>
            <a:rPr lang="fr-CA" sz="1300" kern="1200" dirty="0"/>
            <a:t>être utilisé en BRE avec </a:t>
          </a:r>
          <a:r>
            <a:rPr lang="en-CA" sz="1300" kern="1200" dirty="0"/>
            <a:t>\ : \(\)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300" kern="1200" dirty="0"/>
            <a:t>Peut être utilisé pour faire du </a:t>
          </a:r>
          <a:r>
            <a:rPr lang="fr-CA" sz="1300" kern="1200" dirty="0" err="1"/>
            <a:t>backref</a:t>
          </a:r>
          <a:r>
            <a:rPr lang="fr-CA" sz="1300" kern="1200" dirty="0"/>
            <a:t>: </a:t>
          </a:r>
          <a:r>
            <a:rPr lang="en-CA" sz="1300" kern="1200" dirty="0"/>
            <a:t>‘(…)(..)\1\2’</a:t>
          </a:r>
        </a:p>
      </dsp:txBody>
      <dsp:txXfrm rot="-5400000">
        <a:off x="3621024" y="3049864"/>
        <a:ext cx="6401186" cy="668973"/>
      </dsp:txXfrm>
    </dsp:sp>
    <dsp:sp modelId="{AAF7E691-40F8-48C8-8340-C892122B7F22}">
      <dsp:nvSpPr>
        <dsp:cNvPr id="0" name=""/>
        <dsp:cNvSpPr/>
      </dsp:nvSpPr>
      <dsp:spPr>
        <a:xfrm>
          <a:off x="0" y="2921005"/>
          <a:ext cx="3621024" cy="926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 dirty="0" err="1"/>
            <a:t>Parenth</a:t>
          </a:r>
          <a:r>
            <a:rPr lang="fr-CA" sz="2600" kern="1200" dirty="0" err="1"/>
            <a:t>èses</a:t>
          </a:r>
          <a:endParaRPr lang="en-CA" sz="2600" kern="1200" dirty="0"/>
        </a:p>
      </dsp:txBody>
      <dsp:txXfrm>
        <a:off x="45237" y="2966242"/>
        <a:ext cx="3530550" cy="8362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BE6DE-98E5-4D3F-A4F0-1B412A186F6D}">
      <dsp:nvSpPr>
        <dsp:cNvPr id="0" name=""/>
        <dsp:cNvSpPr/>
      </dsp:nvSpPr>
      <dsp:spPr>
        <a:xfrm>
          <a:off x="979832" y="766467"/>
          <a:ext cx="1049835" cy="1049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0493D-A19E-4828-9EE7-A7248BEEFD72}">
      <dsp:nvSpPr>
        <dsp:cNvPr id="0" name=""/>
        <dsp:cNvSpPr/>
      </dsp:nvSpPr>
      <dsp:spPr>
        <a:xfrm>
          <a:off x="4985" y="1910588"/>
          <a:ext cx="2999531" cy="590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1400" kern="1200"/>
            <a:t>Classe de caractères</a:t>
          </a:r>
          <a:endParaRPr lang="en-US" sz="1400" kern="1200"/>
        </a:p>
      </dsp:txBody>
      <dsp:txXfrm>
        <a:off x="4985" y="1910588"/>
        <a:ext cx="2999531" cy="590532"/>
      </dsp:txXfrm>
    </dsp:sp>
    <dsp:sp modelId="{7B0FA195-BF49-401B-8003-A072CC69585E}">
      <dsp:nvSpPr>
        <dsp:cNvPr id="0" name=""/>
        <dsp:cNvSpPr/>
      </dsp:nvSpPr>
      <dsp:spPr>
        <a:xfrm>
          <a:off x="4985" y="2544974"/>
          <a:ext cx="2999531" cy="414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[:class:]</a:t>
          </a:r>
        </a:p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Ex: lower, upper, digit, alpha, </a:t>
          </a:r>
          <a:r>
            <a:rPr lang="en-US" sz="1100" kern="1200" dirty="0" err="1"/>
            <a:t>etc</a:t>
          </a:r>
          <a:endParaRPr lang="en-US" sz="1100" kern="1200" dirty="0"/>
        </a:p>
      </dsp:txBody>
      <dsp:txXfrm>
        <a:off x="4985" y="2544974"/>
        <a:ext cx="2999531" cy="414169"/>
      </dsp:txXfrm>
    </dsp:sp>
    <dsp:sp modelId="{022F78EC-FC30-4069-81DD-75ACAC0B9415}">
      <dsp:nvSpPr>
        <dsp:cNvPr id="0" name=""/>
        <dsp:cNvSpPr/>
      </dsp:nvSpPr>
      <dsp:spPr>
        <a:xfrm>
          <a:off x="4504282" y="686705"/>
          <a:ext cx="1049835" cy="1049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7DC51-F8E8-484D-A658-6A5E6ED2E03F}">
      <dsp:nvSpPr>
        <dsp:cNvPr id="0" name=""/>
        <dsp:cNvSpPr/>
      </dsp:nvSpPr>
      <dsp:spPr>
        <a:xfrm>
          <a:off x="3529434" y="1837686"/>
          <a:ext cx="2999531" cy="590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1400" kern="1200"/>
            <a:t>Classes d’équivalences</a:t>
          </a:r>
          <a:endParaRPr lang="en-US" sz="1400" kern="1200"/>
        </a:p>
      </dsp:txBody>
      <dsp:txXfrm>
        <a:off x="3529434" y="1837686"/>
        <a:ext cx="2999531" cy="590532"/>
      </dsp:txXfrm>
    </dsp:sp>
    <dsp:sp modelId="{2155A432-082E-4685-A1D2-DDBC9AA61C84}">
      <dsp:nvSpPr>
        <dsp:cNvPr id="0" name=""/>
        <dsp:cNvSpPr/>
      </dsp:nvSpPr>
      <dsp:spPr>
        <a:xfrm>
          <a:off x="3529434" y="2475262"/>
          <a:ext cx="2999531" cy="563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[=e=] : classe d’équivalence du caractère e</a:t>
          </a:r>
          <a:endParaRPr lang="en-US" sz="1100" kern="1200" dirty="0"/>
        </a:p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100" kern="1200"/>
            <a:t>inclut eéèêë</a:t>
          </a:r>
          <a:endParaRPr lang="en-US" sz="1100" kern="1200"/>
        </a:p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GREP: [[=e=]]</a:t>
          </a:r>
        </a:p>
      </dsp:txBody>
      <dsp:txXfrm>
        <a:off x="3529434" y="2475262"/>
        <a:ext cx="2999531" cy="563643"/>
      </dsp:txXfrm>
    </dsp:sp>
    <dsp:sp modelId="{2CC68DA5-05D0-4F37-94FB-AE7F2AB93A27}">
      <dsp:nvSpPr>
        <dsp:cNvPr id="0" name=""/>
        <dsp:cNvSpPr/>
      </dsp:nvSpPr>
      <dsp:spPr>
        <a:xfrm>
          <a:off x="8028731" y="686705"/>
          <a:ext cx="1049835" cy="1049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E7F65-A1D0-47FC-8633-56A2A569F58B}">
      <dsp:nvSpPr>
        <dsp:cNvPr id="0" name=""/>
        <dsp:cNvSpPr/>
      </dsp:nvSpPr>
      <dsp:spPr>
        <a:xfrm>
          <a:off x="7053883" y="1837686"/>
          <a:ext cx="2999531" cy="590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1400" kern="1200"/>
            <a:t>Voir Notes de Cours (</a:t>
          </a:r>
          <a:r>
            <a:rPr lang="en-CA" sz="1400" kern="1200">
              <a:hlinkClick xmlns:r="http://schemas.openxmlformats.org/officeDocument/2006/relationships" r:id="rId7"/>
            </a:rPr>
            <a:t>Chapitre 4: Expressions régulières</a:t>
          </a:r>
          <a:r>
            <a:rPr lang="en-CA" sz="1400" kern="1200"/>
            <a:t>) pour plus de détail</a:t>
          </a:r>
          <a:endParaRPr lang="en-US" sz="1400" kern="1200"/>
        </a:p>
      </dsp:txBody>
      <dsp:txXfrm>
        <a:off x="7053883" y="1837686"/>
        <a:ext cx="2999531" cy="590532"/>
      </dsp:txXfrm>
    </dsp:sp>
    <dsp:sp modelId="{55A0AB0B-C9FA-410A-9684-C932C022066A}">
      <dsp:nvSpPr>
        <dsp:cNvPr id="0" name=""/>
        <dsp:cNvSpPr/>
      </dsp:nvSpPr>
      <dsp:spPr>
        <a:xfrm>
          <a:off x="7053883" y="2475262"/>
          <a:ext cx="2999531" cy="563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E1011D-39BE-4ABB-897A-B498871DC481}">
      <dsp:nvSpPr>
        <dsp:cNvPr id="0" name=""/>
        <dsp:cNvSpPr/>
      </dsp:nvSpPr>
      <dsp:spPr>
        <a:xfrm>
          <a:off x="0" y="528393"/>
          <a:ext cx="5906181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74904" rIns="45838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grep [options] ‘motif’ </a:t>
          </a:r>
          <a:r>
            <a:rPr lang="en-CA" sz="1800" kern="1200" dirty="0" err="1"/>
            <a:t>fichier</a:t>
          </a:r>
          <a:endParaRPr lang="en-US" sz="1800" kern="1200" dirty="0"/>
        </a:p>
      </dsp:txBody>
      <dsp:txXfrm>
        <a:off x="0" y="528393"/>
        <a:ext cx="5906181" cy="765450"/>
      </dsp:txXfrm>
    </dsp:sp>
    <dsp:sp modelId="{60CA13E2-EA87-4EEC-BA99-117EB6EC08D7}">
      <dsp:nvSpPr>
        <dsp:cNvPr id="0" name=""/>
        <dsp:cNvSpPr/>
      </dsp:nvSpPr>
      <dsp:spPr>
        <a:xfrm>
          <a:off x="295309" y="262713"/>
          <a:ext cx="4134326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Syntaxe:</a:t>
          </a:r>
          <a:endParaRPr lang="en-US" sz="1800" kern="1200" dirty="0"/>
        </a:p>
      </dsp:txBody>
      <dsp:txXfrm>
        <a:off x="321248" y="288652"/>
        <a:ext cx="4082448" cy="479482"/>
      </dsp:txXfrm>
    </dsp:sp>
    <dsp:sp modelId="{DF30CCDF-DE9B-4DF9-A99F-24F2C821C467}">
      <dsp:nvSpPr>
        <dsp:cNvPr id="0" name=""/>
        <dsp:cNvSpPr/>
      </dsp:nvSpPr>
      <dsp:spPr>
        <a:xfrm>
          <a:off x="0" y="1656723"/>
          <a:ext cx="5906181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19062"/>
              <a:satOff val="-4829"/>
              <a:lumOff val="1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74904" rIns="45838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-o: Affiche seulement les correspondances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-E: </a:t>
          </a:r>
          <a:r>
            <a:rPr lang="fr-FR" sz="1800" kern="1200"/>
            <a:t>Active les expressions régulières étendues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-i: Insensible à la casse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-v: Exclure/Invertire les correspondances</a:t>
          </a:r>
          <a:endParaRPr lang="en-US" sz="1800" kern="1200"/>
        </a:p>
      </dsp:txBody>
      <dsp:txXfrm>
        <a:off x="0" y="1656723"/>
        <a:ext cx="5906181" cy="1644300"/>
      </dsp:txXfrm>
    </dsp:sp>
    <dsp:sp modelId="{D5B1BAFE-1636-4BD2-8831-2AAECADE01D8}">
      <dsp:nvSpPr>
        <dsp:cNvPr id="0" name=""/>
        <dsp:cNvSpPr/>
      </dsp:nvSpPr>
      <dsp:spPr>
        <a:xfrm>
          <a:off x="295309" y="1391043"/>
          <a:ext cx="4134326" cy="531360"/>
        </a:xfrm>
        <a:prstGeom prst="roundRect">
          <a:avLst/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Options utiles:</a:t>
          </a:r>
          <a:endParaRPr lang="en-US" sz="1800" kern="1200"/>
        </a:p>
      </dsp:txBody>
      <dsp:txXfrm>
        <a:off x="321248" y="1416982"/>
        <a:ext cx="4082448" cy="479482"/>
      </dsp:txXfrm>
    </dsp:sp>
    <dsp:sp modelId="{65019237-4598-42D5-813D-29B94FF726F4}">
      <dsp:nvSpPr>
        <dsp:cNvPr id="0" name=""/>
        <dsp:cNvSpPr/>
      </dsp:nvSpPr>
      <dsp:spPr>
        <a:xfrm>
          <a:off x="0" y="3663904"/>
          <a:ext cx="5906181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74904" rIns="45838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 dirty="0"/>
            <a:t>Utiliser –e ou –E pour rechercher plusieurs motifs: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/>
            <a:t> </a:t>
          </a:r>
          <a:r>
            <a:rPr lang="it-IT" sz="1800" kern="1200" dirty="0"/>
            <a:t>grep -e 'motif1' -e 'motif2' fichier</a:t>
          </a:r>
          <a:endParaRPr lang="en-US" sz="1800" kern="1200" dirty="0"/>
        </a:p>
      </dsp:txBody>
      <dsp:txXfrm>
        <a:off x="0" y="3663904"/>
        <a:ext cx="5906181" cy="1304100"/>
      </dsp:txXfrm>
    </dsp:sp>
    <dsp:sp modelId="{7BEF8439-996C-437A-AD35-84BB07BFAE76}">
      <dsp:nvSpPr>
        <dsp:cNvPr id="0" name=""/>
        <dsp:cNvSpPr/>
      </dsp:nvSpPr>
      <dsp:spPr>
        <a:xfrm>
          <a:off x="295309" y="3398224"/>
          <a:ext cx="4134326" cy="531360"/>
        </a:xfrm>
        <a:prstGeom prst="round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Utilisation avanc</a:t>
          </a:r>
          <a:r>
            <a:rPr lang="fr-CA" sz="1800" kern="1200"/>
            <a:t>ée:</a:t>
          </a:r>
          <a:endParaRPr lang="en-US" sz="1800" kern="1200"/>
        </a:p>
      </dsp:txBody>
      <dsp:txXfrm>
        <a:off x="321248" y="3424163"/>
        <a:ext cx="4082448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INF1070 Lab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D071C0CD-5EFD-45A1-AAFD-61C3D4A65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A03302C-20A2-4C4F-9760-E85AE1041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10912338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D00F093B-0739-4429-B30D-D72924D08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702" y="809244"/>
            <a:ext cx="10579608" cy="5239512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363A4-748C-215B-19C8-C645F53D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6" y="1446715"/>
            <a:ext cx="9637485" cy="32993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800" cap="all" spc="-100"/>
              <a:t>Rappel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BB92999-6A40-480A-8965-2F20DFB0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640856"/>
            <a:ext cx="1920240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573B87-7D61-460C-9ADA-EF63674E3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AAF6B7C-985D-4351-9564-8DBDF5BB0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88433F4-33AB-4CE1-9DE3-72A840365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04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349D-9140-9A74-D87B-861E1F3E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FE9A-3C87-EF8E-2067-FBB4EA66D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Rappel </a:t>
            </a:r>
            <a:r>
              <a:rPr lang="en-US" sz="4000" dirty="0" err="1"/>
              <a:t>RegEx</a:t>
            </a:r>
            <a:r>
              <a:rPr lang="en-US" sz="4000" dirty="0"/>
              <a:t> – ERE (Pt1)</a:t>
            </a:r>
            <a:endParaRPr lang="en-CA" dirty="0"/>
          </a:p>
        </p:txBody>
      </p:sp>
      <p:graphicFrame>
        <p:nvGraphicFramePr>
          <p:cNvPr id="23" name="TextBox 4">
            <a:extLst>
              <a:ext uri="{FF2B5EF4-FFF2-40B4-BE49-F238E27FC236}">
                <a16:creationId xmlns:a16="http://schemas.microsoft.com/office/drawing/2014/main" id="{0B9B8481-81F3-5DE9-3248-81035981F0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692034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9839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14102-6599-185D-F011-D5E9A2464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/>
              <a:t>Rappel </a:t>
            </a:r>
            <a:r>
              <a:rPr lang="en-US" err="1"/>
              <a:t>RegEx</a:t>
            </a:r>
            <a:r>
              <a:rPr lang="fr-CA"/>
              <a:t> – Classes POSIX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EFE5F3-CB46-DFD9-3E41-BF60B40157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6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7415-E6FF-4C8D-7A56-807BF2F42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CA" dirty="0"/>
              <a:t>GREP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424F55B-70B7-29B0-0D2E-AAC74BA9FC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9170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9891C27D-8C9D-415C-A639-23D76B7B1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8F4C0D6-B7E0-42D0-A57F-6781017A2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B4D6D08-A7F1-4445-BA2E-E449562C0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A7C1A41-D915-4D26-8D5E-C01B27160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909241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50B663E-F671-4504-99A8-455955469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227" y="805446"/>
            <a:ext cx="6570161" cy="5244497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EF89585-ECD6-4B38-96B1-AD41A1BD4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837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B6FCD50-3FE8-4AB2-B746-2CC0EA9D4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3E90108-E441-4AF0-A059-613D076C7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377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B422045-789A-442D-9E39-6FC4EC452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white board with colorful text&#10;&#10;AI-generated content may be incorrect.">
            <a:extLst>
              <a:ext uri="{FF2B5EF4-FFF2-40B4-BE49-F238E27FC236}">
                <a16:creationId xmlns:a16="http://schemas.microsoft.com/office/drawing/2014/main" id="{C0527830-47D2-4778-D27C-C923695B7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859" y="2083387"/>
            <a:ext cx="5600897" cy="309449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3F4C63FE-9526-4F8E-BCFD-954D2EF94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1D26F-0344-A51B-0F21-4ED54374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182454"/>
            <a:ext cx="3238829" cy="34807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400" cap="all" spc="-100" dirty="0"/>
              <a:t>Lookahead et Lookbehinds</a:t>
            </a:r>
          </a:p>
        </p:txBody>
      </p:sp>
    </p:spTree>
    <p:extLst>
      <p:ext uri="{BB962C8B-B14F-4D97-AF65-F5344CB8AC3E}">
        <p14:creationId xmlns:p14="http://schemas.microsoft.com/office/powerpoint/2010/main" val="3685962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{164A6932-297D-437D-8B26-79E7A818228A}tf56219246_win32</Template>
  <TotalTime>1117</TotalTime>
  <Words>236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Avenir Next LT Pro</vt:lpstr>
      <vt:lpstr>Avenir Next LT Pro Light</vt:lpstr>
      <vt:lpstr>Garamond</vt:lpstr>
      <vt:lpstr>SavonVTI</vt:lpstr>
      <vt:lpstr>INF1070 Lab 8</vt:lpstr>
      <vt:lpstr>Rappel</vt:lpstr>
      <vt:lpstr>Rappel RegEx – ERE (Pt1)</vt:lpstr>
      <vt:lpstr>Rappel RegEx – Classes POSIX</vt:lpstr>
      <vt:lpstr>GREP</vt:lpstr>
      <vt:lpstr>Lookahead et Lookbehinds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</cp:lastModifiedBy>
  <cp:revision>6</cp:revision>
  <dcterms:created xsi:type="dcterms:W3CDTF">2025-03-13T18:27:37Z</dcterms:created>
  <dcterms:modified xsi:type="dcterms:W3CDTF">2026-02-22T19:30:40Z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