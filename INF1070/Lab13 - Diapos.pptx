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93" r:id="rId5"/>
    <p:sldId id="295" r:id="rId6"/>
    <p:sldId id="296" r:id="rId7"/>
    <p:sldId id="297" r:id="rId8"/>
    <p:sldId id="298" r:id="rId9"/>
    <p:sldId id="299" r:id="rId10"/>
    <p:sldId id="3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19" autoAdjust="0"/>
  </p:normalViewPr>
  <p:slideViewPr>
    <p:cSldViewPr snapToGrid="0">
      <p:cViewPr varScale="1">
        <p:scale>
          <a:sx n="188" d="100"/>
          <a:sy n="188" d="100"/>
        </p:scale>
        <p:origin x="389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627ED-A304-4697-8C44-18E45D3D2B1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F38D969-295D-43A7-85DB-680E9BC1EAF1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Machine peut avoir plusieurs interfaces</a:t>
          </a:r>
          <a:endParaRPr lang="en-CA" dirty="0"/>
        </a:p>
      </dgm:t>
    </dgm:pt>
    <dgm:pt modelId="{3BC86276-D3C2-4CAD-9530-BB0A386BEFC8}" type="parTrans" cxnId="{06425E49-E777-486D-A9C4-532127B46F4C}">
      <dgm:prSet/>
      <dgm:spPr/>
      <dgm:t>
        <a:bodyPr/>
        <a:lstStyle/>
        <a:p>
          <a:endParaRPr lang="en-CA"/>
        </a:p>
      </dgm:t>
    </dgm:pt>
    <dgm:pt modelId="{4EB62462-A48A-41FB-B9A6-1F76B5F82B43}" type="sibTrans" cxnId="{06425E49-E777-486D-A9C4-532127B46F4C}">
      <dgm:prSet/>
      <dgm:spPr/>
      <dgm:t>
        <a:bodyPr/>
        <a:lstStyle/>
        <a:p>
          <a:endParaRPr lang="en-CA"/>
        </a:p>
      </dgm:t>
    </dgm:pt>
    <dgm:pt modelId="{A4CC7B47-46FC-4F8B-A24B-47EF96E6743F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Loopback</a:t>
          </a:r>
          <a:endParaRPr lang="en-CA" dirty="0"/>
        </a:p>
      </dgm:t>
    </dgm:pt>
    <dgm:pt modelId="{3FFE1E44-C560-40C2-AC70-2C7EB9F69343}" type="parTrans" cxnId="{CD4B169C-B386-438E-8E6D-9D70292ACFDB}">
      <dgm:prSet/>
      <dgm:spPr/>
      <dgm:t>
        <a:bodyPr/>
        <a:lstStyle/>
        <a:p>
          <a:endParaRPr lang="en-CA"/>
        </a:p>
      </dgm:t>
    </dgm:pt>
    <dgm:pt modelId="{F7FDAFE6-DE63-4445-BAA6-7FCB5B7BE0D3}" type="sibTrans" cxnId="{CD4B169C-B386-438E-8E6D-9D70292ACFDB}">
      <dgm:prSet/>
      <dgm:spPr/>
      <dgm:t>
        <a:bodyPr/>
        <a:lstStyle/>
        <a:p>
          <a:endParaRPr lang="en-CA"/>
        </a:p>
      </dgm:t>
    </dgm:pt>
    <dgm:pt modelId="{017F5AB8-2198-4158-9AC2-6B8332993780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Ethernet (eth0)</a:t>
          </a:r>
          <a:endParaRPr lang="en-CA" dirty="0"/>
        </a:p>
      </dgm:t>
    </dgm:pt>
    <dgm:pt modelId="{939F3787-27DA-46C3-96A0-469D3DA2101C}" type="parTrans" cxnId="{E6C6E299-0777-4FDB-BC68-05460C84111C}">
      <dgm:prSet/>
      <dgm:spPr/>
      <dgm:t>
        <a:bodyPr/>
        <a:lstStyle/>
        <a:p>
          <a:endParaRPr lang="en-CA"/>
        </a:p>
      </dgm:t>
    </dgm:pt>
    <dgm:pt modelId="{E82762A2-597C-4FFC-A344-5CFF13513467}" type="sibTrans" cxnId="{E6C6E299-0777-4FDB-BC68-05460C84111C}">
      <dgm:prSet/>
      <dgm:spPr/>
      <dgm:t>
        <a:bodyPr/>
        <a:lstStyle/>
        <a:p>
          <a:endParaRPr lang="en-CA"/>
        </a:p>
      </dgm:t>
    </dgm:pt>
    <dgm:pt modelId="{738384A4-6B6A-4FD7-B9D2-24F3DC918088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Wi-Fi (</a:t>
          </a:r>
          <a:r>
            <a:rPr lang="fr-CA" dirty="0" err="1"/>
            <a:t>wlan</a:t>
          </a:r>
          <a:r>
            <a:rPr lang="fr-CA" dirty="0"/>
            <a:t>)</a:t>
          </a:r>
          <a:endParaRPr lang="en-CA" dirty="0"/>
        </a:p>
      </dgm:t>
    </dgm:pt>
    <dgm:pt modelId="{B81F1274-C850-4EB4-8119-2B087E29BC0A}" type="parTrans" cxnId="{E5FA1C65-1D1A-4208-B33C-F955F19D6482}">
      <dgm:prSet/>
      <dgm:spPr/>
      <dgm:t>
        <a:bodyPr/>
        <a:lstStyle/>
        <a:p>
          <a:endParaRPr lang="en-CA"/>
        </a:p>
      </dgm:t>
    </dgm:pt>
    <dgm:pt modelId="{54701986-A3D4-4D39-8276-55C4341C7F6D}" type="sibTrans" cxnId="{E5FA1C65-1D1A-4208-B33C-F955F19D6482}">
      <dgm:prSet/>
      <dgm:spPr/>
      <dgm:t>
        <a:bodyPr/>
        <a:lstStyle/>
        <a:p>
          <a:endParaRPr lang="en-CA"/>
        </a:p>
      </dgm:t>
    </dgm:pt>
    <dgm:pt modelId="{9FF5E675-35A1-4B02-A218-44AD6FF1BE76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Interfaces ont généralement des adresses IP différentes</a:t>
          </a:r>
          <a:endParaRPr lang="en-CA" dirty="0"/>
        </a:p>
      </dgm:t>
    </dgm:pt>
    <dgm:pt modelId="{57736B82-DC6B-4ED5-B064-7E067E07CDC3}" type="parTrans" cxnId="{BDCF8531-5674-46A5-9183-E6ED181F1E9C}">
      <dgm:prSet/>
      <dgm:spPr/>
    </dgm:pt>
    <dgm:pt modelId="{52A0258C-72A7-4045-B84E-1B1231EBC87B}" type="sibTrans" cxnId="{BDCF8531-5674-46A5-9183-E6ED181F1E9C}">
      <dgm:prSet/>
      <dgm:spPr/>
    </dgm:pt>
    <dgm:pt modelId="{AE78005E-44CF-4AA8-9740-9254D3BE07ED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Commandes Utiles</a:t>
          </a:r>
          <a:endParaRPr lang="en-CA" dirty="0"/>
        </a:p>
      </dgm:t>
    </dgm:pt>
    <dgm:pt modelId="{562AB92C-3272-4CD5-913F-20B7F045FE4A}" type="parTrans" cxnId="{AFA38ED7-A4E5-4EF4-9D4D-27245C9EEBFC}">
      <dgm:prSet/>
      <dgm:spPr/>
    </dgm:pt>
    <dgm:pt modelId="{3BEE85FD-DA76-4078-AE98-E8D48041089C}" type="sibTrans" cxnId="{AFA38ED7-A4E5-4EF4-9D4D-27245C9EEBFC}">
      <dgm:prSet/>
      <dgm:spPr/>
    </dgm:pt>
    <dgm:pt modelId="{BC8983E7-F368-4680-AEC7-4B64754D943E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 err="1"/>
            <a:t>ip</a:t>
          </a:r>
          <a:r>
            <a:rPr lang="fr-CA" dirty="0"/>
            <a:t> </a:t>
          </a:r>
          <a:r>
            <a:rPr lang="fr-CA" dirty="0" err="1"/>
            <a:t>addr</a:t>
          </a:r>
          <a:endParaRPr lang="en-CA" dirty="0"/>
        </a:p>
      </dgm:t>
    </dgm:pt>
    <dgm:pt modelId="{F78AD612-0366-4795-9752-AC42F59B43EC}" type="parTrans" cxnId="{7D494C74-FB12-4B6D-9DB7-09E9E437E464}">
      <dgm:prSet/>
      <dgm:spPr/>
    </dgm:pt>
    <dgm:pt modelId="{28421608-16C8-4813-990F-3F2B96419917}" type="sibTrans" cxnId="{7D494C74-FB12-4B6D-9DB7-09E9E437E464}">
      <dgm:prSet/>
      <dgm:spPr/>
    </dgm:pt>
    <dgm:pt modelId="{E5EEBC01-A338-4956-A610-B8F5838EC9A0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 err="1"/>
            <a:t>ip</a:t>
          </a:r>
          <a:r>
            <a:rPr lang="fr-CA" dirty="0"/>
            <a:t> a</a:t>
          </a:r>
          <a:endParaRPr lang="en-CA" dirty="0"/>
        </a:p>
      </dgm:t>
    </dgm:pt>
    <dgm:pt modelId="{CAE8DADC-DEC9-4B7E-909E-41019E6E98B3}" type="parTrans" cxnId="{8886AEA8-500E-4AA6-B26D-A91012A985AE}">
      <dgm:prSet/>
      <dgm:spPr/>
    </dgm:pt>
    <dgm:pt modelId="{42598124-D7B9-4EF4-9E72-FA861C73D2D7}" type="sibTrans" cxnId="{8886AEA8-500E-4AA6-B26D-A91012A985AE}">
      <dgm:prSet/>
      <dgm:spPr/>
    </dgm:pt>
    <dgm:pt modelId="{FA5C775B-2B2F-4EBA-8CEE-613A0D456EFD}" type="pres">
      <dgm:prSet presAssocID="{08F627ED-A304-4697-8C44-18E45D3D2B1A}" presName="linear" presStyleCnt="0">
        <dgm:presLayoutVars>
          <dgm:dir/>
          <dgm:animLvl val="lvl"/>
          <dgm:resizeHandles val="exact"/>
        </dgm:presLayoutVars>
      </dgm:prSet>
      <dgm:spPr/>
    </dgm:pt>
    <dgm:pt modelId="{B9197098-CAB2-48B7-AC8A-2E3ED591DD99}" type="pres">
      <dgm:prSet presAssocID="{1F38D969-295D-43A7-85DB-680E9BC1EAF1}" presName="parentLin" presStyleCnt="0"/>
      <dgm:spPr/>
    </dgm:pt>
    <dgm:pt modelId="{DBA3BFA1-0540-4610-91FC-0253C9F72527}" type="pres">
      <dgm:prSet presAssocID="{1F38D969-295D-43A7-85DB-680E9BC1EAF1}" presName="parentLeftMargin" presStyleLbl="node1" presStyleIdx="0" presStyleCnt="2"/>
      <dgm:spPr/>
    </dgm:pt>
    <dgm:pt modelId="{6B1653D8-BBF4-4D4D-8928-3D960BA4359B}" type="pres">
      <dgm:prSet presAssocID="{1F38D969-295D-43A7-85DB-680E9BC1EA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8F1E914-CED9-4CD5-B919-F7A39A6D98CA}" type="pres">
      <dgm:prSet presAssocID="{1F38D969-295D-43A7-85DB-680E9BC1EAF1}" presName="negativeSpace" presStyleCnt="0"/>
      <dgm:spPr/>
    </dgm:pt>
    <dgm:pt modelId="{C55F1B9C-8DAE-4C29-B6CE-FCEC54F30BBC}" type="pres">
      <dgm:prSet presAssocID="{1F38D969-295D-43A7-85DB-680E9BC1EAF1}" presName="childText" presStyleLbl="conFgAcc1" presStyleIdx="0" presStyleCnt="2">
        <dgm:presLayoutVars>
          <dgm:bulletEnabled val="1"/>
        </dgm:presLayoutVars>
      </dgm:prSet>
      <dgm:spPr/>
    </dgm:pt>
    <dgm:pt modelId="{779950F5-8BC2-4619-A9EE-1E48FBE8D2A0}" type="pres">
      <dgm:prSet presAssocID="{4EB62462-A48A-41FB-B9A6-1F76B5F82B43}" presName="spaceBetweenRectangles" presStyleCnt="0"/>
      <dgm:spPr/>
    </dgm:pt>
    <dgm:pt modelId="{5C107B81-CD8E-42AF-8526-CC4B7E5985AE}" type="pres">
      <dgm:prSet presAssocID="{AE78005E-44CF-4AA8-9740-9254D3BE07ED}" presName="parentLin" presStyleCnt="0"/>
      <dgm:spPr/>
    </dgm:pt>
    <dgm:pt modelId="{053AF3EC-E32B-419A-8BE0-D21252BCA2D6}" type="pres">
      <dgm:prSet presAssocID="{AE78005E-44CF-4AA8-9740-9254D3BE07ED}" presName="parentLeftMargin" presStyleLbl="node1" presStyleIdx="0" presStyleCnt="2"/>
      <dgm:spPr/>
    </dgm:pt>
    <dgm:pt modelId="{060B2F94-E3C2-4F1C-A8F0-E59D368DADFB}" type="pres">
      <dgm:prSet presAssocID="{AE78005E-44CF-4AA8-9740-9254D3BE07E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2A85CFE-98A7-4249-8783-BE323258DC57}" type="pres">
      <dgm:prSet presAssocID="{AE78005E-44CF-4AA8-9740-9254D3BE07ED}" presName="negativeSpace" presStyleCnt="0"/>
      <dgm:spPr/>
    </dgm:pt>
    <dgm:pt modelId="{4E578750-643B-458E-B75D-24DD8C5A4298}" type="pres">
      <dgm:prSet presAssocID="{AE78005E-44CF-4AA8-9740-9254D3BE07E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8923B07-6F0E-4CD7-B2F0-E03B9CCDE9B9}" type="presOf" srcId="{017F5AB8-2198-4158-9AC2-6B8332993780}" destId="{C55F1B9C-8DAE-4C29-B6CE-FCEC54F30BBC}" srcOrd="0" destOrd="1" presId="urn:microsoft.com/office/officeart/2005/8/layout/list1"/>
    <dgm:cxn modelId="{E837D220-17D4-43B5-9AC0-B5F406170153}" type="presOf" srcId="{A4CC7B47-46FC-4F8B-A24B-47EF96E6743F}" destId="{C55F1B9C-8DAE-4C29-B6CE-FCEC54F30BBC}" srcOrd="0" destOrd="0" presId="urn:microsoft.com/office/officeart/2005/8/layout/list1"/>
    <dgm:cxn modelId="{BDCF8531-5674-46A5-9183-E6ED181F1E9C}" srcId="{1F38D969-295D-43A7-85DB-680E9BC1EAF1}" destId="{9FF5E675-35A1-4B02-A218-44AD6FF1BE76}" srcOrd="3" destOrd="0" parTransId="{57736B82-DC6B-4ED5-B064-7E067E07CDC3}" sibTransId="{52A0258C-72A7-4045-B84E-1B1231EBC87B}"/>
    <dgm:cxn modelId="{5C6F493A-35B3-441E-9C07-9E04AB946E8A}" type="presOf" srcId="{AE78005E-44CF-4AA8-9740-9254D3BE07ED}" destId="{053AF3EC-E32B-419A-8BE0-D21252BCA2D6}" srcOrd="0" destOrd="0" presId="urn:microsoft.com/office/officeart/2005/8/layout/list1"/>
    <dgm:cxn modelId="{E5FA1C65-1D1A-4208-B33C-F955F19D6482}" srcId="{1F38D969-295D-43A7-85DB-680E9BC1EAF1}" destId="{738384A4-6B6A-4FD7-B9D2-24F3DC918088}" srcOrd="2" destOrd="0" parTransId="{B81F1274-C850-4EB4-8119-2B087E29BC0A}" sibTransId="{54701986-A3D4-4D39-8276-55C4341C7F6D}"/>
    <dgm:cxn modelId="{9C839846-31DE-4202-BB4C-110B443CBAEF}" type="presOf" srcId="{08F627ED-A304-4697-8C44-18E45D3D2B1A}" destId="{FA5C775B-2B2F-4EBA-8CEE-613A0D456EFD}" srcOrd="0" destOrd="0" presId="urn:microsoft.com/office/officeart/2005/8/layout/list1"/>
    <dgm:cxn modelId="{06425E49-E777-486D-A9C4-532127B46F4C}" srcId="{08F627ED-A304-4697-8C44-18E45D3D2B1A}" destId="{1F38D969-295D-43A7-85DB-680E9BC1EAF1}" srcOrd="0" destOrd="0" parTransId="{3BC86276-D3C2-4CAD-9530-BB0A386BEFC8}" sibTransId="{4EB62462-A48A-41FB-B9A6-1F76B5F82B43}"/>
    <dgm:cxn modelId="{7D494C74-FB12-4B6D-9DB7-09E9E437E464}" srcId="{AE78005E-44CF-4AA8-9740-9254D3BE07ED}" destId="{BC8983E7-F368-4680-AEC7-4B64754D943E}" srcOrd="0" destOrd="0" parTransId="{F78AD612-0366-4795-9752-AC42F59B43EC}" sibTransId="{28421608-16C8-4813-990F-3F2B96419917}"/>
    <dgm:cxn modelId="{DF9C4284-09B7-4751-8475-37FCF295D376}" type="presOf" srcId="{1F38D969-295D-43A7-85DB-680E9BC1EAF1}" destId="{6B1653D8-BBF4-4D4D-8928-3D960BA4359B}" srcOrd="1" destOrd="0" presId="urn:microsoft.com/office/officeart/2005/8/layout/list1"/>
    <dgm:cxn modelId="{B9A62486-3FA0-49AE-B169-A680B34FCF8F}" type="presOf" srcId="{E5EEBC01-A338-4956-A610-B8F5838EC9A0}" destId="{4E578750-643B-458E-B75D-24DD8C5A4298}" srcOrd="0" destOrd="1" presId="urn:microsoft.com/office/officeart/2005/8/layout/list1"/>
    <dgm:cxn modelId="{AA3D598A-3EBD-49FA-BEDA-A75C50466D23}" type="presOf" srcId="{AE78005E-44CF-4AA8-9740-9254D3BE07ED}" destId="{060B2F94-E3C2-4F1C-A8F0-E59D368DADFB}" srcOrd="1" destOrd="0" presId="urn:microsoft.com/office/officeart/2005/8/layout/list1"/>
    <dgm:cxn modelId="{72D57B92-2FFD-4CFC-A580-219AC56493D8}" type="presOf" srcId="{9FF5E675-35A1-4B02-A218-44AD6FF1BE76}" destId="{C55F1B9C-8DAE-4C29-B6CE-FCEC54F30BBC}" srcOrd="0" destOrd="3" presId="urn:microsoft.com/office/officeart/2005/8/layout/list1"/>
    <dgm:cxn modelId="{E6C6E299-0777-4FDB-BC68-05460C84111C}" srcId="{1F38D969-295D-43A7-85DB-680E9BC1EAF1}" destId="{017F5AB8-2198-4158-9AC2-6B8332993780}" srcOrd="1" destOrd="0" parTransId="{939F3787-27DA-46C3-96A0-469D3DA2101C}" sibTransId="{E82762A2-597C-4FFC-A344-5CFF13513467}"/>
    <dgm:cxn modelId="{CD4B169C-B386-438E-8E6D-9D70292ACFDB}" srcId="{1F38D969-295D-43A7-85DB-680E9BC1EAF1}" destId="{A4CC7B47-46FC-4F8B-A24B-47EF96E6743F}" srcOrd="0" destOrd="0" parTransId="{3FFE1E44-C560-40C2-AC70-2C7EB9F69343}" sibTransId="{F7FDAFE6-DE63-4445-BAA6-7FCB5B7BE0D3}"/>
    <dgm:cxn modelId="{71E996A0-C114-44DB-99D3-05ABDADF20CD}" type="presOf" srcId="{738384A4-6B6A-4FD7-B9D2-24F3DC918088}" destId="{C55F1B9C-8DAE-4C29-B6CE-FCEC54F30BBC}" srcOrd="0" destOrd="2" presId="urn:microsoft.com/office/officeart/2005/8/layout/list1"/>
    <dgm:cxn modelId="{8886AEA8-500E-4AA6-B26D-A91012A985AE}" srcId="{AE78005E-44CF-4AA8-9740-9254D3BE07ED}" destId="{E5EEBC01-A338-4956-A610-B8F5838EC9A0}" srcOrd="1" destOrd="0" parTransId="{CAE8DADC-DEC9-4B7E-909E-41019E6E98B3}" sibTransId="{42598124-D7B9-4EF4-9E72-FA861C73D2D7}"/>
    <dgm:cxn modelId="{AFA38ED7-A4E5-4EF4-9D4D-27245C9EEBFC}" srcId="{08F627ED-A304-4697-8C44-18E45D3D2B1A}" destId="{AE78005E-44CF-4AA8-9740-9254D3BE07ED}" srcOrd="1" destOrd="0" parTransId="{562AB92C-3272-4CD5-913F-20B7F045FE4A}" sibTransId="{3BEE85FD-DA76-4078-AE98-E8D48041089C}"/>
    <dgm:cxn modelId="{056827E4-61C1-409F-A434-A59E17A398C2}" type="presOf" srcId="{1F38D969-295D-43A7-85DB-680E9BC1EAF1}" destId="{DBA3BFA1-0540-4610-91FC-0253C9F72527}" srcOrd="0" destOrd="0" presId="urn:microsoft.com/office/officeart/2005/8/layout/list1"/>
    <dgm:cxn modelId="{EB1EE2EA-0464-4272-A4F4-7D71C4F497E2}" type="presOf" srcId="{BC8983E7-F368-4680-AEC7-4B64754D943E}" destId="{4E578750-643B-458E-B75D-24DD8C5A4298}" srcOrd="0" destOrd="0" presId="urn:microsoft.com/office/officeart/2005/8/layout/list1"/>
    <dgm:cxn modelId="{2055B402-F0C7-44D1-8C5C-11E102C39737}" type="presParOf" srcId="{FA5C775B-2B2F-4EBA-8CEE-613A0D456EFD}" destId="{B9197098-CAB2-48B7-AC8A-2E3ED591DD99}" srcOrd="0" destOrd="0" presId="urn:microsoft.com/office/officeart/2005/8/layout/list1"/>
    <dgm:cxn modelId="{9DF0961C-B617-475C-9D96-655E063C5F46}" type="presParOf" srcId="{B9197098-CAB2-48B7-AC8A-2E3ED591DD99}" destId="{DBA3BFA1-0540-4610-91FC-0253C9F72527}" srcOrd="0" destOrd="0" presId="urn:microsoft.com/office/officeart/2005/8/layout/list1"/>
    <dgm:cxn modelId="{0C4E57E3-9D1B-4665-A212-ECC0C6E3678B}" type="presParOf" srcId="{B9197098-CAB2-48B7-AC8A-2E3ED591DD99}" destId="{6B1653D8-BBF4-4D4D-8928-3D960BA4359B}" srcOrd="1" destOrd="0" presId="urn:microsoft.com/office/officeart/2005/8/layout/list1"/>
    <dgm:cxn modelId="{0262569B-C391-470D-AD7D-99725E0EA04E}" type="presParOf" srcId="{FA5C775B-2B2F-4EBA-8CEE-613A0D456EFD}" destId="{D8F1E914-CED9-4CD5-B919-F7A39A6D98CA}" srcOrd="1" destOrd="0" presId="urn:microsoft.com/office/officeart/2005/8/layout/list1"/>
    <dgm:cxn modelId="{38817DA9-6BF4-4CE8-86A3-5D2F81F5C4C8}" type="presParOf" srcId="{FA5C775B-2B2F-4EBA-8CEE-613A0D456EFD}" destId="{C55F1B9C-8DAE-4C29-B6CE-FCEC54F30BBC}" srcOrd="2" destOrd="0" presId="urn:microsoft.com/office/officeart/2005/8/layout/list1"/>
    <dgm:cxn modelId="{343D69FC-5F17-4131-A86B-911C770AA8FB}" type="presParOf" srcId="{FA5C775B-2B2F-4EBA-8CEE-613A0D456EFD}" destId="{779950F5-8BC2-4619-A9EE-1E48FBE8D2A0}" srcOrd="3" destOrd="0" presId="urn:microsoft.com/office/officeart/2005/8/layout/list1"/>
    <dgm:cxn modelId="{1B2F1251-C34C-4391-81C5-5A8392211384}" type="presParOf" srcId="{FA5C775B-2B2F-4EBA-8CEE-613A0D456EFD}" destId="{5C107B81-CD8E-42AF-8526-CC4B7E5985AE}" srcOrd="4" destOrd="0" presId="urn:microsoft.com/office/officeart/2005/8/layout/list1"/>
    <dgm:cxn modelId="{9D294D92-EB52-4BAA-A53B-48A5371329D6}" type="presParOf" srcId="{5C107B81-CD8E-42AF-8526-CC4B7E5985AE}" destId="{053AF3EC-E32B-419A-8BE0-D21252BCA2D6}" srcOrd="0" destOrd="0" presId="urn:microsoft.com/office/officeart/2005/8/layout/list1"/>
    <dgm:cxn modelId="{117C0ED2-D101-497D-B7E3-4FF523A8A4DB}" type="presParOf" srcId="{5C107B81-CD8E-42AF-8526-CC4B7E5985AE}" destId="{060B2F94-E3C2-4F1C-A8F0-E59D368DADFB}" srcOrd="1" destOrd="0" presId="urn:microsoft.com/office/officeart/2005/8/layout/list1"/>
    <dgm:cxn modelId="{310774B9-4AE6-4A4B-9CD5-80292952497A}" type="presParOf" srcId="{FA5C775B-2B2F-4EBA-8CEE-613A0D456EFD}" destId="{42A85CFE-98A7-4249-8783-BE323258DC57}" srcOrd="5" destOrd="0" presId="urn:microsoft.com/office/officeart/2005/8/layout/list1"/>
    <dgm:cxn modelId="{1DD63C70-2631-4A72-933F-944556B77EC1}" type="presParOf" srcId="{FA5C775B-2B2F-4EBA-8CEE-613A0D456EFD}" destId="{4E578750-643B-458E-B75D-24DD8C5A429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B606FD-8D5F-443E-8CA2-E50A9C4047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CA"/>
        </a:p>
      </dgm:t>
    </dgm:pt>
    <dgm:pt modelId="{B720B2EC-86F0-4851-A489-C09150D4C378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Privée:</a:t>
          </a:r>
          <a:endParaRPr lang="en-CA" dirty="0"/>
        </a:p>
      </dgm:t>
    </dgm:pt>
    <dgm:pt modelId="{C766DF2C-EE5B-4ECF-8927-3C187F8237CA}" type="parTrans" cxnId="{31EFE1D8-A17D-4F9A-BF04-8587435EE89C}">
      <dgm:prSet/>
      <dgm:spPr/>
      <dgm:t>
        <a:bodyPr/>
        <a:lstStyle/>
        <a:p>
          <a:endParaRPr lang="en-CA"/>
        </a:p>
      </dgm:t>
    </dgm:pt>
    <dgm:pt modelId="{3976AA06-FE8A-4AB4-A728-B9A455BE8B0E}" type="sibTrans" cxnId="{31EFE1D8-A17D-4F9A-BF04-8587435EE89C}">
      <dgm:prSet/>
      <dgm:spPr/>
      <dgm:t>
        <a:bodyPr/>
        <a:lstStyle/>
        <a:p>
          <a:endParaRPr lang="en-CA"/>
        </a:p>
      </dgm:t>
    </dgm:pt>
    <dgm:pt modelId="{8AA99BD5-EB12-4D58-B503-C188EDDFF8A3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Utilisée dans réseau local (192.168.x.x, 10.x.x.x, etc)</a:t>
          </a:r>
          <a:endParaRPr lang="en-CA"/>
        </a:p>
      </dgm:t>
    </dgm:pt>
    <dgm:pt modelId="{5C441274-8DCA-4F3C-AC56-CE785B74E763}" type="parTrans" cxnId="{B1113549-1899-4BBF-AB05-3DE5A8503558}">
      <dgm:prSet/>
      <dgm:spPr/>
      <dgm:t>
        <a:bodyPr/>
        <a:lstStyle/>
        <a:p>
          <a:endParaRPr lang="en-CA"/>
        </a:p>
      </dgm:t>
    </dgm:pt>
    <dgm:pt modelId="{2441568A-0568-43C3-AAD8-7E8082AFC4D1}" type="sibTrans" cxnId="{B1113549-1899-4BBF-AB05-3DE5A8503558}">
      <dgm:prSet/>
      <dgm:spPr/>
      <dgm:t>
        <a:bodyPr/>
        <a:lstStyle/>
        <a:p>
          <a:endParaRPr lang="en-CA"/>
        </a:p>
      </dgm:t>
    </dgm:pt>
    <dgm:pt modelId="{E03AB263-1A69-47D3-AD2C-7465D9D719CE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Publique:</a:t>
          </a:r>
          <a:endParaRPr lang="en-CA"/>
        </a:p>
      </dgm:t>
    </dgm:pt>
    <dgm:pt modelId="{2C54AE3D-DEA9-466E-BF7D-BA49A8C023B1}" type="parTrans" cxnId="{735515FA-87CD-43DE-BFF5-00DA0A759C09}">
      <dgm:prSet/>
      <dgm:spPr/>
      <dgm:t>
        <a:bodyPr/>
        <a:lstStyle/>
        <a:p>
          <a:endParaRPr lang="en-CA"/>
        </a:p>
      </dgm:t>
    </dgm:pt>
    <dgm:pt modelId="{2E8CBD08-CD60-42A5-B635-51B16EC36849}" type="sibTrans" cxnId="{735515FA-87CD-43DE-BFF5-00DA0A759C09}">
      <dgm:prSet/>
      <dgm:spPr/>
      <dgm:t>
        <a:bodyPr/>
        <a:lstStyle/>
        <a:p>
          <a:endParaRPr lang="en-CA"/>
        </a:p>
      </dgm:t>
    </dgm:pt>
    <dgm:pt modelId="{98958E3D-595E-4152-B8CE-87CB0AF84105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Visible depuis Internet</a:t>
          </a:r>
          <a:endParaRPr lang="en-CA"/>
        </a:p>
      </dgm:t>
    </dgm:pt>
    <dgm:pt modelId="{8AB92E00-14F6-4ADC-B4B9-4B06399DECC8}" type="parTrans" cxnId="{1A66800B-31E4-457E-9678-9C93842A8CB6}">
      <dgm:prSet/>
      <dgm:spPr/>
      <dgm:t>
        <a:bodyPr/>
        <a:lstStyle/>
        <a:p>
          <a:endParaRPr lang="en-CA"/>
        </a:p>
      </dgm:t>
    </dgm:pt>
    <dgm:pt modelId="{6917EAFD-B07A-4F8F-AB5E-B61FD51D3A14}" type="sibTrans" cxnId="{1A66800B-31E4-457E-9678-9C93842A8CB6}">
      <dgm:prSet/>
      <dgm:spPr/>
      <dgm:t>
        <a:bodyPr/>
        <a:lstStyle/>
        <a:p>
          <a:endParaRPr lang="en-CA"/>
        </a:p>
      </dgm:t>
    </dgm:pt>
    <dgm:pt modelId="{A8949E41-414A-4C11-87D5-10D2C98F60F8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Récupérable via dns externe </a:t>
          </a:r>
          <a:endParaRPr lang="en-CA"/>
        </a:p>
      </dgm:t>
    </dgm:pt>
    <dgm:pt modelId="{A8DA6ABC-FB23-4362-AD90-CCF5029E33A7}" type="parTrans" cxnId="{ED78D3B3-67CD-4948-A126-E99E389A307E}">
      <dgm:prSet/>
      <dgm:spPr/>
      <dgm:t>
        <a:bodyPr/>
        <a:lstStyle/>
        <a:p>
          <a:endParaRPr lang="en-CA"/>
        </a:p>
      </dgm:t>
    </dgm:pt>
    <dgm:pt modelId="{7DC1378C-453B-41E4-852A-E979385ADA09}" type="sibTrans" cxnId="{ED78D3B3-67CD-4948-A126-E99E389A307E}">
      <dgm:prSet/>
      <dgm:spPr/>
      <dgm:t>
        <a:bodyPr/>
        <a:lstStyle/>
        <a:p>
          <a:endParaRPr lang="en-CA"/>
        </a:p>
      </dgm:t>
    </dgm:pt>
    <dgm:pt modelId="{BED660CC-D035-4BB9-8CB7-2F1664D70C2B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Commandes utiles</a:t>
          </a:r>
          <a:endParaRPr lang="en-CA"/>
        </a:p>
      </dgm:t>
    </dgm:pt>
    <dgm:pt modelId="{EF9E6408-0D99-4264-9A56-7F9B9BC40776}" type="parTrans" cxnId="{B854A6FE-9D54-4E0F-B5D8-D42194FA9F6F}">
      <dgm:prSet/>
      <dgm:spPr/>
      <dgm:t>
        <a:bodyPr/>
        <a:lstStyle/>
        <a:p>
          <a:endParaRPr lang="en-CA"/>
        </a:p>
      </dgm:t>
    </dgm:pt>
    <dgm:pt modelId="{D59C3D8A-8A56-443F-8B2B-B059789D6283}" type="sibTrans" cxnId="{B854A6FE-9D54-4E0F-B5D8-D42194FA9F6F}">
      <dgm:prSet/>
      <dgm:spPr/>
      <dgm:t>
        <a:bodyPr/>
        <a:lstStyle/>
        <a:p>
          <a:endParaRPr lang="en-CA"/>
        </a:p>
      </dgm:t>
    </dgm:pt>
    <dgm:pt modelId="{3408DB1E-0A12-40D3-A020-AFDB82FB8B70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ip a</a:t>
          </a:r>
          <a:endParaRPr lang="en-CA"/>
        </a:p>
      </dgm:t>
    </dgm:pt>
    <dgm:pt modelId="{35969AA9-4856-46EF-822F-203BD03D00E4}" type="parTrans" cxnId="{B3C39A16-9405-4D2A-85B9-4C2368A5BEA8}">
      <dgm:prSet/>
      <dgm:spPr/>
      <dgm:t>
        <a:bodyPr/>
        <a:lstStyle/>
        <a:p>
          <a:endParaRPr lang="en-CA"/>
        </a:p>
      </dgm:t>
    </dgm:pt>
    <dgm:pt modelId="{B04D45C1-433D-4FCF-8F44-256F2148D875}" type="sibTrans" cxnId="{B3C39A16-9405-4D2A-85B9-4C2368A5BEA8}">
      <dgm:prSet/>
      <dgm:spPr/>
      <dgm:t>
        <a:bodyPr/>
        <a:lstStyle/>
        <a:p>
          <a:endParaRPr lang="en-CA"/>
        </a:p>
      </dgm:t>
    </dgm:pt>
    <dgm:pt modelId="{A776DBBD-A053-4332-AC6F-432120C205BE}">
      <dgm:prSet/>
      <dgm:spPr/>
      <dgm:t>
        <a:bodyPr/>
        <a:lstStyle/>
        <a:p>
          <a:pPr>
            <a:lnSpc>
              <a:spcPct val="100000"/>
            </a:lnSpc>
          </a:pPr>
          <a:r>
            <a:rPr lang="fr-CA"/>
            <a:t>dig</a:t>
          </a:r>
          <a:endParaRPr lang="en-CA"/>
        </a:p>
      </dgm:t>
    </dgm:pt>
    <dgm:pt modelId="{A070A4F5-869E-4607-8FB0-D56623D6F577}" type="parTrans" cxnId="{13E025B6-3D9A-48AC-9F7A-7B1F0D220D51}">
      <dgm:prSet/>
      <dgm:spPr/>
      <dgm:t>
        <a:bodyPr/>
        <a:lstStyle/>
        <a:p>
          <a:endParaRPr lang="en-CA"/>
        </a:p>
      </dgm:t>
    </dgm:pt>
    <dgm:pt modelId="{B5FA4783-6170-4DE6-92F4-D93F965CBF61}" type="sibTrans" cxnId="{13E025B6-3D9A-48AC-9F7A-7B1F0D220D51}">
      <dgm:prSet/>
      <dgm:spPr/>
      <dgm:t>
        <a:bodyPr/>
        <a:lstStyle/>
        <a:p>
          <a:endParaRPr lang="en-CA"/>
        </a:p>
      </dgm:t>
    </dgm:pt>
    <dgm:pt modelId="{E04E85DF-C952-4638-AB15-1A248B0B9DEC}" type="pres">
      <dgm:prSet presAssocID="{5AB606FD-8D5F-443E-8CA2-E50A9C40474F}" presName="linear" presStyleCnt="0">
        <dgm:presLayoutVars>
          <dgm:animLvl val="lvl"/>
          <dgm:resizeHandles val="exact"/>
        </dgm:presLayoutVars>
      </dgm:prSet>
      <dgm:spPr/>
    </dgm:pt>
    <dgm:pt modelId="{B5C20D9D-AE67-4348-8917-A3F6F8005277}" type="pres">
      <dgm:prSet presAssocID="{B720B2EC-86F0-4851-A489-C09150D4C37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C9CC39-00CB-4734-A2D7-E8514A67DE02}" type="pres">
      <dgm:prSet presAssocID="{B720B2EC-86F0-4851-A489-C09150D4C378}" presName="childText" presStyleLbl="revTx" presStyleIdx="0" presStyleCnt="3">
        <dgm:presLayoutVars>
          <dgm:bulletEnabled val="1"/>
        </dgm:presLayoutVars>
      </dgm:prSet>
      <dgm:spPr/>
    </dgm:pt>
    <dgm:pt modelId="{7DA37BE0-3605-4BDA-BC71-1F2305ACB8C2}" type="pres">
      <dgm:prSet presAssocID="{E03AB263-1A69-47D3-AD2C-7465D9D719C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4E9DB0-6E78-4609-A73C-5964D9C1C59D}" type="pres">
      <dgm:prSet presAssocID="{E03AB263-1A69-47D3-AD2C-7465D9D719CE}" presName="childText" presStyleLbl="revTx" presStyleIdx="1" presStyleCnt="3">
        <dgm:presLayoutVars>
          <dgm:bulletEnabled val="1"/>
        </dgm:presLayoutVars>
      </dgm:prSet>
      <dgm:spPr/>
    </dgm:pt>
    <dgm:pt modelId="{552E99A9-C54C-47B7-B4DF-E867B8F4981E}" type="pres">
      <dgm:prSet presAssocID="{BED660CC-D035-4BB9-8CB7-2F1664D70C2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62B888D-C4A6-42A1-B59A-930C1CC96668}" type="pres">
      <dgm:prSet presAssocID="{BED660CC-D035-4BB9-8CB7-2F1664D70C2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A66800B-31E4-457E-9678-9C93842A8CB6}" srcId="{E03AB263-1A69-47D3-AD2C-7465D9D719CE}" destId="{98958E3D-595E-4152-B8CE-87CB0AF84105}" srcOrd="0" destOrd="0" parTransId="{8AB92E00-14F6-4ADC-B4B9-4B06399DECC8}" sibTransId="{6917EAFD-B07A-4F8F-AB5E-B61FD51D3A14}"/>
    <dgm:cxn modelId="{B9A03411-1123-4BB3-B03C-A3D1D98E4B4A}" type="presOf" srcId="{8AA99BD5-EB12-4D58-B503-C188EDDFF8A3}" destId="{0CC9CC39-00CB-4734-A2D7-E8514A67DE02}" srcOrd="0" destOrd="0" presId="urn:microsoft.com/office/officeart/2005/8/layout/vList2"/>
    <dgm:cxn modelId="{B3C39A16-9405-4D2A-85B9-4C2368A5BEA8}" srcId="{BED660CC-D035-4BB9-8CB7-2F1664D70C2B}" destId="{3408DB1E-0A12-40D3-A020-AFDB82FB8B70}" srcOrd="0" destOrd="0" parTransId="{35969AA9-4856-46EF-822F-203BD03D00E4}" sibTransId="{B04D45C1-433D-4FCF-8F44-256F2148D875}"/>
    <dgm:cxn modelId="{B1113549-1899-4BBF-AB05-3DE5A8503558}" srcId="{B720B2EC-86F0-4851-A489-C09150D4C378}" destId="{8AA99BD5-EB12-4D58-B503-C188EDDFF8A3}" srcOrd="0" destOrd="0" parTransId="{5C441274-8DCA-4F3C-AC56-CE785B74E763}" sibTransId="{2441568A-0568-43C3-AAD8-7E8082AFC4D1}"/>
    <dgm:cxn modelId="{7AB0286B-4DC9-4A52-90A8-B7807DB4DC86}" type="presOf" srcId="{A776DBBD-A053-4332-AC6F-432120C205BE}" destId="{D62B888D-C4A6-42A1-B59A-930C1CC96668}" srcOrd="0" destOrd="1" presId="urn:microsoft.com/office/officeart/2005/8/layout/vList2"/>
    <dgm:cxn modelId="{A9EF6E4F-A217-4B16-89EF-B567EAA50B4A}" type="presOf" srcId="{3408DB1E-0A12-40D3-A020-AFDB82FB8B70}" destId="{D62B888D-C4A6-42A1-B59A-930C1CC96668}" srcOrd="0" destOrd="0" presId="urn:microsoft.com/office/officeart/2005/8/layout/vList2"/>
    <dgm:cxn modelId="{BA8F5B72-2912-43B7-BBCB-ED50F3121307}" type="presOf" srcId="{B720B2EC-86F0-4851-A489-C09150D4C378}" destId="{B5C20D9D-AE67-4348-8917-A3F6F8005277}" srcOrd="0" destOrd="0" presId="urn:microsoft.com/office/officeart/2005/8/layout/vList2"/>
    <dgm:cxn modelId="{C84C4952-E570-42CC-A4D0-7E863F18EBA4}" type="presOf" srcId="{98958E3D-595E-4152-B8CE-87CB0AF84105}" destId="{514E9DB0-6E78-4609-A73C-5964D9C1C59D}" srcOrd="0" destOrd="0" presId="urn:microsoft.com/office/officeart/2005/8/layout/vList2"/>
    <dgm:cxn modelId="{5205E457-8D27-4088-BD8F-5008515A6A28}" type="presOf" srcId="{E03AB263-1A69-47D3-AD2C-7465D9D719CE}" destId="{7DA37BE0-3605-4BDA-BC71-1F2305ACB8C2}" srcOrd="0" destOrd="0" presId="urn:microsoft.com/office/officeart/2005/8/layout/vList2"/>
    <dgm:cxn modelId="{8D832C91-F8A8-4DFB-8B4D-6047F78A0C4F}" type="presOf" srcId="{5AB606FD-8D5F-443E-8CA2-E50A9C40474F}" destId="{E04E85DF-C952-4638-AB15-1A248B0B9DEC}" srcOrd="0" destOrd="0" presId="urn:microsoft.com/office/officeart/2005/8/layout/vList2"/>
    <dgm:cxn modelId="{4BABE3B0-6488-49FA-8663-6677DD901E20}" type="presOf" srcId="{A8949E41-414A-4C11-87D5-10D2C98F60F8}" destId="{514E9DB0-6E78-4609-A73C-5964D9C1C59D}" srcOrd="0" destOrd="1" presId="urn:microsoft.com/office/officeart/2005/8/layout/vList2"/>
    <dgm:cxn modelId="{ED78D3B3-67CD-4948-A126-E99E389A307E}" srcId="{E03AB263-1A69-47D3-AD2C-7465D9D719CE}" destId="{A8949E41-414A-4C11-87D5-10D2C98F60F8}" srcOrd="1" destOrd="0" parTransId="{A8DA6ABC-FB23-4362-AD90-CCF5029E33A7}" sibTransId="{7DC1378C-453B-41E4-852A-E979385ADA09}"/>
    <dgm:cxn modelId="{13E025B6-3D9A-48AC-9F7A-7B1F0D220D51}" srcId="{BED660CC-D035-4BB9-8CB7-2F1664D70C2B}" destId="{A776DBBD-A053-4332-AC6F-432120C205BE}" srcOrd="1" destOrd="0" parTransId="{A070A4F5-869E-4607-8FB0-D56623D6F577}" sibTransId="{B5FA4783-6170-4DE6-92F4-D93F965CBF61}"/>
    <dgm:cxn modelId="{31EFE1D8-A17D-4F9A-BF04-8587435EE89C}" srcId="{5AB606FD-8D5F-443E-8CA2-E50A9C40474F}" destId="{B720B2EC-86F0-4851-A489-C09150D4C378}" srcOrd="0" destOrd="0" parTransId="{C766DF2C-EE5B-4ECF-8927-3C187F8237CA}" sibTransId="{3976AA06-FE8A-4AB4-A728-B9A455BE8B0E}"/>
    <dgm:cxn modelId="{735515FA-87CD-43DE-BFF5-00DA0A759C09}" srcId="{5AB606FD-8D5F-443E-8CA2-E50A9C40474F}" destId="{E03AB263-1A69-47D3-AD2C-7465D9D719CE}" srcOrd="1" destOrd="0" parTransId="{2C54AE3D-DEA9-466E-BF7D-BA49A8C023B1}" sibTransId="{2E8CBD08-CD60-42A5-B635-51B16EC36849}"/>
    <dgm:cxn modelId="{B854A6FE-9D54-4E0F-B5D8-D42194FA9F6F}" srcId="{5AB606FD-8D5F-443E-8CA2-E50A9C40474F}" destId="{BED660CC-D035-4BB9-8CB7-2F1664D70C2B}" srcOrd="2" destOrd="0" parTransId="{EF9E6408-0D99-4264-9A56-7F9B9BC40776}" sibTransId="{D59C3D8A-8A56-443F-8B2B-B059789D6283}"/>
    <dgm:cxn modelId="{FD340AFF-C261-440F-B98B-C836AC289BAD}" type="presOf" srcId="{BED660CC-D035-4BB9-8CB7-2F1664D70C2B}" destId="{552E99A9-C54C-47B7-B4DF-E867B8F4981E}" srcOrd="0" destOrd="0" presId="urn:microsoft.com/office/officeart/2005/8/layout/vList2"/>
    <dgm:cxn modelId="{7E91507B-BB47-4954-AA02-8EA94231A661}" type="presParOf" srcId="{E04E85DF-C952-4638-AB15-1A248B0B9DEC}" destId="{B5C20D9D-AE67-4348-8917-A3F6F8005277}" srcOrd="0" destOrd="0" presId="urn:microsoft.com/office/officeart/2005/8/layout/vList2"/>
    <dgm:cxn modelId="{44338885-B7E3-4E60-BF3B-622DBDCC55EB}" type="presParOf" srcId="{E04E85DF-C952-4638-AB15-1A248B0B9DEC}" destId="{0CC9CC39-00CB-4734-A2D7-E8514A67DE02}" srcOrd="1" destOrd="0" presId="urn:microsoft.com/office/officeart/2005/8/layout/vList2"/>
    <dgm:cxn modelId="{327CF5EB-D9CA-4688-9032-BA9767021AD7}" type="presParOf" srcId="{E04E85DF-C952-4638-AB15-1A248B0B9DEC}" destId="{7DA37BE0-3605-4BDA-BC71-1F2305ACB8C2}" srcOrd="2" destOrd="0" presId="urn:microsoft.com/office/officeart/2005/8/layout/vList2"/>
    <dgm:cxn modelId="{21EC8241-1AFD-4CC3-AF79-3A6A560A3623}" type="presParOf" srcId="{E04E85DF-C952-4638-AB15-1A248B0B9DEC}" destId="{514E9DB0-6E78-4609-A73C-5964D9C1C59D}" srcOrd="3" destOrd="0" presId="urn:microsoft.com/office/officeart/2005/8/layout/vList2"/>
    <dgm:cxn modelId="{5A8133BF-4F7E-4268-B238-D4615A35A938}" type="presParOf" srcId="{E04E85DF-C952-4638-AB15-1A248B0B9DEC}" destId="{552E99A9-C54C-47B7-B4DF-E867B8F4981E}" srcOrd="4" destOrd="0" presId="urn:microsoft.com/office/officeart/2005/8/layout/vList2"/>
    <dgm:cxn modelId="{FF45E35F-91B0-417B-A3D1-CC1AD71DD6EA}" type="presParOf" srcId="{E04E85DF-C952-4638-AB15-1A248B0B9DEC}" destId="{D62B888D-C4A6-42A1-B59A-930C1CC9666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EF680E-41C0-4BF5-94A5-39AA1E196D5A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CA"/>
        </a:p>
      </dgm:t>
    </dgm:pt>
    <dgm:pt modelId="{68E08362-62A2-49DF-A1CE-92C28338E6DF}">
      <dgm:prSet/>
      <dgm:spPr/>
      <dgm:t>
        <a:bodyPr/>
        <a:lstStyle/>
        <a:p>
          <a:r>
            <a:rPr lang="fr-CA" dirty="0"/>
            <a:t>DNS</a:t>
          </a:r>
          <a:endParaRPr lang="en-CA" dirty="0"/>
        </a:p>
      </dgm:t>
    </dgm:pt>
    <dgm:pt modelId="{1FD97736-F73C-4F8D-A012-106CDB7E8EF2}" type="parTrans" cxnId="{81182B8D-750A-46B7-B2DD-A11E9FC7A19A}">
      <dgm:prSet/>
      <dgm:spPr/>
      <dgm:t>
        <a:bodyPr/>
        <a:lstStyle/>
        <a:p>
          <a:endParaRPr lang="en-CA"/>
        </a:p>
      </dgm:t>
    </dgm:pt>
    <dgm:pt modelId="{4C85A429-C02C-4D91-A866-420CFFAAA9B5}" type="sibTrans" cxnId="{81182B8D-750A-46B7-B2DD-A11E9FC7A19A}">
      <dgm:prSet/>
      <dgm:spPr/>
      <dgm:t>
        <a:bodyPr/>
        <a:lstStyle/>
        <a:p>
          <a:endParaRPr lang="en-CA"/>
        </a:p>
      </dgm:t>
    </dgm:pt>
    <dgm:pt modelId="{FBE36DF3-AD55-43A4-88DC-3F851B206C6D}">
      <dgm:prSet/>
      <dgm:spPr/>
      <dgm:t>
        <a:bodyPr/>
        <a:lstStyle/>
        <a:p>
          <a:r>
            <a:rPr lang="fr-CA" dirty="0" err="1"/>
            <a:t>dig</a:t>
          </a:r>
          <a:endParaRPr lang="en-CA" dirty="0"/>
        </a:p>
      </dgm:t>
    </dgm:pt>
    <dgm:pt modelId="{709D658A-9995-4694-BD9A-8D4BBD346C59}" type="parTrans" cxnId="{56B8324D-B86A-4795-85F2-2EACDF36966E}">
      <dgm:prSet/>
      <dgm:spPr/>
      <dgm:t>
        <a:bodyPr/>
        <a:lstStyle/>
        <a:p>
          <a:endParaRPr lang="en-CA"/>
        </a:p>
      </dgm:t>
    </dgm:pt>
    <dgm:pt modelId="{D16BD643-E2C5-4044-9812-748FB0C518E6}" type="sibTrans" cxnId="{56B8324D-B86A-4795-85F2-2EACDF36966E}">
      <dgm:prSet/>
      <dgm:spPr/>
      <dgm:t>
        <a:bodyPr/>
        <a:lstStyle/>
        <a:p>
          <a:endParaRPr lang="en-CA"/>
        </a:p>
      </dgm:t>
    </dgm:pt>
    <dgm:pt modelId="{F5AE1EED-E017-43F1-A459-60CE1B0CE4DB}">
      <dgm:prSet/>
      <dgm:spPr/>
      <dgm:t>
        <a:bodyPr/>
        <a:lstStyle/>
        <a:p>
          <a:r>
            <a:rPr lang="fr-CA" dirty="0"/>
            <a:t>DNS traduit </a:t>
          </a:r>
          <a:r>
            <a:rPr lang="fr-CA" dirty="0" err="1"/>
            <a:t>hostnames</a:t>
          </a:r>
          <a:r>
            <a:rPr lang="fr-CA" dirty="0"/>
            <a:t> (noms de hôtes) à </a:t>
          </a:r>
          <a:r>
            <a:rPr lang="fr-CA" dirty="0" err="1"/>
            <a:t>adr</a:t>
          </a:r>
          <a:r>
            <a:rPr lang="fr-CA" dirty="0"/>
            <a:t>. IP</a:t>
          </a:r>
          <a:endParaRPr lang="en-CA" dirty="0"/>
        </a:p>
      </dgm:t>
    </dgm:pt>
    <dgm:pt modelId="{A5B3168C-03B1-47E7-A1D8-E64564687C8A}" type="parTrans" cxnId="{4EDAB8C3-53CE-4FBD-9F8C-937D76E28BFB}">
      <dgm:prSet/>
      <dgm:spPr/>
    </dgm:pt>
    <dgm:pt modelId="{D5528BD6-AD4B-4741-97B7-CAB223710F52}" type="sibTrans" cxnId="{4EDAB8C3-53CE-4FBD-9F8C-937D76E28BFB}">
      <dgm:prSet/>
      <dgm:spPr/>
      <dgm:t>
        <a:bodyPr/>
        <a:lstStyle/>
        <a:p>
          <a:endParaRPr lang="en-CA"/>
        </a:p>
      </dgm:t>
    </dgm:pt>
    <dgm:pt modelId="{DA7B0039-CC63-40C7-952E-48715C874E51}">
      <dgm:prSet/>
      <dgm:spPr/>
      <dgm:t>
        <a:bodyPr/>
        <a:lstStyle/>
        <a:p>
          <a:r>
            <a:rPr lang="fr-CA" dirty="0" err="1"/>
            <a:t>dig</a:t>
          </a:r>
          <a:r>
            <a:rPr lang="fr-CA" dirty="0"/>
            <a:t> permet d’interroger serveurs DNS spécifiques</a:t>
          </a:r>
          <a:endParaRPr lang="en-CA" dirty="0"/>
        </a:p>
      </dgm:t>
    </dgm:pt>
    <dgm:pt modelId="{6D51E535-DB4B-4E8B-8C73-15A8B016DF17}" type="parTrans" cxnId="{9B5D30BD-DC4B-4BB5-A462-68A0B6562457}">
      <dgm:prSet/>
      <dgm:spPr/>
    </dgm:pt>
    <dgm:pt modelId="{0358198A-6915-4A14-829F-FBFC8C788034}" type="sibTrans" cxnId="{9B5D30BD-DC4B-4BB5-A462-68A0B6562457}">
      <dgm:prSet/>
      <dgm:spPr/>
      <dgm:t>
        <a:bodyPr/>
        <a:lstStyle/>
        <a:p>
          <a:endParaRPr lang="en-CA"/>
        </a:p>
      </dgm:t>
    </dgm:pt>
    <dgm:pt modelId="{EBB6B8F2-D0D4-4565-960D-FDFDFA290291}" type="pres">
      <dgm:prSet presAssocID="{EDEF680E-41C0-4BF5-94A5-39AA1E196D5A}" presName="Name0" presStyleCnt="0">
        <dgm:presLayoutVars>
          <dgm:dir/>
          <dgm:animLvl val="lvl"/>
          <dgm:resizeHandles val="exact"/>
        </dgm:presLayoutVars>
      </dgm:prSet>
      <dgm:spPr/>
    </dgm:pt>
    <dgm:pt modelId="{843151AB-3A6F-4057-B43A-F2D4161AD527}" type="pres">
      <dgm:prSet presAssocID="{68E08362-62A2-49DF-A1CE-92C28338E6DF}" presName="composite" presStyleCnt="0"/>
      <dgm:spPr/>
    </dgm:pt>
    <dgm:pt modelId="{75FF4DEC-0B81-4E3E-883C-2378FA9A202A}" type="pres">
      <dgm:prSet presAssocID="{68E08362-62A2-49DF-A1CE-92C28338E6D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0035982-A7CD-4743-87BC-D9CAC88FD990}" type="pres">
      <dgm:prSet presAssocID="{68E08362-62A2-49DF-A1CE-92C28338E6DF}" presName="desTx" presStyleLbl="alignAccFollowNode1" presStyleIdx="0" presStyleCnt="2">
        <dgm:presLayoutVars>
          <dgm:bulletEnabled val="1"/>
        </dgm:presLayoutVars>
      </dgm:prSet>
      <dgm:spPr/>
    </dgm:pt>
    <dgm:pt modelId="{95E52EDF-DCD7-4FB3-A494-8C402D7A2503}" type="pres">
      <dgm:prSet presAssocID="{4C85A429-C02C-4D91-A866-420CFFAAA9B5}" presName="space" presStyleCnt="0"/>
      <dgm:spPr/>
    </dgm:pt>
    <dgm:pt modelId="{188E9600-1196-4860-96A1-2A20A30A26F3}" type="pres">
      <dgm:prSet presAssocID="{FBE36DF3-AD55-43A4-88DC-3F851B206C6D}" presName="composite" presStyleCnt="0"/>
      <dgm:spPr/>
    </dgm:pt>
    <dgm:pt modelId="{EADBE583-F219-4DDE-A329-E0F0F9C8F0C4}" type="pres">
      <dgm:prSet presAssocID="{FBE36DF3-AD55-43A4-88DC-3F851B206C6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FD04DFEF-3411-4F28-BEFA-2C3EE92F9633}" type="pres">
      <dgm:prSet presAssocID="{FBE36DF3-AD55-43A4-88DC-3F851B206C6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2950D09-0289-4D42-A880-0C82C9B890D6}" type="presOf" srcId="{68E08362-62A2-49DF-A1CE-92C28338E6DF}" destId="{75FF4DEC-0B81-4E3E-883C-2378FA9A202A}" srcOrd="0" destOrd="0" presId="urn:microsoft.com/office/officeart/2005/8/layout/hList1"/>
    <dgm:cxn modelId="{5757F849-A76B-4628-A2FC-206EB70F8420}" type="presOf" srcId="{FBE36DF3-AD55-43A4-88DC-3F851B206C6D}" destId="{EADBE583-F219-4DDE-A329-E0F0F9C8F0C4}" srcOrd="0" destOrd="0" presId="urn:microsoft.com/office/officeart/2005/8/layout/hList1"/>
    <dgm:cxn modelId="{56B8324D-B86A-4795-85F2-2EACDF36966E}" srcId="{EDEF680E-41C0-4BF5-94A5-39AA1E196D5A}" destId="{FBE36DF3-AD55-43A4-88DC-3F851B206C6D}" srcOrd="1" destOrd="0" parTransId="{709D658A-9995-4694-BD9A-8D4BBD346C59}" sibTransId="{D16BD643-E2C5-4044-9812-748FB0C518E6}"/>
    <dgm:cxn modelId="{9BFF108C-4A1A-47C8-ABF5-FA16C49A5534}" type="presOf" srcId="{DA7B0039-CC63-40C7-952E-48715C874E51}" destId="{FD04DFEF-3411-4F28-BEFA-2C3EE92F9633}" srcOrd="0" destOrd="0" presId="urn:microsoft.com/office/officeart/2005/8/layout/hList1"/>
    <dgm:cxn modelId="{81182B8D-750A-46B7-B2DD-A11E9FC7A19A}" srcId="{EDEF680E-41C0-4BF5-94A5-39AA1E196D5A}" destId="{68E08362-62A2-49DF-A1CE-92C28338E6DF}" srcOrd="0" destOrd="0" parTransId="{1FD97736-F73C-4F8D-A012-106CDB7E8EF2}" sibTransId="{4C85A429-C02C-4D91-A866-420CFFAAA9B5}"/>
    <dgm:cxn modelId="{67857A9B-1D39-44A1-A054-74D615BD0875}" type="presOf" srcId="{EDEF680E-41C0-4BF5-94A5-39AA1E196D5A}" destId="{EBB6B8F2-D0D4-4565-960D-FDFDFA290291}" srcOrd="0" destOrd="0" presId="urn:microsoft.com/office/officeart/2005/8/layout/hList1"/>
    <dgm:cxn modelId="{9B5D30BD-DC4B-4BB5-A462-68A0B6562457}" srcId="{FBE36DF3-AD55-43A4-88DC-3F851B206C6D}" destId="{DA7B0039-CC63-40C7-952E-48715C874E51}" srcOrd="0" destOrd="0" parTransId="{6D51E535-DB4B-4E8B-8C73-15A8B016DF17}" sibTransId="{0358198A-6915-4A14-829F-FBFC8C788034}"/>
    <dgm:cxn modelId="{4EDAB8C3-53CE-4FBD-9F8C-937D76E28BFB}" srcId="{68E08362-62A2-49DF-A1CE-92C28338E6DF}" destId="{F5AE1EED-E017-43F1-A459-60CE1B0CE4DB}" srcOrd="0" destOrd="0" parTransId="{A5B3168C-03B1-47E7-A1D8-E64564687C8A}" sibTransId="{D5528BD6-AD4B-4741-97B7-CAB223710F52}"/>
    <dgm:cxn modelId="{279320D5-F71E-4076-81A1-E94EB326C199}" type="presOf" srcId="{F5AE1EED-E017-43F1-A459-60CE1B0CE4DB}" destId="{00035982-A7CD-4743-87BC-D9CAC88FD990}" srcOrd="0" destOrd="0" presId="urn:microsoft.com/office/officeart/2005/8/layout/hList1"/>
    <dgm:cxn modelId="{25720CCD-4709-4AD5-A5F3-74E4579960A2}" type="presParOf" srcId="{EBB6B8F2-D0D4-4565-960D-FDFDFA290291}" destId="{843151AB-3A6F-4057-B43A-F2D4161AD527}" srcOrd="0" destOrd="0" presId="urn:microsoft.com/office/officeart/2005/8/layout/hList1"/>
    <dgm:cxn modelId="{095918DA-6F3A-4AC0-895D-64BA2D80767B}" type="presParOf" srcId="{843151AB-3A6F-4057-B43A-F2D4161AD527}" destId="{75FF4DEC-0B81-4E3E-883C-2378FA9A202A}" srcOrd="0" destOrd="0" presId="urn:microsoft.com/office/officeart/2005/8/layout/hList1"/>
    <dgm:cxn modelId="{19398437-1F9B-4FF4-8308-AE4A69E7F5DF}" type="presParOf" srcId="{843151AB-3A6F-4057-B43A-F2D4161AD527}" destId="{00035982-A7CD-4743-87BC-D9CAC88FD990}" srcOrd="1" destOrd="0" presId="urn:microsoft.com/office/officeart/2005/8/layout/hList1"/>
    <dgm:cxn modelId="{222E2D4E-71A7-4FE7-8750-79582B2EDE26}" type="presParOf" srcId="{EBB6B8F2-D0D4-4565-960D-FDFDFA290291}" destId="{95E52EDF-DCD7-4FB3-A494-8C402D7A2503}" srcOrd="1" destOrd="0" presId="urn:microsoft.com/office/officeart/2005/8/layout/hList1"/>
    <dgm:cxn modelId="{DFB77B87-B6F2-4C3E-8D45-81CCDCAA66BF}" type="presParOf" srcId="{EBB6B8F2-D0D4-4565-960D-FDFDFA290291}" destId="{188E9600-1196-4860-96A1-2A20A30A26F3}" srcOrd="2" destOrd="0" presId="urn:microsoft.com/office/officeart/2005/8/layout/hList1"/>
    <dgm:cxn modelId="{E03866E2-B2EA-447C-BDC8-DBD129A5B437}" type="presParOf" srcId="{188E9600-1196-4860-96A1-2A20A30A26F3}" destId="{EADBE583-F219-4DDE-A329-E0F0F9C8F0C4}" srcOrd="0" destOrd="0" presId="urn:microsoft.com/office/officeart/2005/8/layout/hList1"/>
    <dgm:cxn modelId="{65D0E674-3A53-4F2A-BD99-C751BEBFE565}" type="presParOf" srcId="{188E9600-1196-4860-96A1-2A20A30A26F3}" destId="{FD04DFEF-3411-4F28-BEFA-2C3EE92F963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B84A80-B245-4FB7-9C28-A3900F018F40}" type="doc">
      <dgm:prSet loTypeId="urn:microsoft.com/office/officeart/2005/8/layout/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CA"/>
        </a:p>
      </dgm:t>
    </dgm:pt>
    <dgm:pt modelId="{4891AEC9-55FA-456C-BD33-FD1B63E0C8DC}">
      <dgm:prSet/>
      <dgm:spPr/>
      <dgm:t>
        <a:bodyPr/>
        <a:lstStyle/>
        <a:p>
          <a:r>
            <a:rPr lang="fr-CA" dirty="0"/>
            <a:t>Cache ARP</a:t>
          </a:r>
          <a:endParaRPr lang="en-CA" dirty="0"/>
        </a:p>
      </dgm:t>
    </dgm:pt>
    <dgm:pt modelId="{0F124E95-5959-4C79-908B-0CE2CDAF4B49}" type="parTrans" cxnId="{DAD7A89B-F2BE-43E5-A023-0855A0578718}">
      <dgm:prSet/>
      <dgm:spPr/>
      <dgm:t>
        <a:bodyPr/>
        <a:lstStyle/>
        <a:p>
          <a:endParaRPr lang="en-CA"/>
        </a:p>
      </dgm:t>
    </dgm:pt>
    <dgm:pt modelId="{80876920-16AD-4A10-8218-6330C7937AA4}" type="sibTrans" cxnId="{DAD7A89B-F2BE-43E5-A023-0855A0578718}">
      <dgm:prSet/>
      <dgm:spPr/>
      <dgm:t>
        <a:bodyPr/>
        <a:lstStyle/>
        <a:p>
          <a:endParaRPr lang="en-CA"/>
        </a:p>
      </dgm:t>
    </dgm:pt>
    <dgm:pt modelId="{96DF61BD-CFF0-4335-9096-DBD00785EA49}">
      <dgm:prSet/>
      <dgm:spPr/>
      <dgm:t>
        <a:bodyPr/>
        <a:lstStyle/>
        <a:p>
          <a:r>
            <a:rPr lang="en-CA"/>
            <a:t>Table ARP local accessible avec:</a:t>
          </a:r>
        </a:p>
      </dgm:t>
    </dgm:pt>
    <dgm:pt modelId="{2A377B1A-20C6-4BE2-ADDF-87A4D24BC867}" type="parTrans" cxnId="{AD7717D9-FE77-4284-A911-CC5B13D95AAA}">
      <dgm:prSet/>
      <dgm:spPr/>
      <dgm:t>
        <a:bodyPr/>
        <a:lstStyle/>
        <a:p>
          <a:endParaRPr lang="en-CA"/>
        </a:p>
      </dgm:t>
    </dgm:pt>
    <dgm:pt modelId="{C047B223-41B8-460E-A8A5-0932DFD91C41}" type="sibTrans" cxnId="{AD7717D9-FE77-4284-A911-CC5B13D95AAA}">
      <dgm:prSet/>
      <dgm:spPr/>
      <dgm:t>
        <a:bodyPr/>
        <a:lstStyle/>
        <a:p>
          <a:endParaRPr lang="en-CA"/>
        </a:p>
      </dgm:t>
    </dgm:pt>
    <dgm:pt modelId="{6501AD70-22EA-4ACF-A633-3866949033A2}">
      <dgm:prSet/>
      <dgm:spPr/>
      <dgm:t>
        <a:bodyPr/>
        <a:lstStyle/>
        <a:p>
          <a:r>
            <a:rPr lang="en-CA"/>
            <a:t>arp –a</a:t>
          </a:r>
        </a:p>
      </dgm:t>
    </dgm:pt>
    <dgm:pt modelId="{227756C4-E1A7-4DD8-A0D7-B7E9C480D59D}" type="parTrans" cxnId="{0638097F-32CB-41FF-8867-70BBD80DED7E}">
      <dgm:prSet/>
      <dgm:spPr/>
      <dgm:t>
        <a:bodyPr/>
        <a:lstStyle/>
        <a:p>
          <a:endParaRPr lang="en-CA"/>
        </a:p>
      </dgm:t>
    </dgm:pt>
    <dgm:pt modelId="{331A6BF0-5ACB-49E2-B97D-E5829E66C3DC}" type="sibTrans" cxnId="{0638097F-32CB-41FF-8867-70BBD80DED7E}">
      <dgm:prSet/>
      <dgm:spPr/>
      <dgm:t>
        <a:bodyPr/>
        <a:lstStyle/>
        <a:p>
          <a:endParaRPr lang="en-CA"/>
        </a:p>
      </dgm:t>
    </dgm:pt>
    <dgm:pt modelId="{7FC03797-24A2-4C38-BE0F-4C879F2E04D5}">
      <dgm:prSet/>
      <dgm:spPr/>
      <dgm:t>
        <a:bodyPr/>
        <a:lstStyle/>
        <a:p>
          <a:r>
            <a:rPr lang="en-CA"/>
            <a:t>ip neigh show</a:t>
          </a:r>
        </a:p>
      </dgm:t>
    </dgm:pt>
    <dgm:pt modelId="{2F5AE969-CFF6-4ED7-8FAF-654133B310A9}" type="parTrans" cxnId="{0D3C6B37-645D-49AD-83FD-10247C88DB14}">
      <dgm:prSet/>
      <dgm:spPr/>
      <dgm:t>
        <a:bodyPr/>
        <a:lstStyle/>
        <a:p>
          <a:endParaRPr lang="en-CA"/>
        </a:p>
      </dgm:t>
    </dgm:pt>
    <dgm:pt modelId="{CF096B14-E667-432C-A747-3550ED7F3122}" type="sibTrans" cxnId="{0D3C6B37-645D-49AD-83FD-10247C88DB14}">
      <dgm:prSet/>
      <dgm:spPr/>
      <dgm:t>
        <a:bodyPr/>
        <a:lstStyle/>
        <a:p>
          <a:endParaRPr lang="en-CA"/>
        </a:p>
      </dgm:t>
    </dgm:pt>
    <dgm:pt modelId="{92BB59E1-4FEA-49CE-BDE8-34947019D9AF}">
      <dgm:prSet/>
      <dgm:spPr/>
      <dgm:t>
        <a:bodyPr/>
        <a:lstStyle/>
        <a:p>
          <a:r>
            <a:rPr lang="fr-CA" dirty="0"/>
            <a:t>Associe IP à MAC (</a:t>
          </a:r>
          <a:r>
            <a:rPr lang="en-CA" dirty="0"/>
            <a:t>Media Access Control</a:t>
          </a:r>
          <a:r>
            <a:rPr lang="fr-CA" dirty="0"/>
            <a:t>)</a:t>
          </a:r>
          <a:endParaRPr lang="en-CA" dirty="0"/>
        </a:p>
      </dgm:t>
    </dgm:pt>
    <dgm:pt modelId="{D14CA0D4-10BE-478B-8B42-54182D7E007E}" type="parTrans" cxnId="{5BF53EA9-A85E-46A1-9756-1822E17C1CA7}">
      <dgm:prSet/>
      <dgm:spPr/>
    </dgm:pt>
    <dgm:pt modelId="{48D2879F-A2FB-498E-A4B0-61D4BCEF6750}" type="sibTrans" cxnId="{5BF53EA9-A85E-46A1-9756-1822E17C1CA7}">
      <dgm:prSet/>
      <dgm:spPr/>
    </dgm:pt>
    <dgm:pt modelId="{B6E98A2F-9BC6-4959-ABF8-AF9F73C15D19}">
      <dgm:prSet/>
      <dgm:spPr/>
      <dgm:t>
        <a:bodyPr/>
        <a:lstStyle/>
        <a:p>
          <a:r>
            <a:rPr lang="en-CA" dirty="0"/>
            <a:t>Address Resolution Protocol</a:t>
          </a:r>
        </a:p>
      </dgm:t>
    </dgm:pt>
    <dgm:pt modelId="{F796E297-3440-466F-B898-BF7F8E06233D}" type="parTrans" cxnId="{3AF82CA0-2B1C-42A5-A8E7-264704A6E7AB}">
      <dgm:prSet/>
      <dgm:spPr/>
    </dgm:pt>
    <dgm:pt modelId="{7383A450-A92C-4B85-A755-C002E45DB456}" type="sibTrans" cxnId="{3AF82CA0-2B1C-42A5-A8E7-264704A6E7AB}">
      <dgm:prSet/>
      <dgm:spPr/>
    </dgm:pt>
    <dgm:pt modelId="{F3A8D6D9-0478-4F43-AE6B-2D335ECD2401}" type="pres">
      <dgm:prSet presAssocID="{F0B84A80-B245-4FB7-9C28-A3900F018F40}" presName="linear" presStyleCnt="0">
        <dgm:presLayoutVars>
          <dgm:dir/>
          <dgm:animLvl val="lvl"/>
          <dgm:resizeHandles val="exact"/>
        </dgm:presLayoutVars>
      </dgm:prSet>
      <dgm:spPr/>
    </dgm:pt>
    <dgm:pt modelId="{3E5D52F3-AAF0-4419-BCD5-5C562D6D06A7}" type="pres">
      <dgm:prSet presAssocID="{4891AEC9-55FA-456C-BD33-FD1B63E0C8DC}" presName="parentLin" presStyleCnt="0"/>
      <dgm:spPr/>
    </dgm:pt>
    <dgm:pt modelId="{D7C850C7-0A4A-46BD-BD1B-8451B5E4AB5F}" type="pres">
      <dgm:prSet presAssocID="{4891AEC9-55FA-456C-BD33-FD1B63E0C8DC}" presName="parentLeftMargin" presStyleLbl="node1" presStyleIdx="0" presStyleCnt="2"/>
      <dgm:spPr/>
    </dgm:pt>
    <dgm:pt modelId="{E77BF91B-75C0-42AC-93AD-FC8E52FF6AB8}" type="pres">
      <dgm:prSet presAssocID="{4891AEC9-55FA-456C-BD33-FD1B63E0C8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FE7FCC4-098B-4C82-A4A6-B9D71B58BE5B}" type="pres">
      <dgm:prSet presAssocID="{4891AEC9-55FA-456C-BD33-FD1B63E0C8DC}" presName="negativeSpace" presStyleCnt="0"/>
      <dgm:spPr/>
    </dgm:pt>
    <dgm:pt modelId="{CC7F1439-C938-403E-AF2A-992FF3D84F6D}" type="pres">
      <dgm:prSet presAssocID="{4891AEC9-55FA-456C-BD33-FD1B63E0C8DC}" presName="childText" presStyleLbl="conFgAcc1" presStyleIdx="0" presStyleCnt="2">
        <dgm:presLayoutVars>
          <dgm:bulletEnabled val="1"/>
        </dgm:presLayoutVars>
      </dgm:prSet>
      <dgm:spPr/>
    </dgm:pt>
    <dgm:pt modelId="{DBA11D5C-1A22-491E-A827-AAC483E17FC2}" type="pres">
      <dgm:prSet presAssocID="{80876920-16AD-4A10-8218-6330C7937AA4}" presName="spaceBetweenRectangles" presStyleCnt="0"/>
      <dgm:spPr/>
    </dgm:pt>
    <dgm:pt modelId="{8E4EF522-2BA3-4E46-9391-864FFDFD5808}" type="pres">
      <dgm:prSet presAssocID="{96DF61BD-CFF0-4335-9096-DBD00785EA49}" presName="parentLin" presStyleCnt="0"/>
      <dgm:spPr/>
    </dgm:pt>
    <dgm:pt modelId="{80B13947-F9D9-42EA-ADEE-21C775E8D60C}" type="pres">
      <dgm:prSet presAssocID="{96DF61BD-CFF0-4335-9096-DBD00785EA49}" presName="parentLeftMargin" presStyleLbl="node1" presStyleIdx="0" presStyleCnt="2"/>
      <dgm:spPr/>
    </dgm:pt>
    <dgm:pt modelId="{189A398D-58A3-43D3-8F52-3E5CCA9C6031}" type="pres">
      <dgm:prSet presAssocID="{96DF61BD-CFF0-4335-9096-DBD00785EA4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3D30756-8354-4F8E-849C-FF0D5161A127}" type="pres">
      <dgm:prSet presAssocID="{96DF61BD-CFF0-4335-9096-DBD00785EA49}" presName="negativeSpace" presStyleCnt="0"/>
      <dgm:spPr/>
    </dgm:pt>
    <dgm:pt modelId="{BB455837-07F0-4F91-9BA2-C8B182E1AB01}" type="pres">
      <dgm:prSet presAssocID="{96DF61BD-CFF0-4335-9096-DBD00785EA4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AE7521A-1E0E-4E92-A355-2FB60187482D}" type="presOf" srcId="{96DF61BD-CFF0-4335-9096-DBD00785EA49}" destId="{80B13947-F9D9-42EA-ADEE-21C775E8D60C}" srcOrd="0" destOrd="0" presId="urn:microsoft.com/office/officeart/2005/8/layout/list1"/>
    <dgm:cxn modelId="{0D3C6B37-645D-49AD-83FD-10247C88DB14}" srcId="{96DF61BD-CFF0-4335-9096-DBD00785EA49}" destId="{7FC03797-24A2-4C38-BE0F-4C879F2E04D5}" srcOrd="1" destOrd="0" parTransId="{2F5AE969-CFF6-4ED7-8FAF-654133B310A9}" sibTransId="{CF096B14-E667-432C-A747-3550ED7F3122}"/>
    <dgm:cxn modelId="{B951003C-29C4-4C40-8DA4-80D49259F661}" type="presOf" srcId="{B6E98A2F-9BC6-4959-ABF8-AF9F73C15D19}" destId="{CC7F1439-C938-403E-AF2A-992FF3D84F6D}" srcOrd="0" destOrd="0" presId="urn:microsoft.com/office/officeart/2005/8/layout/list1"/>
    <dgm:cxn modelId="{BAEE3B4D-91F2-4215-9E92-611622BBCD13}" type="presOf" srcId="{6501AD70-22EA-4ACF-A633-3866949033A2}" destId="{BB455837-07F0-4F91-9BA2-C8B182E1AB01}" srcOrd="0" destOrd="0" presId="urn:microsoft.com/office/officeart/2005/8/layout/list1"/>
    <dgm:cxn modelId="{30362975-7F21-404C-BFB1-53286255E02B}" type="presOf" srcId="{F0B84A80-B245-4FB7-9C28-A3900F018F40}" destId="{F3A8D6D9-0478-4F43-AE6B-2D335ECD2401}" srcOrd="0" destOrd="0" presId="urn:microsoft.com/office/officeart/2005/8/layout/list1"/>
    <dgm:cxn modelId="{0638097F-32CB-41FF-8867-70BBD80DED7E}" srcId="{96DF61BD-CFF0-4335-9096-DBD00785EA49}" destId="{6501AD70-22EA-4ACF-A633-3866949033A2}" srcOrd="0" destOrd="0" parTransId="{227756C4-E1A7-4DD8-A0D7-B7E9C480D59D}" sibTransId="{331A6BF0-5ACB-49E2-B97D-E5829E66C3DC}"/>
    <dgm:cxn modelId="{DAD7A89B-F2BE-43E5-A023-0855A0578718}" srcId="{F0B84A80-B245-4FB7-9C28-A3900F018F40}" destId="{4891AEC9-55FA-456C-BD33-FD1B63E0C8DC}" srcOrd="0" destOrd="0" parTransId="{0F124E95-5959-4C79-908B-0CE2CDAF4B49}" sibTransId="{80876920-16AD-4A10-8218-6330C7937AA4}"/>
    <dgm:cxn modelId="{3AF82CA0-2B1C-42A5-A8E7-264704A6E7AB}" srcId="{4891AEC9-55FA-456C-BD33-FD1B63E0C8DC}" destId="{B6E98A2F-9BC6-4959-ABF8-AF9F73C15D19}" srcOrd="0" destOrd="0" parTransId="{F796E297-3440-466F-B898-BF7F8E06233D}" sibTransId="{7383A450-A92C-4B85-A755-C002E45DB456}"/>
    <dgm:cxn modelId="{5BF53EA9-A85E-46A1-9756-1822E17C1CA7}" srcId="{4891AEC9-55FA-456C-BD33-FD1B63E0C8DC}" destId="{92BB59E1-4FEA-49CE-BDE8-34947019D9AF}" srcOrd="1" destOrd="0" parTransId="{D14CA0D4-10BE-478B-8B42-54182D7E007E}" sibTransId="{48D2879F-A2FB-498E-A4B0-61D4BCEF6750}"/>
    <dgm:cxn modelId="{AE1D2BBB-628E-4FE6-999F-D0A2867F9426}" type="presOf" srcId="{7FC03797-24A2-4C38-BE0F-4C879F2E04D5}" destId="{BB455837-07F0-4F91-9BA2-C8B182E1AB01}" srcOrd="0" destOrd="1" presId="urn:microsoft.com/office/officeart/2005/8/layout/list1"/>
    <dgm:cxn modelId="{DB5467BF-F75E-4EA5-83B9-CE8A1C3EF7AE}" type="presOf" srcId="{96DF61BD-CFF0-4335-9096-DBD00785EA49}" destId="{189A398D-58A3-43D3-8F52-3E5CCA9C6031}" srcOrd="1" destOrd="0" presId="urn:microsoft.com/office/officeart/2005/8/layout/list1"/>
    <dgm:cxn modelId="{7603CED3-CC10-4282-B00E-EFCBF52B55CB}" type="presOf" srcId="{4891AEC9-55FA-456C-BD33-FD1B63E0C8DC}" destId="{D7C850C7-0A4A-46BD-BD1B-8451B5E4AB5F}" srcOrd="0" destOrd="0" presId="urn:microsoft.com/office/officeart/2005/8/layout/list1"/>
    <dgm:cxn modelId="{AD7717D9-FE77-4284-A911-CC5B13D95AAA}" srcId="{F0B84A80-B245-4FB7-9C28-A3900F018F40}" destId="{96DF61BD-CFF0-4335-9096-DBD00785EA49}" srcOrd="1" destOrd="0" parTransId="{2A377B1A-20C6-4BE2-ADDF-87A4D24BC867}" sibTransId="{C047B223-41B8-460E-A8A5-0932DFD91C41}"/>
    <dgm:cxn modelId="{A6D991F6-766F-4EE3-B9E0-E16F74932A9C}" type="presOf" srcId="{4891AEC9-55FA-456C-BD33-FD1B63E0C8DC}" destId="{E77BF91B-75C0-42AC-93AD-FC8E52FF6AB8}" srcOrd="1" destOrd="0" presId="urn:microsoft.com/office/officeart/2005/8/layout/list1"/>
    <dgm:cxn modelId="{87FE38FE-4E03-455E-A746-C8CBC31153BC}" type="presOf" srcId="{92BB59E1-4FEA-49CE-BDE8-34947019D9AF}" destId="{CC7F1439-C938-403E-AF2A-992FF3D84F6D}" srcOrd="0" destOrd="1" presId="urn:microsoft.com/office/officeart/2005/8/layout/list1"/>
    <dgm:cxn modelId="{4F82F234-7258-42B2-B350-DA94CC73CBFB}" type="presParOf" srcId="{F3A8D6D9-0478-4F43-AE6B-2D335ECD2401}" destId="{3E5D52F3-AAF0-4419-BCD5-5C562D6D06A7}" srcOrd="0" destOrd="0" presId="urn:microsoft.com/office/officeart/2005/8/layout/list1"/>
    <dgm:cxn modelId="{B773DCB7-360D-4362-83FE-C9BBF7E17C68}" type="presParOf" srcId="{3E5D52F3-AAF0-4419-BCD5-5C562D6D06A7}" destId="{D7C850C7-0A4A-46BD-BD1B-8451B5E4AB5F}" srcOrd="0" destOrd="0" presId="urn:microsoft.com/office/officeart/2005/8/layout/list1"/>
    <dgm:cxn modelId="{2E1B1B3D-E941-482A-8567-180801063A4D}" type="presParOf" srcId="{3E5D52F3-AAF0-4419-BCD5-5C562D6D06A7}" destId="{E77BF91B-75C0-42AC-93AD-FC8E52FF6AB8}" srcOrd="1" destOrd="0" presId="urn:microsoft.com/office/officeart/2005/8/layout/list1"/>
    <dgm:cxn modelId="{7D406A13-43A2-4E9C-B3E1-5BCEF7455A48}" type="presParOf" srcId="{F3A8D6D9-0478-4F43-AE6B-2D335ECD2401}" destId="{0FE7FCC4-098B-4C82-A4A6-B9D71B58BE5B}" srcOrd="1" destOrd="0" presId="urn:microsoft.com/office/officeart/2005/8/layout/list1"/>
    <dgm:cxn modelId="{CFFF6DDE-34D8-4F33-ADEA-46266703E25B}" type="presParOf" srcId="{F3A8D6D9-0478-4F43-AE6B-2D335ECD2401}" destId="{CC7F1439-C938-403E-AF2A-992FF3D84F6D}" srcOrd="2" destOrd="0" presId="urn:microsoft.com/office/officeart/2005/8/layout/list1"/>
    <dgm:cxn modelId="{32B35E23-7957-4B8D-BF3D-47827D5B1DC0}" type="presParOf" srcId="{F3A8D6D9-0478-4F43-AE6B-2D335ECD2401}" destId="{DBA11D5C-1A22-491E-A827-AAC483E17FC2}" srcOrd="3" destOrd="0" presId="urn:microsoft.com/office/officeart/2005/8/layout/list1"/>
    <dgm:cxn modelId="{745CA100-FABD-4AAE-9468-1F1671C86C6C}" type="presParOf" srcId="{F3A8D6D9-0478-4F43-AE6B-2D335ECD2401}" destId="{8E4EF522-2BA3-4E46-9391-864FFDFD5808}" srcOrd="4" destOrd="0" presId="urn:microsoft.com/office/officeart/2005/8/layout/list1"/>
    <dgm:cxn modelId="{70F4ECED-452E-48ED-A32B-BA0B65CA9BE7}" type="presParOf" srcId="{8E4EF522-2BA3-4E46-9391-864FFDFD5808}" destId="{80B13947-F9D9-42EA-ADEE-21C775E8D60C}" srcOrd="0" destOrd="0" presId="urn:microsoft.com/office/officeart/2005/8/layout/list1"/>
    <dgm:cxn modelId="{AD1A8A34-2BC2-47A1-B902-5C596F6E135A}" type="presParOf" srcId="{8E4EF522-2BA3-4E46-9391-864FFDFD5808}" destId="{189A398D-58A3-43D3-8F52-3E5CCA9C6031}" srcOrd="1" destOrd="0" presId="urn:microsoft.com/office/officeart/2005/8/layout/list1"/>
    <dgm:cxn modelId="{E6A50CCB-44CC-414F-B4AE-5D36E770FEA0}" type="presParOf" srcId="{F3A8D6D9-0478-4F43-AE6B-2D335ECD2401}" destId="{03D30756-8354-4F8E-849C-FF0D5161A127}" srcOrd="5" destOrd="0" presId="urn:microsoft.com/office/officeart/2005/8/layout/list1"/>
    <dgm:cxn modelId="{2CBF7D48-4753-4570-8170-8D5DF9312023}" type="presParOf" srcId="{F3A8D6D9-0478-4F43-AE6B-2D335ECD2401}" destId="{BB455837-07F0-4F91-9BA2-C8B182E1AB0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602AB8-0C0F-4DC1-AA7B-E159098F6318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CA"/>
        </a:p>
      </dgm:t>
    </dgm:pt>
    <dgm:pt modelId="{9C243B44-ADA9-44CD-BC0A-D5C67804D478}">
      <dgm:prSet custT="1"/>
      <dgm:spPr/>
      <dgm:t>
        <a:bodyPr/>
        <a:lstStyle/>
        <a:p>
          <a:r>
            <a:rPr lang="en-CA" sz="2000" b="1" dirty="0" err="1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inet</a:t>
          </a:r>
          <a:r>
            <a:rPr lang="en-CA" sz="2000" b="1" dirty="0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 192.168.0.42/24 </a:t>
          </a:r>
          <a:r>
            <a:rPr lang="en-CA" sz="2000" b="1" dirty="0" err="1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brd</a:t>
          </a:r>
          <a:r>
            <a:rPr lang="en-CA" sz="2000" b="1" dirty="0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 192.168.0.255 scope global dynamic eth0</a:t>
          </a:r>
        </a:p>
      </dgm:t>
    </dgm:pt>
    <dgm:pt modelId="{61183A37-0C0D-4B37-9B77-3F4DD1CC90EC}" type="parTrans" cxnId="{66ED5727-7CE5-4C37-ABB2-7AA34D0B675F}">
      <dgm:prSet/>
      <dgm:spPr/>
      <dgm:t>
        <a:bodyPr/>
        <a:lstStyle/>
        <a:p>
          <a:endParaRPr lang="en-CA"/>
        </a:p>
      </dgm:t>
    </dgm:pt>
    <dgm:pt modelId="{BA9BAA9C-5D1F-4539-866C-E2A93CABF72F}" type="sibTrans" cxnId="{66ED5727-7CE5-4C37-ABB2-7AA34D0B675F}">
      <dgm:prSet/>
      <dgm:spPr/>
      <dgm:t>
        <a:bodyPr/>
        <a:lstStyle/>
        <a:p>
          <a:endParaRPr lang="en-CA"/>
        </a:p>
      </dgm:t>
    </dgm:pt>
    <dgm:pt modelId="{05A2D722-122F-41CE-9F36-4DD3C523DCDE}">
      <dgm:prSet/>
      <dgm:spPr/>
      <dgm:t>
        <a:bodyPr/>
        <a:lstStyle/>
        <a:p>
          <a:r>
            <a:rPr lang="en-CA" dirty="0"/>
            <a:t>Adresse IP</a:t>
          </a:r>
        </a:p>
      </dgm:t>
    </dgm:pt>
    <dgm:pt modelId="{8B6E1975-E87C-4CE3-A4B3-812B480FFC87}" type="parTrans" cxnId="{0C4392CC-E170-4E57-B1D9-0AD4274FCB00}">
      <dgm:prSet/>
      <dgm:spPr/>
      <dgm:t>
        <a:bodyPr/>
        <a:lstStyle/>
        <a:p>
          <a:endParaRPr lang="en-CA"/>
        </a:p>
      </dgm:t>
    </dgm:pt>
    <dgm:pt modelId="{A69A5102-BEEC-4184-9209-9E6EB257506B}" type="sibTrans" cxnId="{0C4392CC-E170-4E57-B1D9-0AD4274FCB00}">
      <dgm:prSet/>
      <dgm:spPr/>
      <dgm:t>
        <a:bodyPr/>
        <a:lstStyle/>
        <a:p>
          <a:endParaRPr lang="en-CA"/>
        </a:p>
      </dgm:t>
    </dgm:pt>
    <dgm:pt modelId="{82B6C8AF-B276-44DB-91DE-032CA28ABCAC}">
      <dgm:prSet/>
      <dgm:spPr/>
      <dgm:t>
        <a:bodyPr/>
        <a:lstStyle/>
        <a:p>
          <a:r>
            <a:rPr lang="en-CA" dirty="0"/>
            <a:t>Mask Subnet</a:t>
          </a:r>
        </a:p>
      </dgm:t>
    </dgm:pt>
    <dgm:pt modelId="{51B802C4-73B9-4A63-AD92-7E2847BCCDEB}" type="parTrans" cxnId="{3A5EF94F-E230-4C27-9295-365BD4DBC4C1}">
      <dgm:prSet/>
      <dgm:spPr/>
      <dgm:t>
        <a:bodyPr/>
        <a:lstStyle/>
        <a:p>
          <a:endParaRPr lang="en-CA"/>
        </a:p>
      </dgm:t>
    </dgm:pt>
    <dgm:pt modelId="{8B9B31E0-A01B-4958-9EA2-AC55ABF5C70C}" type="sibTrans" cxnId="{3A5EF94F-E230-4C27-9295-365BD4DBC4C1}">
      <dgm:prSet/>
      <dgm:spPr/>
      <dgm:t>
        <a:bodyPr/>
        <a:lstStyle/>
        <a:p>
          <a:endParaRPr lang="en-CA"/>
        </a:p>
      </dgm:t>
    </dgm:pt>
    <dgm:pt modelId="{66B52E83-4962-4912-A4AA-F37411EC17EA}">
      <dgm:prSet/>
      <dgm:spPr/>
      <dgm:t>
        <a:bodyPr/>
        <a:lstStyle/>
        <a:p>
          <a:r>
            <a:rPr lang="en-CA" dirty="0"/>
            <a:t>Nombre de bit pour </a:t>
          </a:r>
          <a:r>
            <a:rPr lang="en-CA" dirty="0" err="1"/>
            <a:t>l’ip</a:t>
          </a:r>
          <a:r>
            <a:rPr lang="en-CA" dirty="0"/>
            <a:t> du réseau (ex: 255.255.255.0)</a:t>
          </a:r>
        </a:p>
      </dgm:t>
    </dgm:pt>
    <dgm:pt modelId="{0E347C88-DDF7-4BFA-8D34-A53B1644DC9B}" type="parTrans" cxnId="{9948D6ED-74D2-47E5-9ED1-D9BC6F997CA7}">
      <dgm:prSet/>
      <dgm:spPr/>
      <dgm:t>
        <a:bodyPr/>
        <a:lstStyle/>
        <a:p>
          <a:endParaRPr lang="en-CA"/>
        </a:p>
      </dgm:t>
    </dgm:pt>
    <dgm:pt modelId="{F9436C15-40DA-4531-BBAD-FD3BB0BA2806}" type="sibTrans" cxnId="{9948D6ED-74D2-47E5-9ED1-D9BC6F997CA7}">
      <dgm:prSet/>
      <dgm:spPr/>
      <dgm:t>
        <a:bodyPr/>
        <a:lstStyle/>
        <a:p>
          <a:endParaRPr lang="en-CA"/>
        </a:p>
      </dgm:t>
    </dgm:pt>
    <dgm:pt modelId="{DF1D0388-1408-4FBE-95B3-BE2CC1F9AF81}">
      <dgm:prSet/>
      <dgm:spPr/>
      <dgm:t>
        <a:bodyPr/>
        <a:lstStyle/>
        <a:p>
          <a:r>
            <a:rPr lang="en-CA" dirty="0"/>
            <a:t>0-255 (8bits)</a:t>
          </a:r>
        </a:p>
      </dgm:t>
    </dgm:pt>
    <dgm:pt modelId="{96B6893B-FE38-40F5-A6ED-F26C33E7853C}" type="parTrans" cxnId="{61BECE98-37FF-420B-B1DF-ADC24E0ABB4E}">
      <dgm:prSet/>
      <dgm:spPr/>
      <dgm:t>
        <a:bodyPr/>
        <a:lstStyle/>
        <a:p>
          <a:endParaRPr lang="en-CA"/>
        </a:p>
      </dgm:t>
    </dgm:pt>
    <dgm:pt modelId="{D2BD4D9D-AA30-461B-AEF7-18D5F0967992}" type="sibTrans" cxnId="{61BECE98-37FF-420B-B1DF-ADC24E0ABB4E}">
      <dgm:prSet/>
      <dgm:spPr/>
      <dgm:t>
        <a:bodyPr/>
        <a:lstStyle/>
        <a:p>
          <a:endParaRPr lang="en-CA"/>
        </a:p>
      </dgm:t>
    </dgm:pt>
    <dgm:pt modelId="{FDE19F3B-6FDE-46A4-8BCD-5510058332CE}">
      <dgm:prSet/>
      <dgm:spPr/>
      <dgm:t>
        <a:bodyPr/>
        <a:lstStyle/>
        <a:p>
          <a:r>
            <a:rPr lang="en-CA"/>
            <a:t>192.168.0.42</a:t>
          </a:r>
          <a:endParaRPr lang="en-CA" dirty="0"/>
        </a:p>
      </dgm:t>
    </dgm:pt>
    <dgm:pt modelId="{9CDC1DB6-D5BB-41F7-82E8-FAD69F035959}" type="parTrans" cxnId="{D2E869DA-9315-4CB8-B33A-381B430FEF5F}">
      <dgm:prSet/>
      <dgm:spPr/>
      <dgm:t>
        <a:bodyPr/>
        <a:lstStyle/>
        <a:p>
          <a:endParaRPr lang="en-CA"/>
        </a:p>
      </dgm:t>
    </dgm:pt>
    <dgm:pt modelId="{B2F74E97-C8ED-4BC5-8CE1-F97D2B91E765}" type="sibTrans" cxnId="{D2E869DA-9315-4CB8-B33A-381B430FEF5F}">
      <dgm:prSet/>
      <dgm:spPr/>
      <dgm:t>
        <a:bodyPr/>
        <a:lstStyle/>
        <a:p>
          <a:endParaRPr lang="en-CA"/>
        </a:p>
      </dgm:t>
    </dgm:pt>
    <dgm:pt modelId="{3765DC93-F22E-46EB-BA71-43058071A2E4}">
      <dgm:prSet/>
      <dgm:spPr/>
      <dgm:t>
        <a:bodyPr/>
        <a:lstStyle/>
        <a:p>
          <a:r>
            <a:rPr lang="en-CA"/>
            <a:t>/</a:t>
          </a:r>
          <a:r>
            <a:rPr lang="en-CA" dirty="0"/>
            <a:t>24</a:t>
          </a:r>
        </a:p>
      </dgm:t>
    </dgm:pt>
    <dgm:pt modelId="{92D0C31B-5DB9-492B-A377-408D0AAACD05}" type="parTrans" cxnId="{DAEE74D2-85EA-4BEC-9256-0508D303CE01}">
      <dgm:prSet/>
      <dgm:spPr/>
      <dgm:t>
        <a:bodyPr/>
        <a:lstStyle/>
        <a:p>
          <a:endParaRPr lang="en-CA"/>
        </a:p>
      </dgm:t>
    </dgm:pt>
    <dgm:pt modelId="{CECFFFC4-9531-4CBD-A266-DCCC9F12B84E}" type="sibTrans" cxnId="{DAEE74D2-85EA-4BEC-9256-0508D303CE01}">
      <dgm:prSet/>
      <dgm:spPr/>
      <dgm:t>
        <a:bodyPr/>
        <a:lstStyle/>
        <a:p>
          <a:endParaRPr lang="en-CA"/>
        </a:p>
      </dgm:t>
    </dgm:pt>
    <dgm:pt modelId="{BF100B58-4207-42EF-A5CA-7F66B78713EC}" type="pres">
      <dgm:prSet presAssocID="{60602AB8-0C0F-4DC1-AA7B-E159098F6318}" presName="linear" presStyleCnt="0">
        <dgm:presLayoutVars>
          <dgm:animLvl val="lvl"/>
          <dgm:resizeHandles val="exact"/>
        </dgm:presLayoutVars>
      </dgm:prSet>
      <dgm:spPr/>
    </dgm:pt>
    <dgm:pt modelId="{647D0F96-52F2-4920-B719-08821A0C76C0}" type="pres">
      <dgm:prSet presAssocID="{9C243B44-ADA9-44CD-BC0A-D5C67804D47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777DF2-264F-4321-BD1B-8CC260832A81}" type="pres">
      <dgm:prSet presAssocID="{BA9BAA9C-5D1F-4539-866C-E2A93CABF72F}" presName="spacer" presStyleCnt="0"/>
      <dgm:spPr/>
    </dgm:pt>
    <dgm:pt modelId="{302663DE-4992-4B8D-96E7-3304BAECAC23}" type="pres">
      <dgm:prSet presAssocID="{05A2D722-122F-41CE-9F36-4DD3C523DC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D0A588-008B-430E-96E4-ADE88AF069FC}" type="pres">
      <dgm:prSet presAssocID="{05A2D722-122F-41CE-9F36-4DD3C523DCDE}" presName="childText" presStyleLbl="revTx" presStyleIdx="0" presStyleCnt="2">
        <dgm:presLayoutVars>
          <dgm:bulletEnabled val="1"/>
        </dgm:presLayoutVars>
      </dgm:prSet>
      <dgm:spPr/>
    </dgm:pt>
    <dgm:pt modelId="{F5C16F38-70C7-4130-93B1-40FDE735F726}" type="pres">
      <dgm:prSet presAssocID="{82B6C8AF-B276-44DB-91DE-032CA28ABCA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AF92E3B-889E-48F1-B80A-919DD27696B8}" type="pres">
      <dgm:prSet presAssocID="{82B6C8AF-B276-44DB-91DE-032CA28ABCA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2604A05-02E9-451D-8CA9-C78EE18F3AF0}" type="presOf" srcId="{05A2D722-122F-41CE-9F36-4DD3C523DCDE}" destId="{302663DE-4992-4B8D-96E7-3304BAECAC23}" srcOrd="0" destOrd="0" presId="urn:microsoft.com/office/officeart/2005/8/layout/vList2"/>
    <dgm:cxn modelId="{995FA319-99E3-4306-B6AB-EC1CD834A190}" type="presOf" srcId="{FDE19F3B-6FDE-46A4-8BCD-5510058332CE}" destId="{82D0A588-008B-430E-96E4-ADE88AF069FC}" srcOrd="0" destOrd="0" presId="urn:microsoft.com/office/officeart/2005/8/layout/vList2"/>
    <dgm:cxn modelId="{66ED5727-7CE5-4C37-ABB2-7AA34D0B675F}" srcId="{60602AB8-0C0F-4DC1-AA7B-E159098F6318}" destId="{9C243B44-ADA9-44CD-BC0A-D5C67804D478}" srcOrd="0" destOrd="0" parTransId="{61183A37-0C0D-4B37-9B77-3F4DD1CC90EC}" sibTransId="{BA9BAA9C-5D1F-4539-866C-E2A93CABF72F}"/>
    <dgm:cxn modelId="{F61DBE5B-EBE8-45CD-9D27-E5F5F510D090}" type="presOf" srcId="{9C243B44-ADA9-44CD-BC0A-D5C67804D478}" destId="{647D0F96-52F2-4920-B719-08821A0C76C0}" srcOrd="0" destOrd="0" presId="urn:microsoft.com/office/officeart/2005/8/layout/vList2"/>
    <dgm:cxn modelId="{C26BAE65-2F7A-4BE2-97A4-66701184BB63}" type="presOf" srcId="{DF1D0388-1408-4FBE-95B3-BE2CC1F9AF81}" destId="{6AF92E3B-889E-48F1-B80A-919DD27696B8}" srcOrd="0" destOrd="2" presId="urn:microsoft.com/office/officeart/2005/8/layout/vList2"/>
    <dgm:cxn modelId="{5927DD48-185C-4E40-9577-26A489BDD100}" type="presOf" srcId="{60602AB8-0C0F-4DC1-AA7B-E159098F6318}" destId="{BF100B58-4207-42EF-A5CA-7F66B78713EC}" srcOrd="0" destOrd="0" presId="urn:microsoft.com/office/officeart/2005/8/layout/vList2"/>
    <dgm:cxn modelId="{3A5EF94F-E230-4C27-9295-365BD4DBC4C1}" srcId="{60602AB8-0C0F-4DC1-AA7B-E159098F6318}" destId="{82B6C8AF-B276-44DB-91DE-032CA28ABCAC}" srcOrd="2" destOrd="0" parTransId="{51B802C4-73B9-4A63-AD92-7E2847BCCDEB}" sibTransId="{8B9B31E0-A01B-4958-9EA2-AC55ABF5C70C}"/>
    <dgm:cxn modelId="{FC79EB75-27A3-4145-ACE9-64FF402CDD29}" type="presOf" srcId="{82B6C8AF-B276-44DB-91DE-032CA28ABCAC}" destId="{F5C16F38-70C7-4130-93B1-40FDE735F726}" srcOrd="0" destOrd="0" presId="urn:microsoft.com/office/officeart/2005/8/layout/vList2"/>
    <dgm:cxn modelId="{DFEE1F58-597C-4040-B467-65EFD4FBD3C8}" type="presOf" srcId="{3765DC93-F22E-46EB-BA71-43058071A2E4}" destId="{6AF92E3B-889E-48F1-B80A-919DD27696B8}" srcOrd="0" destOrd="0" presId="urn:microsoft.com/office/officeart/2005/8/layout/vList2"/>
    <dgm:cxn modelId="{9AE13A8C-0A79-4404-B4FA-DAFABB37AE00}" type="presOf" srcId="{66B52E83-4962-4912-A4AA-F37411EC17EA}" destId="{6AF92E3B-889E-48F1-B80A-919DD27696B8}" srcOrd="0" destOrd="1" presId="urn:microsoft.com/office/officeart/2005/8/layout/vList2"/>
    <dgm:cxn modelId="{61BECE98-37FF-420B-B1DF-ADC24E0ABB4E}" srcId="{3765DC93-F22E-46EB-BA71-43058071A2E4}" destId="{DF1D0388-1408-4FBE-95B3-BE2CC1F9AF81}" srcOrd="1" destOrd="0" parTransId="{96B6893B-FE38-40F5-A6ED-F26C33E7853C}" sibTransId="{D2BD4D9D-AA30-461B-AEF7-18D5F0967992}"/>
    <dgm:cxn modelId="{0C4392CC-E170-4E57-B1D9-0AD4274FCB00}" srcId="{60602AB8-0C0F-4DC1-AA7B-E159098F6318}" destId="{05A2D722-122F-41CE-9F36-4DD3C523DCDE}" srcOrd="1" destOrd="0" parTransId="{8B6E1975-E87C-4CE3-A4B3-812B480FFC87}" sibTransId="{A69A5102-BEEC-4184-9209-9E6EB257506B}"/>
    <dgm:cxn modelId="{DAEE74D2-85EA-4BEC-9256-0508D303CE01}" srcId="{82B6C8AF-B276-44DB-91DE-032CA28ABCAC}" destId="{3765DC93-F22E-46EB-BA71-43058071A2E4}" srcOrd="0" destOrd="0" parTransId="{92D0C31B-5DB9-492B-A377-408D0AAACD05}" sibTransId="{CECFFFC4-9531-4CBD-A266-DCCC9F12B84E}"/>
    <dgm:cxn modelId="{D2E869DA-9315-4CB8-B33A-381B430FEF5F}" srcId="{05A2D722-122F-41CE-9F36-4DD3C523DCDE}" destId="{FDE19F3B-6FDE-46A4-8BCD-5510058332CE}" srcOrd="0" destOrd="0" parTransId="{9CDC1DB6-D5BB-41F7-82E8-FAD69F035959}" sibTransId="{B2F74E97-C8ED-4BC5-8CE1-F97D2B91E765}"/>
    <dgm:cxn modelId="{9948D6ED-74D2-47E5-9ED1-D9BC6F997CA7}" srcId="{3765DC93-F22E-46EB-BA71-43058071A2E4}" destId="{66B52E83-4962-4912-A4AA-F37411EC17EA}" srcOrd="0" destOrd="0" parTransId="{0E347C88-DDF7-4BFA-8D34-A53B1644DC9B}" sibTransId="{F9436C15-40DA-4531-BBAD-FD3BB0BA2806}"/>
    <dgm:cxn modelId="{8436A803-E35C-4227-8985-76E9B29D9D80}" type="presParOf" srcId="{BF100B58-4207-42EF-A5CA-7F66B78713EC}" destId="{647D0F96-52F2-4920-B719-08821A0C76C0}" srcOrd="0" destOrd="0" presId="urn:microsoft.com/office/officeart/2005/8/layout/vList2"/>
    <dgm:cxn modelId="{C77B5917-B5C5-41C3-9359-AD458088E4C9}" type="presParOf" srcId="{BF100B58-4207-42EF-A5CA-7F66B78713EC}" destId="{89777DF2-264F-4321-BD1B-8CC260832A81}" srcOrd="1" destOrd="0" presId="urn:microsoft.com/office/officeart/2005/8/layout/vList2"/>
    <dgm:cxn modelId="{8844E2D3-7584-422C-894D-17856D0D056B}" type="presParOf" srcId="{BF100B58-4207-42EF-A5CA-7F66B78713EC}" destId="{302663DE-4992-4B8D-96E7-3304BAECAC23}" srcOrd="2" destOrd="0" presId="urn:microsoft.com/office/officeart/2005/8/layout/vList2"/>
    <dgm:cxn modelId="{19EE48B5-C645-4FFC-ACB4-7CC7C3AC8422}" type="presParOf" srcId="{BF100B58-4207-42EF-A5CA-7F66B78713EC}" destId="{82D0A588-008B-430E-96E4-ADE88AF069FC}" srcOrd="3" destOrd="0" presId="urn:microsoft.com/office/officeart/2005/8/layout/vList2"/>
    <dgm:cxn modelId="{1AC78982-E38B-41E1-9626-FB5DF8F3BECD}" type="presParOf" srcId="{BF100B58-4207-42EF-A5CA-7F66B78713EC}" destId="{F5C16F38-70C7-4130-93B1-40FDE735F726}" srcOrd="4" destOrd="0" presId="urn:microsoft.com/office/officeart/2005/8/layout/vList2"/>
    <dgm:cxn modelId="{60F5E427-3D90-4900-B3FF-4298F6CC15A8}" type="presParOf" srcId="{BF100B58-4207-42EF-A5CA-7F66B78713EC}" destId="{6AF92E3B-889E-48F1-B80A-919DD27696B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F1B9C-8DAE-4C29-B6CE-FCEC54F30BBC}">
      <dsp:nvSpPr>
        <dsp:cNvPr id="0" name=""/>
        <dsp:cNvSpPr/>
      </dsp:nvSpPr>
      <dsp:spPr>
        <a:xfrm>
          <a:off x="0" y="1173559"/>
          <a:ext cx="5906181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33248" rIns="45838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Loopback</a:t>
          </a:r>
          <a:endParaRPr lang="en-CA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Ethernet (eth0)</a:t>
          </a:r>
          <a:endParaRPr lang="en-CA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Wi-Fi (</a:t>
          </a:r>
          <a:r>
            <a:rPr lang="fr-CA" sz="1600" kern="1200" dirty="0" err="1"/>
            <a:t>wlan</a:t>
          </a:r>
          <a:r>
            <a:rPr lang="fr-CA" sz="1600" kern="1200" dirty="0"/>
            <a:t>)</a:t>
          </a:r>
          <a:endParaRPr lang="en-CA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Interfaces ont généralement des adresses IP différentes</a:t>
          </a:r>
          <a:endParaRPr lang="en-CA" sz="1600" kern="1200" dirty="0"/>
        </a:p>
      </dsp:txBody>
      <dsp:txXfrm>
        <a:off x="0" y="1173559"/>
        <a:ext cx="5906181" cy="1814400"/>
      </dsp:txXfrm>
    </dsp:sp>
    <dsp:sp modelId="{6B1653D8-BBF4-4D4D-8928-3D960BA4359B}">
      <dsp:nvSpPr>
        <dsp:cNvPr id="0" name=""/>
        <dsp:cNvSpPr/>
      </dsp:nvSpPr>
      <dsp:spPr>
        <a:xfrm>
          <a:off x="295309" y="937399"/>
          <a:ext cx="4134326" cy="472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/>
            <a:t>Machine peut avoir plusieurs interfaces</a:t>
          </a:r>
          <a:endParaRPr lang="en-CA" sz="1600" kern="1200" dirty="0"/>
        </a:p>
      </dsp:txBody>
      <dsp:txXfrm>
        <a:off x="318366" y="960456"/>
        <a:ext cx="4088212" cy="426206"/>
      </dsp:txXfrm>
    </dsp:sp>
    <dsp:sp modelId="{4E578750-643B-458E-B75D-24DD8C5A4298}">
      <dsp:nvSpPr>
        <dsp:cNvPr id="0" name=""/>
        <dsp:cNvSpPr/>
      </dsp:nvSpPr>
      <dsp:spPr>
        <a:xfrm>
          <a:off x="0" y="3310519"/>
          <a:ext cx="5906181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333248" rIns="45838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/>
            <a:t>ip</a:t>
          </a:r>
          <a:r>
            <a:rPr lang="fr-CA" sz="1600" kern="1200" dirty="0"/>
            <a:t> </a:t>
          </a:r>
          <a:r>
            <a:rPr lang="fr-CA" sz="1600" kern="1200" dirty="0" err="1"/>
            <a:t>addr</a:t>
          </a:r>
          <a:endParaRPr lang="en-CA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/>
            <a:t>ip</a:t>
          </a:r>
          <a:r>
            <a:rPr lang="fr-CA" sz="1600" kern="1200" dirty="0"/>
            <a:t> a</a:t>
          </a:r>
          <a:endParaRPr lang="en-CA" sz="1600" kern="1200" dirty="0"/>
        </a:p>
      </dsp:txBody>
      <dsp:txXfrm>
        <a:off x="0" y="3310519"/>
        <a:ext cx="5906181" cy="982799"/>
      </dsp:txXfrm>
    </dsp:sp>
    <dsp:sp modelId="{060B2F94-E3C2-4F1C-A8F0-E59D368DADFB}">
      <dsp:nvSpPr>
        <dsp:cNvPr id="0" name=""/>
        <dsp:cNvSpPr/>
      </dsp:nvSpPr>
      <dsp:spPr>
        <a:xfrm>
          <a:off x="295309" y="3074359"/>
          <a:ext cx="4134326" cy="4723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/>
            <a:t>Commandes Utiles</a:t>
          </a:r>
          <a:endParaRPr lang="en-CA" sz="1600" kern="1200" dirty="0"/>
        </a:p>
      </dsp:txBody>
      <dsp:txXfrm>
        <a:off x="318366" y="3097416"/>
        <a:ext cx="4088212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20D9D-AE67-4348-8917-A3F6F8005277}">
      <dsp:nvSpPr>
        <dsp:cNvPr id="0" name=""/>
        <dsp:cNvSpPr/>
      </dsp:nvSpPr>
      <dsp:spPr>
        <a:xfrm>
          <a:off x="0" y="5359"/>
          <a:ext cx="5906181" cy="82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Privée:</a:t>
          </a:r>
          <a:endParaRPr lang="en-CA" sz="3200" kern="1200" dirty="0"/>
        </a:p>
      </dsp:txBody>
      <dsp:txXfrm>
        <a:off x="40209" y="45568"/>
        <a:ext cx="5825763" cy="743262"/>
      </dsp:txXfrm>
    </dsp:sp>
    <dsp:sp modelId="{0CC9CC39-00CB-4734-A2D7-E8514A67DE02}">
      <dsp:nvSpPr>
        <dsp:cNvPr id="0" name=""/>
        <dsp:cNvSpPr/>
      </dsp:nvSpPr>
      <dsp:spPr>
        <a:xfrm>
          <a:off x="0" y="829039"/>
          <a:ext cx="5906181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Utilisée dans réseau local (192.168.x.x, 10.x.x.x, etc)</a:t>
          </a:r>
          <a:endParaRPr lang="en-CA" sz="2500" kern="1200"/>
        </a:p>
      </dsp:txBody>
      <dsp:txXfrm>
        <a:off x="0" y="829039"/>
        <a:ext cx="5906181" cy="861120"/>
      </dsp:txXfrm>
    </dsp:sp>
    <dsp:sp modelId="{7DA37BE0-3605-4BDA-BC71-1F2305ACB8C2}">
      <dsp:nvSpPr>
        <dsp:cNvPr id="0" name=""/>
        <dsp:cNvSpPr/>
      </dsp:nvSpPr>
      <dsp:spPr>
        <a:xfrm>
          <a:off x="0" y="1690159"/>
          <a:ext cx="5906181" cy="8236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/>
            <a:t>Publique:</a:t>
          </a:r>
          <a:endParaRPr lang="en-CA" sz="3200" kern="1200"/>
        </a:p>
      </dsp:txBody>
      <dsp:txXfrm>
        <a:off x="40209" y="1730368"/>
        <a:ext cx="5825763" cy="743262"/>
      </dsp:txXfrm>
    </dsp:sp>
    <dsp:sp modelId="{514E9DB0-6E78-4609-A73C-5964D9C1C59D}">
      <dsp:nvSpPr>
        <dsp:cNvPr id="0" name=""/>
        <dsp:cNvSpPr/>
      </dsp:nvSpPr>
      <dsp:spPr>
        <a:xfrm>
          <a:off x="0" y="2513839"/>
          <a:ext cx="5906181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Visible depuis Internet</a:t>
          </a:r>
          <a:endParaRPr lang="en-CA" sz="2500" kern="1200"/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Récupérable via dns externe </a:t>
          </a:r>
          <a:endParaRPr lang="en-CA" sz="2500" kern="1200"/>
        </a:p>
      </dsp:txBody>
      <dsp:txXfrm>
        <a:off x="0" y="2513839"/>
        <a:ext cx="5906181" cy="943920"/>
      </dsp:txXfrm>
    </dsp:sp>
    <dsp:sp modelId="{552E99A9-C54C-47B7-B4DF-E867B8F4981E}">
      <dsp:nvSpPr>
        <dsp:cNvPr id="0" name=""/>
        <dsp:cNvSpPr/>
      </dsp:nvSpPr>
      <dsp:spPr>
        <a:xfrm>
          <a:off x="0" y="3457759"/>
          <a:ext cx="5906181" cy="8236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/>
            <a:t>Commandes utiles</a:t>
          </a:r>
          <a:endParaRPr lang="en-CA" sz="3200" kern="1200"/>
        </a:p>
      </dsp:txBody>
      <dsp:txXfrm>
        <a:off x="40209" y="3497968"/>
        <a:ext cx="5825763" cy="743262"/>
      </dsp:txXfrm>
    </dsp:sp>
    <dsp:sp modelId="{D62B888D-C4A6-42A1-B59A-930C1CC96668}">
      <dsp:nvSpPr>
        <dsp:cNvPr id="0" name=""/>
        <dsp:cNvSpPr/>
      </dsp:nvSpPr>
      <dsp:spPr>
        <a:xfrm>
          <a:off x="0" y="4281439"/>
          <a:ext cx="5906181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ip a</a:t>
          </a:r>
          <a:endParaRPr lang="en-CA" sz="2500" kern="1200"/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dig</a:t>
          </a:r>
          <a:endParaRPr lang="en-CA" sz="2500" kern="1200"/>
        </a:p>
      </dsp:txBody>
      <dsp:txXfrm>
        <a:off x="0" y="4281439"/>
        <a:ext cx="5906181" cy="943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F4DEC-0B81-4E3E-883C-2378FA9A202A}">
      <dsp:nvSpPr>
        <dsp:cNvPr id="0" name=""/>
        <dsp:cNvSpPr/>
      </dsp:nvSpPr>
      <dsp:spPr>
        <a:xfrm>
          <a:off x="49" y="41140"/>
          <a:ext cx="4700141" cy="1094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800" kern="1200" dirty="0"/>
            <a:t>DNS</a:t>
          </a:r>
          <a:endParaRPr lang="en-CA" sz="3800" kern="1200" dirty="0"/>
        </a:p>
      </dsp:txBody>
      <dsp:txXfrm>
        <a:off x="49" y="41140"/>
        <a:ext cx="4700141" cy="1094400"/>
      </dsp:txXfrm>
    </dsp:sp>
    <dsp:sp modelId="{00035982-A7CD-4743-87BC-D9CAC88FD990}">
      <dsp:nvSpPr>
        <dsp:cNvPr id="0" name=""/>
        <dsp:cNvSpPr/>
      </dsp:nvSpPr>
      <dsp:spPr>
        <a:xfrm>
          <a:off x="49" y="1135540"/>
          <a:ext cx="4700141" cy="267294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692" tIns="202692" rIns="270256" bIns="304038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3800" kern="1200" dirty="0"/>
            <a:t>DNS traduit </a:t>
          </a:r>
          <a:r>
            <a:rPr lang="fr-CA" sz="3800" kern="1200" dirty="0" err="1"/>
            <a:t>hostnames</a:t>
          </a:r>
          <a:r>
            <a:rPr lang="fr-CA" sz="3800" kern="1200" dirty="0"/>
            <a:t> (noms de hôtes) à </a:t>
          </a:r>
          <a:r>
            <a:rPr lang="fr-CA" sz="3800" kern="1200" dirty="0" err="1"/>
            <a:t>adr</a:t>
          </a:r>
          <a:r>
            <a:rPr lang="fr-CA" sz="3800" kern="1200" dirty="0"/>
            <a:t>. IP</a:t>
          </a:r>
          <a:endParaRPr lang="en-CA" sz="3800" kern="1200" dirty="0"/>
        </a:p>
      </dsp:txBody>
      <dsp:txXfrm>
        <a:off x="49" y="1135540"/>
        <a:ext cx="4700141" cy="2672943"/>
      </dsp:txXfrm>
    </dsp:sp>
    <dsp:sp modelId="{EADBE583-F219-4DDE-A329-E0F0F9C8F0C4}">
      <dsp:nvSpPr>
        <dsp:cNvPr id="0" name=""/>
        <dsp:cNvSpPr/>
      </dsp:nvSpPr>
      <dsp:spPr>
        <a:xfrm>
          <a:off x="5358209" y="41140"/>
          <a:ext cx="4700141" cy="1094400"/>
        </a:xfrm>
        <a:prstGeom prst="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800" kern="1200" dirty="0" err="1"/>
            <a:t>dig</a:t>
          </a:r>
          <a:endParaRPr lang="en-CA" sz="3800" kern="1200" dirty="0"/>
        </a:p>
      </dsp:txBody>
      <dsp:txXfrm>
        <a:off x="5358209" y="41140"/>
        <a:ext cx="4700141" cy="1094400"/>
      </dsp:txXfrm>
    </dsp:sp>
    <dsp:sp modelId="{FD04DFEF-3411-4F28-BEFA-2C3EE92F9633}">
      <dsp:nvSpPr>
        <dsp:cNvPr id="0" name=""/>
        <dsp:cNvSpPr/>
      </dsp:nvSpPr>
      <dsp:spPr>
        <a:xfrm>
          <a:off x="5358209" y="1135540"/>
          <a:ext cx="4700141" cy="2672943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692" tIns="202692" rIns="270256" bIns="304038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3800" kern="1200" dirty="0" err="1"/>
            <a:t>dig</a:t>
          </a:r>
          <a:r>
            <a:rPr lang="fr-CA" sz="3800" kern="1200" dirty="0"/>
            <a:t> permet d’interroger serveurs DNS spécifiques</a:t>
          </a:r>
          <a:endParaRPr lang="en-CA" sz="3800" kern="1200" dirty="0"/>
        </a:p>
      </dsp:txBody>
      <dsp:txXfrm>
        <a:off x="5358209" y="1135540"/>
        <a:ext cx="4700141" cy="26729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F1439-C938-403E-AF2A-992FF3D84F6D}">
      <dsp:nvSpPr>
        <dsp:cNvPr id="0" name=""/>
        <dsp:cNvSpPr/>
      </dsp:nvSpPr>
      <dsp:spPr>
        <a:xfrm>
          <a:off x="0" y="1395859"/>
          <a:ext cx="5906181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416560" rIns="45838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Address Resolution Protocol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dirty="0"/>
            <a:t>Associe IP à MAC (</a:t>
          </a:r>
          <a:r>
            <a:rPr lang="en-CA" sz="2000" kern="1200" dirty="0"/>
            <a:t>Media Access Control</a:t>
          </a:r>
          <a:r>
            <a:rPr lang="fr-CA" sz="2000" kern="1200" dirty="0"/>
            <a:t>)</a:t>
          </a:r>
          <a:endParaRPr lang="en-CA" sz="2000" kern="1200" dirty="0"/>
        </a:p>
      </dsp:txBody>
      <dsp:txXfrm>
        <a:off x="0" y="1395859"/>
        <a:ext cx="5906181" cy="1165500"/>
      </dsp:txXfrm>
    </dsp:sp>
    <dsp:sp modelId="{E77BF91B-75C0-42AC-93AD-FC8E52FF6AB8}">
      <dsp:nvSpPr>
        <dsp:cNvPr id="0" name=""/>
        <dsp:cNvSpPr/>
      </dsp:nvSpPr>
      <dsp:spPr>
        <a:xfrm>
          <a:off x="295309" y="1100659"/>
          <a:ext cx="4134326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Cache ARP</a:t>
          </a:r>
          <a:endParaRPr lang="en-CA" sz="2000" kern="1200" dirty="0"/>
        </a:p>
      </dsp:txBody>
      <dsp:txXfrm>
        <a:off x="324130" y="1129480"/>
        <a:ext cx="4076684" cy="532758"/>
      </dsp:txXfrm>
    </dsp:sp>
    <dsp:sp modelId="{BB455837-07F0-4F91-9BA2-C8B182E1AB01}">
      <dsp:nvSpPr>
        <dsp:cNvPr id="0" name=""/>
        <dsp:cNvSpPr/>
      </dsp:nvSpPr>
      <dsp:spPr>
        <a:xfrm>
          <a:off x="0" y="2964559"/>
          <a:ext cx="5906181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416560" rIns="45838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/>
            <a:t>arp –a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/>
            <a:t>ip neigh show</a:t>
          </a:r>
        </a:p>
      </dsp:txBody>
      <dsp:txXfrm>
        <a:off x="0" y="2964559"/>
        <a:ext cx="5906181" cy="1165500"/>
      </dsp:txXfrm>
    </dsp:sp>
    <dsp:sp modelId="{189A398D-58A3-43D3-8F52-3E5CCA9C6031}">
      <dsp:nvSpPr>
        <dsp:cNvPr id="0" name=""/>
        <dsp:cNvSpPr/>
      </dsp:nvSpPr>
      <dsp:spPr>
        <a:xfrm>
          <a:off x="295309" y="2669359"/>
          <a:ext cx="4134326" cy="59040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Table ARP local accessible avec:</a:t>
          </a:r>
        </a:p>
      </dsp:txBody>
      <dsp:txXfrm>
        <a:off x="324130" y="2698180"/>
        <a:ext cx="4076684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D0F96-52F2-4920-B719-08821A0C76C0}">
      <dsp:nvSpPr>
        <dsp:cNvPr id="0" name=""/>
        <dsp:cNvSpPr/>
      </dsp:nvSpPr>
      <dsp:spPr>
        <a:xfrm>
          <a:off x="0" y="80171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 dirty="0" err="1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inet</a:t>
          </a:r>
          <a:r>
            <a:rPr lang="en-CA" sz="2000" b="1" kern="1200" dirty="0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 192.168.0.42/24 </a:t>
          </a:r>
          <a:r>
            <a:rPr lang="en-CA" sz="2000" b="1" kern="1200" dirty="0" err="1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brd</a:t>
          </a:r>
          <a:r>
            <a:rPr lang="en-CA" sz="2000" b="1" kern="1200" dirty="0">
              <a:latin typeface="JetBrainsMono NF" panose="02000009000000000000" pitchFamily="50" charset="0"/>
              <a:ea typeface="JetBrainsMono NF" panose="02000009000000000000" pitchFamily="50" charset="0"/>
              <a:cs typeface="JetBrainsMono NF" panose="02000009000000000000" pitchFamily="50" charset="0"/>
            </a:rPr>
            <a:t> 192.168.0.255 scope global dynamic eth0</a:t>
          </a:r>
        </a:p>
      </dsp:txBody>
      <dsp:txXfrm>
        <a:off x="32784" y="112955"/>
        <a:ext cx="9992831" cy="606012"/>
      </dsp:txXfrm>
    </dsp:sp>
    <dsp:sp modelId="{302663DE-4992-4B8D-96E7-3304BAECAC23}">
      <dsp:nvSpPr>
        <dsp:cNvPr id="0" name=""/>
        <dsp:cNvSpPr/>
      </dsp:nvSpPr>
      <dsp:spPr>
        <a:xfrm>
          <a:off x="0" y="832391"/>
          <a:ext cx="10058399" cy="671580"/>
        </a:xfrm>
        <a:prstGeom prst="round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Adresse IP</a:t>
          </a:r>
        </a:p>
      </dsp:txBody>
      <dsp:txXfrm>
        <a:off x="32784" y="865175"/>
        <a:ext cx="9992831" cy="606012"/>
      </dsp:txXfrm>
    </dsp:sp>
    <dsp:sp modelId="{82D0A588-008B-430E-96E4-ADE88AF069FC}">
      <dsp:nvSpPr>
        <dsp:cNvPr id="0" name=""/>
        <dsp:cNvSpPr/>
      </dsp:nvSpPr>
      <dsp:spPr>
        <a:xfrm>
          <a:off x="0" y="1503971"/>
          <a:ext cx="10058399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200" kern="1200"/>
            <a:t>192.168.0.42</a:t>
          </a:r>
          <a:endParaRPr lang="en-CA" sz="2200" kern="1200" dirty="0"/>
        </a:p>
      </dsp:txBody>
      <dsp:txXfrm>
        <a:off x="0" y="1503971"/>
        <a:ext cx="10058399" cy="463680"/>
      </dsp:txXfrm>
    </dsp:sp>
    <dsp:sp modelId="{F5C16F38-70C7-4130-93B1-40FDE735F726}">
      <dsp:nvSpPr>
        <dsp:cNvPr id="0" name=""/>
        <dsp:cNvSpPr/>
      </dsp:nvSpPr>
      <dsp:spPr>
        <a:xfrm>
          <a:off x="0" y="1967652"/>
          <a:ext cx="10058399" cy="671580"/>
        </a:xfrm>
        <a:prstGeom prst="round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Mask Subnet</a:t>
          </a:r>
        </a:p>
      </dsp:txBody>
      <dsp:txXfrm>
        <a:off x="32784" y="2000436"/>
        <a:ext cx="9992831" cy="606012"/>
      </dsp:txXfrm>
    </dsp:sp>
    <dsp:sp modelId="{6AF92E3B-889E-48F1-B80A-919DD27696B8}">
      <dsp:nvSpPr>
        <dsp:cNvPr id="0" name=""/>
        <dsp:cNvSpPr/>
      </dsp:nvSpPr>
      <dsp:spPr>
        <a:xfrm>
          <a:off x="0" y="2639232"/>
          <a:ext cx="10058399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200" kern="1200"/>
            <a:t>/</a:t>
          </a:r>
          <a:r>
            <a:rPr lang="en-CA" sz="2200" kern="1200" dirty="0"/>
            <a:t>24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200" kern="1200" dirty="0"/>
            <a:t>Nombre de bit pour </a:t>
          </a:r>
          <a:r>
            <a:rPr lang="en-CA" sz="2200" kern="1200" dirty="0" err="1"/>
            <a:t>l’ip</a:t>
          </a:r>
          <a:r>
            <a:rPr lang="en-CA" sz="2200" kern="1200" dirty="0"/>
            <a:t> du réseau (ex: 255.255.255.0)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200" kern="1200" dirty="0"/>
            <a:t>0-255 (8bits)</a:t>
          </a:r>
        </a:p>
      </dsp:txBody>
      <dsp:txXfrm>
        <a:off x="0" y="2639232"/>
        <a:ext cx="10058399" cy="1130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03D335-9E9E-432E-8A70-7402924608E4}" type="datetimeFigureOut">
              <a:rPr lang="en-CA" smtClean="0"/>
              <a:t>2025-04-17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0861C-E817-4F8E-9A6B-ED9555C54E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8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0861C-E817-4F8E-9A6B-ED9555C54E7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919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share/inf1070-lab-13/28824893-9e33-438b-ae0d-e1312be9eae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BCFF10A9-48A8-49DE-BCC0-36CD4D61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69" y="1267730"/>
            <a:ext cx="9576262" cy="430795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9E6EC7A-73F0-4AA6-8CCE-7492D8F65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68" y="1267730"/>
            <a:ext cx="9576262" cy="4307950"/>
          </a:xfrm>
          <a:prstGeom prst="rect">
            <a:avLst/>
          </a:prstGeom>
          <a:solidFill>
            <a:srgbClr val="004EA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en-US"/>
              <a:t>INF1070 Lab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Interfaces réseau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31" name="Content Placeholder 2" descr="SmartArt timeline">
            <a:extLst>
              <a:ext uri="{FF2B5EF4-FFF2-40B4-BE49-F238E27FC236}">
                <a16:creationId xmlns:a16="http://schemas.microsoft.com/office/drawing/2014/main" id="{613FC9B6-ED9E-4F51-A217-156DA01928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207496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7FF31-6EFE-0073-BAE3-AD61AF12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/>
              <a:t>Adresses IP: publique vs privée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AB72B7-052A-094E-E22C-CFFB2219E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503355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385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A989-49CE-94B7-C83F-5171F272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DNS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853741-4AAE-DBDB-1A8C-9456287F1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26116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371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6D9BA-BDC7-A968-FDA5-590817A3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ARP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155D81-DBFC-865F-31EF-54FF4C45A5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476907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967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FEE7-77E2-89DC-F6F2-C990AC9F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Adresse IP (Détail)</a:t>
            </a:r>
            <a:endParaRPr lang="en-C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037F4C-1A5E-B819-39C4-039ADA60A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207574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840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5780C899-48FA-CD91-F526-34DD8735F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397938" y="1397930"/>
            <a:ext cx="6858003" cy="4062128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96AA4-15CC-AC77-59E8-43C59EA6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83000"/>
              </a:lnSpc>
            </a:pPr>
            <a:r>
              <a:rPr lang="en-US" sz="6000" cap="all" spc="-1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5A627-33F2-576E-2C05-295880613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77" y="5254752"/>
            <a:ext cx="10699158" cy="95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CA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https://create.kahoot.it/share/inf1070-lab-13/28824893-9e33-438b-ae0d-e1312be9eaee</a:t>
            </a:r>
            <a:r>
              <a:rPr lang="en-CA" sz="24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0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6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A6C9EB"/>
      </a:hlink>
      <a:folHlink>
        <a:srgbClr val="D5BECB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{9A904AC9-2937-4E51-BBE0-1A68C8F58A65}tf56219246_win32</Template>
  <TotalTime>24</TotalTime>
  <Words>174</Words>
  <Application>Microsoft Office PowerPoint</Application>
  <PresentationFormat>Widescreen</PresentationFormat>
  <Paragraphs>43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Avenir Next LT Pro</vt:lpstr>
      <vt:lpstr>Avenir Next LT Pro Light</vt:lpstr>
      <vt:lpstr>Garamond</vt:lpstr>
      <vt:lpstr>JetBrainsMono NF</vt:lpstr>
      <vt:lpstr>SavonVTI</vt:lpstr>
      <vt:lpstr>INF1070 Lab 13</vt:lpstr>
      <vt:lpstr>Interfaces réseau</vt:lpstr>
      <vt:lpstr>Adresses IP: publique vs privée</vt:lpstr>
      <vt:lpstr>DNS</vt:lpstr>
      <vt:lpstr>ARP</vt:lpstr>
      <vt:lpstr>Adresse IP (Détail)</vt:lpstr>
      <vt:lpstr>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1</cp:revision>
  <dcterms:created xsi:type="dcterms:W3CDTF">2025-04-17T05:50:19Z</dcterms:created>
  <dcterms:modified xsi:type="dcterms:W3CDTF">2025-04-17T06:14:26Z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