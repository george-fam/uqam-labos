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2"/>
  </p:notesMasterIdLst>
  <p:sldIdLst>
    <p:sldId id="293" r:id="rId5"/>
    <p:sldId id="294" r:id="rId6"/>
    <p:sldId id="295" r:id="rId7"/>
    <p:sldId id="299" r:id="rId8"/>
    <p:sldId id="296" r:id="rId9"/>
    <p:sldId id="297" r:id="rId10"/>
    <p:sldId id="30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57372" autoAdjust="0"/>
  </p:normalViewPr>
  <p:slideViewPr>
    <p:cSldViewPr snapToGrid="0">
      <p:cViewPr varScale="1">
        <p:scale>
          <a:sx n="69" d="100"/>
          <a:sy n="69" d="100"/>
        </p:scale>
        <p:origin x="912" y="5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480" y="7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inf1070.uqam.ca/07-script.pdf#page=62" TargetMode="External"/><Relationship Id="rId1" Type="http://schemas.openxmlformats.org/officeDocument/2006/relationships/hyperlink" Target="https://inf1070.uqam.ca/07-script.pdf" TargetMode="Externa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hyperlink" Target="https://inf1070.uqam.ca/07-script.pdf#page=83" TargetMode="External"/><Relationship Id="rId1" Type="http://schemas.openxmlformats.org/officeDocument/2006/relationships/hyperlink" Target="https://inf1070.uqam.ca/07-script.pdf#page=82" TargetMode="External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hyperlink" Target="https://inf1070.uqam.ca/07-script.pdf#page=85" TargetMode="External"/><Relationship Id="rId1" Type="http://schemas.openxmlformats.org/officeDocument/2006/relationships/hyperlink" Target="https://inf1070.uqam.ca/07-script.pdf#page=84" TargetMode="Externa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inf1070.uqam.ca/07-script.pdf#page=62" TargetMode="External"/><Relationship Id="rId1" Type="http://schemas.openxmlformats.org/officeDocument/2006/relationships/hyperlink" Target="https://inf1070.uqam.ca/07-script.pdf" TargetMode="External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hyperlink" Target="https://inf1070.uqam.ca/07-script.pdf#page=83" TargetMode="External"/><Relationship Id="rId1" Type="http://schemas.openxmlformats.org/officeDocument/2006/relationships/hyperlink" Target="https://inf1070.uqam.ca/07-script.pdf#page=82" TargetMode="External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hyperlink" Target="https://inf1070.uqam.ca/07-script.pdf#page=85" TargetMode="External"/><Relationship Id="rId1" Type="http://schemas.openxmlformats.org/officeDocument/2006/relationships/hyperlink" Target="https://inf1070.uqam.ca/07-script.pdf#page=84" TargetMode="External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25238C-C15C-4EA3-BD86-5356644674F8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2EF36E4-D891-4D93-9575-7FA517518C47}">
      <dgm:prSet/>
      <dgm:spPr/>
      <dgm:t>
        <a:bodyPr/>
        <a:lstStyle/>
        <a:p>
          <a:r>
            <a:rPr lang="en-CA">
              <a:hlinkClick xmlns:r="http://schemas.openxmlformats.org/officeDocument/2006/relationships" r:id="rId1"/>
            </a:rPr>
            <a:t>Variables</a:t>
          </a:r>
          <a:endParaRPr lang="en-US"/>
        </a:p>
      </dgm:t>
    </dgm:pt>
    <dgm:pt modelId="{38B0F455-E39B-4ACB-9661-ADEADE4654D6}" type="parTrans" cxnId="{43AD220D-219A-459E-8894-8F06C9F304EF}">
      <dgm:prSet/>
      <dgm:spPr/>
      <dgm:t>
        <a:bodyPr/>
        <a:lstStyle/>
        <a:p>
          <a:endParaRPr lang="en-US"/>
        </a:p>
      </dgm:t>
    </dgm:pt>
    <dgm:pt modelId="{0B32D64D-F811-4099-BA2C-481D3C849D37}" type="sibTrans" cxnId="{43AD220D-219A-459E-8894-8F06C9F304EF}">
      <dgm:prSet/>
      <dgm:spPr/>
      <dgm:t>
        <a:bodyPr/>
        <a:lstStyle/>
        <a:p>
          <a:endParaRPr lang="en-US"/>
        </a:p>
      </dgm:t>
    </dgm:pt>
    <dgm:pt modelId="{BD9A8C27-406F-4961-8746-BD0D59B50914}">
      <dgm:prSet/>
      <dgm:spPr/>
      <dgm:t>
        <a:bodyPr/>
        <a:lstStyle/>
        <a:p>
          <a:r>
            <a:rPr lang="en-CA"/>
            <a:t>Assignment de variable</a:t>
          </a:r>
          <a:endParaRPr lang="en-US"/>
        </a:p>
      </dgm:t>
    </dgm:pt>
    <dgm:pt modelId="{A15346D7-EC12-4E75-9C29-93E87749576D}" type="parTrans" cxnId="{5515BE55-0659-413C-A982-80B3AD77ECF6}">
      <dgm:prSet/>
      <dgm:spPr/>
      <dgm:t>
        <a:bodyPr/>
        <a:lstStyle/>
        <a:p>
          <a:endParaRPr lang="en-US"/>
        </a:p>
      </dgm:t>
    </dgm:pt>
    <dgm:pt modelId="{E1A7C144-D88B-4200-82DF-9591D9940C90}" type="sibTrans" cxnId="{5515BE55-0659-413C-A982-80B3AD77ECF6}">
      <dgm:prSet/>
      <dgm:spPr/>
      <dgm:t>
        <a:bodyPr/>
        <a:lstStyle/>
        <a:p>
          <a:endParaRPr lang="en-US"/>
        </a:p>
      </dgm:t>
    </dgm:pt>
    <dgm:pt modelId="{0D6608FC-B81E-4BC4-928A-852782B40A65}">
      <dgm:prSet/>
      <dgm:spPr/>
      <dgm:t>
        <a:bodyPr/>
        <a:lstStyle/>
        <a:p>
          <a:r>
            <a:rPr lang="en-CA" dirty="0"/>
            <a:t>VAR=</a:t>
          </a:r>
          <a:r>
            <a:rPr lang="en-CA" dirty="0" err="1"/>
            <a:t>valeur</a:t>
          </a:r>
          <a:r>
            <a:rPr lang="en-CA" dirty="0"/>
            <a:t> # Pas </a:t>
          </a:r>
          <a:r>
            <a:rPr lang="en-CA" dirty="0" err="1"/>
            <a:t>d’espace</a:t>
          </a:r>
          <a:r>
            <a:rPr lang="en-CA" dirty="0"/>
            <a:t> au tour du =</a:t>
          </a:r>
          <a:endParaRPr lang="en-US" dirty="0"/>
        </a:p>
      </dgm:t>
    </dgm:pt>
    <dgm:pt modelId="{32A2F46E-3C83-46B3-AD0E-9AE22B418DA4}" type="parTrans" cxnId="{A86D4FB0-4402-4F28-936E-2BE712EB3EC0}">
      <dgm:prSet/>
      <dgm:spPr/>
      <dgm:t>
        <a:bodyPr/>
        <a:lstStyle/>
        <a:p>
          <a:endParaRPr lang="en-US"/>
        </a:p>
      </dgm:t>
    </dgm:pt>
    <dgm:pt modelId="{505E1FE6-FC6B-456B-BF5A-3720B7EC2DB2}" type="sibTrans" cxnId="{A86D4FB0-4402-4F28-936E-2BE712EB3EC0}">
      <dgm:prSet/>
      <dgm:spPr/>
      <dgm:t>
        <a:bodyPr/>
        <a:lstStyle/>
        <a:p>
          <a:endParaRPr lang="en-US"/>
        </a:p>
      </dgm:t>
    </dgm:pt>
    <dgm:pt modelId="{2854384E-685A-4652-BE69-BBD036385F8D}">
      <dgm:prSet/>
      <dgm:spPr/>
      <dgm:t>
        <a:bodyPr/>
        <a:lstStyle/>
        <a:p>
          <a:r>
            <a:rPr lang="en-CA" dirty="0"/>
            <a:t>D</a:t>
          </a:r>
          <a:r>
            <a:rPr lang="fr-CA" dirty="0" err="1"/>
            <a:t>éréférencement</a:t>
          </a:r>
          <a:endParaRPr lang="en-US" dirty="0"/>
        </a:p>
      </dgm:t>
    </dgm:pt>
    <dgm:pt modelId="{BD737AB4-036C-43AA-AE3D-0F133A2BB32B}" type="parTrans" cxnId="{763F6409-0358-4AE0-9382-406417B9C1E6}">
      <dgm:prSet/>
      <dgm:spPr/>
      <dgm:t>
        <a:bodyPr/>
        <a:lstStyle/>
        <a:p>
          <a:endParaRPr lang="en-US"/>
        </a:p>
      </dgm:t>
    </dgm:pt>
    <dgm:pt modelId="{4254F966-8126-4302-A51E-21FC091F193C}" type="sibTrans" cxnId="{763F6409-0358-4AE0-9382-406417B9C1E6}">
      <dgm:prSet/>
      <dgm:spPr/>
      <dgm:t>
        <a:bodyPr/>
        <a:lstStyle/>
        <a:p>
          <a:endParaRPr lang="en-US"/>
        </a:p>
      </dgm:t>
    </dgm:pt>
    <dgm:pt modelId="{38CD5A54-8202-4E2E-B0BF-8A7C5BD59420}">
      <dgm:prSet/>
      <dgm:spPr/>
      <dgm:t>
        <a:bodyPr/>
        <a:lstStyle/>
        <a:p>
          <a:r>
            <a:rPr lang="fr-CA" dirty="0"/>
            <a:t>$VAR</a:t>
          </a:r>
          <a:endParaRPr lang="en-US" dirty="0"/>
        </a:p>
      </dgm:t>
    </dgm:pt>
    <dgm:pt modelId="{5DBF4611-E049-4715-B1CE-162AE848635A}" type="parTrans" cxnId="{90F3E264-6BCF-4DE4-823C-B1E6FB92E650}">
      <dgm:prSet/>
      <dgm:spPr/>
      <dgm:t>
        <a:bodyPr/>
        <a:lstStyle/>
        <a:p>
          <a:endParaRPr lang="en-US"/>
        </a:p>
      </dgm:t>
    </dgm:pt>
    <dgm:pt modelId="{274D76B6-6FAD-4E03-B7CA-293DB8CEEADA}" type="sibTrans" cxnId="{90F3E264-6BCF-4DE4-823C-B1E6FB92E650}">
      <dgm:prSet/>
      <dgm:spPr/>
      <dgm:t>
        <a:bodyPr/>
        <a:lstStyle/>
        <a:p>
          <a:endParaRPr lang="en-US"/>
        </a:p>
      </dgm:t>
    </dgm:pt>
    <dgm:pt modelId="{741A4010-E9D7-4DFD-B081-B47704D40868}">
      <dgm:prSet/>
      <dgm:spPr/>
      <dgm:t>
        <a:bodyPr/>
        <a:lstStyle/>
        <a:p>
          <a:r>
            <a:rPr lang="en-CA" dirty="0"/>
            <a:t>Param</a:t>
          </a:r>
          <a:r>
            <a:rPr lang="fr-CA" dirty="0"/>
            <a:t>ètre </a:t>
          </a:r>
          <a:r>
            <a:rPr lang="fr-CA" dirty="0">
              <a:hlinkClick xmlns:r="http://schemas.openxmlformats.org/officeDocument/2006/relationships" r:id="rId1"/>
            </a:rPr>
            <a:t>positionnel</a:t>
          </a:r>
          <a:r>
            <a:rPr lang="fr-CA" dirty="0"/>
            <a:t> et </a:t>
          </a:r>
          <a:r>
            <a:rPr lang="fr-CA" dirty="0">
              <a:hlinkClick xmlns:r="http://schemas.openxmlformats.org/officeDocument/2006/relationships" r:id="rId1"/>
            </a:rPr>
            <a:t>spécial</a:t>
          </a:r>
          <a:endParaRPr lang="en-US" dirty="0"/>
        </a:p>
      </dgm:t>
    </dgm:pt>
    <dgm:pt modelId="{5267586E-4A0E-484E-9C06-922A75714811}" type="parTrans" cxnId="{B7935632-E2A4-482A-8817-9A4670504F07}">
      <dgm:prSet/>
      <dgm:spPr/>
      <dgm:t>
        <a:bodyPr/>
        <a:lstStyle/>
        <a:p>
          <a:endParaRPr lang="en-US"/>
        </a:p>
      </dgm:t>
    </dgm:pt>
    <dgm:pt modelId="{09B45233-41F2-4B7B-9BA2-BFB7140BAC51}" type="sibTrans" cxnId="{B7935632-E2A4-482A-8817-9A4670504F07}">
      <dgm:prSet/>
      <dgm:spPr/>
      <dgm:t>
        <a:bodyPr/>
        <a:lstStyle/>
        <a:p>
          <a:endParaRPr lang="en-US"/>
        </a:p>
      </dgm:t>
    </dgm:pt>
    <dgm:pt modelId="{C5D33812-067D-4427-942C-ACD8DFE32EAF}">
      <dgm:prSet/>
      <dgm:spPr/>
      <dgm:t>
        <a:bodyPr/>
        <a:lstStyle/>
        <a:p>
          <a:r>
            <a:rPr lang="fr-CA" dirty="0"/>
            <a:t>$n 	où n est le </a:t>
          </a:r>
          <a:r>
            <a:rPr lang="fr-CA" dirty="0" err="1"/>
            <a:t>num</a:t>
          </a:r>
          <a:r>
            <a:rPr lang="fr-CA" dirty="0"/>
            <a:t> d’argument</a:t>
          </a:r>
          <a:endParaRPr lang="en-US" dirty="0"/>
        </a:p>
      </dgm:t>
    </dgm:pt>
    <dgm:pt modelId="{04B579FC-6E60-4D2F-AC4D-BFB7CADF63AB}" type="parTrans" cxnId="{0D545670-EE07-47F5-B3CD-1415566A7314}">
      <dgm:prSet/>
      <dgm:spPr/>
      <dgm:t>
        <a:bodyPr/>
        <a:lstStyle/>
        <a:p>
          <a:endParaRPr lang="en-US"/>
        </a:p>
      </dgm:t>
    </dgm:pt>
    <dgm:pt modelId="{FB820401-E391-40AB-AA40-599E35DC7425}" type="sibTrans" cxnId="{0D545670-EE07-47F5-B3CD-1415566A7314}">
      <dgm:prSet/>
      <dgm:spPr/>
      <dgm:t>
        <a:bodyPr/>
        <a:lstStyle/>
        <a:p>
          <a:endParaRPr lang="en-US"/>
        </a:p>
      </dgm:t>
    </dgm:pt>
    <dgm:pt modelId="{C0E624A2-AB4A-4B30-A5BC-32A9B623ECFC}">
      <dgm:prSet/>
      <dgm:spPr/>
      <dgm:t>
        <a:bodyPr/>
        <a:lstStyle/>
        <a:p>
          <a:r>
            <a:rPr lang="en-CA" dirty="0"/>
            <a:t>$0 	nom de la </a:t>
          </a:r>
          <a:r>
            <a:rPr lang="en-CA" dirty="0" err="1"/>
            <a:t>commande</a:t>
          </a:r>
          <a:endParaRPr lang="en-US" dirty="0"/>
        </a:p>
      </dgm:t>
    </dgm:pt>
    <dgm:pt modelId="{42AB9615-D481-4E59-8790-79B4109D9826}" type="parTrans" cxnId="{02FAA92D-BB82-4B2E-953B-8F72D4BFA5A2}">
      <dgm:prSet/>
      <dgm:spPr/>
      <dgm:t>
        <a:bodyPr/>
        <a:lstStyle/>
        <a:p>
          <a:endParaRPr lang="en-US"/>
        </a:p>
      </dgm:t>
    </dgm:pt>
    <dgm:pt modelId="{673746B1-DAC4-4E8A-878A-FFA6AC46B906}" type="sibTrans" cxnId="{02FAA92D-BB82-4B2E-953B-8F72D4BFA5A2}">
      <dgm:prSet/>
      <dgm:spPr/>
      <dgm:t>
        <a:bodyPr/>
        <a:lstStyle/>
        <a:p>
          <a:endParaRPr lang="en-US"/>
        </a:p>
      </dgm:t>
    </dgm:pt>
    <dgm:pt modelId="{D10C34B9-CD8D-48B9-805C-854DC58D1BBE}">
      <dgm:prSet/>
      <dgm:spPr/>
      <dgm:t>
        <a:bodyPr/>
        <a:lstStyle/>
        <a:p>
          <a:r>
            <a:rPr lang="fr-CA"/>
            <a:t>$@ 	Ensemble de param positionnels</a:t>
          </a:r>
          <a:endParaRPr lang="en-US"/>
        </a:p>
      </dgm:t>
    </dgm:pt>
    <dgm:pt modelId="{00399EB5-7071-426B-8AE3-86E77CB7DBB3}" type="parTrans" cxnId="{7C7F33D6-DE69-486C-9FAA-CD6E7FFD149B}">
      <dgm:prSet/>
      <dgm:spPr/>
      <dgm:t>
        <a:bodyPr/>
        <a:lstStyle/>
        <a:p>
          <a:endParaRPr lang="en-US"/>
        </a:p>
      </dgm:t>
    </dgm:pt>
    <dgm:pt modelId="{74B47B1D-4166-4466-AB9A-98E119151037}" type="sibTrans" cxnId="{7C7F33D6-DE69-486C-9FAA-CD6E7FFD149B}">
      <dgm:prSet/>
      <dgm:spPr/>
      <dgm:t>
        <a:bodyPr/>
        <a:lstStyle/>
        <a:p>
          <a:endParaRPr lang="en-US"/>
        </a:p>
      </dgm:t>
    </dgm:pt>
    <dgm:pt modelId="{DE589A48-41F5-4E2A-92F2-0B203BFC16D7}">
      <dgm:prSet/>
      <dgm:spPr/>
      <dgm:t>
        <a:bodyPr/>
        <a:lstStyle/>
        <a:p>
          <a:r>
            <a:rPr lang="fr-CA" dirty="0"/>
            <a:t>$# 	Nombre de  param positionnels</a:t>
          </a:r>
          <a:endParaRPr lang="en-US" dirty="0"/>
        </a:p>
      </dgm:t>
    </dgm:pt>
    <dgm:pt modelId="{2012EDE8-EAF7-4F1A-8051-7A6C3CDF2FBB}" type="parTrans" cxnId="{3A75C18F-D21C-4EE6-A5B2-47D65FF7C36B}">
      <dgm:prSet/>
      <dgm:spPr/>
      <dgm:t>
        <a:bodyPr/>
        <a:lstStyle/>
        <a:p>
          <a:endParaRPr lang="en-US"/>
        </a:p>
      </dgm:t>
    </dgm:pt>
    <dgm:pt modelId="{2A8C04DC-0F2D-466A-938A-5B5BA4C4AD4D}" type="sibTrans" cxnId="{3A75C18F-D21C-4EE6-A5B2-47D65FF7C36B}">
      <dgm:prSet/>
      <dgm:spPr/>
      <dgm:t>
        <a:bodyPr/>
        <a:lstStyle/>
        <a:p>
          <a:endParaRPr lang="en-US"/>
        </a:p>
      </dgm:t>
    </dgm:pt>
    <dgm:pt modelId="{7532D297-F121-478E-BF8E-EE595D19EDE4}">
      <dgm:prSet/>
      <dgm:spPr/>
      <dgm:t>
        <a:bodyPr/>
        <a:lstStyle/>
        <a:p>
          <a:r>
            <a:rPr lang="en-US" dirty="0">
              <a:hlinkClick xmlns:r="http://schemas.openxmlformats.org/officeDocument/2006/relationships" r:id="rId2"/>
            </a:rPr>
            <a:t>Substitution de </a:t>
          </a:r>
          <a:r>
            <a:rPr lang="en-US" dirty="0" err="1">
              <a:hlinkClick xmlns:r="http://schemas.openxmlformats.org/officeDocument/2006/relationships" r:id="rId2"/>
            </a:rPr>
            <a:t>commande</a:t>
          </a:r>
          <a:endParaRPr lang="en-US" dirty="0"/>
        </a:p>
      </dgm:t>
    </dgm:pt>
    <dgm:pt modelId="{2139BD70-B662-4CB2-9197-C49B616BE1F2}" type="parTrans" cxnId="{2EA7CF2E-CF79-458E-970C-6EB483403997}">
      <dgm:prSet/>
      <dgm:spPr/>
    </dgm:pt>
    <dgm:pt modelId="{7EC97C7D-41F1-41E9-AFC9-BC945362A761}" type="sibTrans" cxnId="{2EA7CF2E-CF79-458E-970C-6EB483403997}">
      <dgm:prSet/>
      <dgm:spPr/>
    </dgm:pt>
    <dgm:pt modelId="{97ABB38E-9758-40C2-A7F7-CEAD96DD47C0}">
      <dgm:prSet/>
      <dgm:spPr/>
      <dgm:t>
        <a:bodyPr/>
        <a:lstStyle/>
        <a:p>
          <a:r>
            <a:rPr lang="en-US" dirty="0"/>
            <a:t>$(</a:t>
          </a:r>
          <a:r>
            <a:rPr lang="en-US" dirty="0" err="1"/>
            <a:t>commande</a:t>
          </a:r>
          <a:r>
            <a:rPr lang="en-US" dirty="0"/>
            <a:t>)</a:t>
          </a:r>
        </a:p>
      </dgm:t>
    </dgm:pt>
    <dgm:pt modelId="{BF769E26-D7EC-4035-92B6-ADC3FFC8D196}" type="parTrans" cxnId="{EFC6D0F7-B97D-4BEA-A852-9DF823580EED}">
      <dgm:prSet/>
      <dgm:spPr/>
    </dgm:pt>
    <dgm:pt modelId="{D4E7249D-34BD-425D-8363-B6B7859EAF90}" type="sibTrans" cxnId="{EFC6D0F7-B97D-4BEA-A852-9DF823580EED}">
      <dgm:prSet/>
      <dgm:spPr/>
    </dgm:pt>
    <dgm:pt modelId="{09280078-A2E2-429F-8D77-6D93388DE203}">
      <dgm:prSet/>
      <dgm:spPr/>
      <dgm:t>
        <a:bodyPr/>
        <a:lstStyle/>
        <a:p>
          <a:r>
            <a:rPr lang="en-CA"/>
            <a:t>Remplace </a:t>
          </a:r>
          <a:r>
            <a:rPr lang="en-CA" dirty="0"/>
            <a:t>commande par son r</a:t>
          </a:r>
          <a:r>
            <a:rPr lang="fr-CA" dirty="0" err="1"/>
            <a:t>ésultat</a:t>
          </a:r>
          <a:endParaRPr lang="en-US" dirty="0"/>
        </a:p>
      </dgm:t>
    </dgm:pt>
    <dgm:pt modelId="{33BD832B-8984-45C6-9E2A-44EBB2BF7AE0}" type="parTrans" cxnId="{6548EAAE-BC73-41F0-8F8D-8B448E5ED210}">
      <dgm:prSet/>
      <dgm:spPr/>
    </dgm:pt>
    <dgm:pt modelId="{A9A30605-0ACF-418C-A424-3F02EF37E5D2}" type="sibTrans" cxnId="{6548EAAE-BC73-41F0-8F8D-8B448E5ED210}">
      <dgm:prSet/>
      <dgm:spPr/>
    </dgm:pt>
    <dgm:pt modelId="{5E43469F-4C42-41AB-BA4A-DD0D704F4973}" type="pres">
      <dgm:prSet presAssocID="{0825238C-C15C-4EA3-BD86-5356644674F8}" presName="linear" presStyleCnt="0">
        <dgm:presLayoutVars>
          <dgm:dir/>
          <dgm:animLvl val="lvl"/>
          <dgm:resizeHandles val="exact"/>
        </dgm:presLayoutVars>
      </dgm:prSet>
      <dgm:spPr/>
    </dgm:pt>
    <dgm:pt modelId="{187731E6-5555-4192-854D-BDC9BBE41C0F}" type="pres">
      <dgm:prSet presAssocID="{62EF36E4-D891-4D93-9575-7FA517518C47}" presName="parentLin" presStyleCnt="0"/>
      <dgm:spPr/>
    </dgm:pt>
    <dgm:pt modelId="{F7CC3406-92CB-46DD-A695-A7F76F4771BB}" type="pres">
      <dgm:prSet presAssocID="{62EF36E4-D891-4D93-9575-7FA517518C47}" presName="parentLeftMargin" presStyleLbl="node1" presStyleIdx="0" presStyleCnt="3"/>
      <dgm:spPr/>
    </dgm:pt>
    <dgm:pt modelId="{49A2F09E-0A0E-4BD1-A8B0-D089048FC3D3}" type="pres">
      <dgm:prSet presAssocID="{62EF36E4-D891-4D93-9575-7FA517518C4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0531490-B37A-41D4-AA2E-A503F34048DD}" type="pres">
      <dgm:prSet presAssocID="{62EF36E4-D891-4D93-9575-7FA517518C47}" presName="negativeSpace" presStyleCnt="0"/>
      <dgm:spPr/>
    </dgm:pt>
    <dgm:pt modelId="{DFD028E5-6966-47D2-8FA4-BA43521E38E7}" type="pres">
      <dgm:prSet presAssocID="{62EF36E4-D891-4D93-9575-7FA517518C47}" presName="childText" presStyleLbl="conFgAcc1" presStyleIdx="0" presStyleCnt="3">
        <dgm:presLayoutVars>
          <dgm:bulletEnabled val="1"/>
        </dgm:presLayoutVars>
      </dgm:prSet>
      <dgm:spPr/>
    </dgm:pt>
    <dgm:pt modelId="{92BA207F-D307-4122-A26C-62A8701376C1}" type="pres">
      <dgm:prSet presAssocID="{0B32D64D-F811-4099-BA2C-481D3C849D37}" presName="spaceBetweenRectangles" presStyleCnt="0"/>
      <dgm:spPr/>
    </dgm:pt>
    <dgm:pt modelId="{37B2F3E1-EF35-4F88-AAB4-C70A67E58572}" type="pres">
      <dgm:prSet presAssocID="{741A4010-E9D7-4DFD-B081-B47704D40868}" presName="parentLin" presStyleCnt="0"/>
      <dgm:spPr/>
    </dgm:pt>
    <dgm:pt modelId="{E900101E-3FA2-4EFB-B4A5-5C84CBE0D20C}" type="pres">
      <dgm:prSet presAssocID="{741A4010-E9D7-4DFD-B081-B47704D40868}" presName="parentLeftMargin" presStyleLbl="node1" presStyleIdx="0" presStyleCnt="3"/>
      <dgm:spPr/>
    </dgm:pt>
    <dgm:pt modelId="{C35E1991-6CFE-466B-A45D-7A417C704575}" type="pres">
      <dgm:prSet presAssocID="{741A4010-E9D7-4DFD-B081-B47704D4086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32F072C-FD65-4A24-BEA6-CC61B4A3D9C9}" type="pres">
      <dgm:prSet presAssocID="{741A4010-E9D7-4DFD-B081-B47704D40868}" presName="negativeSpace" presStyleCnt="0"/>
      <dgm:spPr/>
    </dgm:pt>
    <dgm:pt modelId="{7608D18C-6C97-4780-AE7F-81992FF314A4}" type="pres">
      <dgm:prSet presAssocID="{741A4010-E9D7-4DFD-B081-B47704D40868}" presName="childText" presStyleLbl="conFgAcc1" presStyleIdx="1" presStyleCnt="3">
        <dgm:presLayoutVars>
          <dgm:bulletEnabled val="1"/>
        </dgm:presLayoutVars>
      </dgm:prSet>
      <dgm:spPr/>
    </dgm:pt>
    <dgm:pt modelId="{A548D451-CDDB-4914-AEF5-A739B632C97C}" type="pres">
      <dgm:prSet presAssocID="{09B45233-41F2-4B7B-9BA2-BFB7140BAC51}" presName="spaceBetweenRectangles" presStyleCnt="0"/>
      <dgm:spPr/>
    </dgm:pt>
    <dgm:pt modelId="{096B8796-DFEA-4DAD-B5EC-DA67C3EFDD99}" type="pres">
      <dgm:prSet presAssocID="{7532D297-F121-478E-BF8E-EE595D19EDE4}" presName="parentLin" presStyleCnt="0"/>
      <dgm:spPr/>
    </dgm:pt>
    <dgm:pt modelId="{E1CB0321-BAC5-4BEF-B0D8-01DFCDB7AB02}" type="pres">
      <dgm:prSet presAssocID="{7532D297-F121-478E-BF8E-EE595D19EDE4}" presName="parentLeftMargin" presStyleLbl="node1" presStyleIdx="1" presStyleCnt="3"/>
      <dgm:spPr/>
    </dgm:pt>
    <dgm:pt modelId="{6A9FA484-DD95-4EE9-9850-D7C83AF0E706}" type="pres">
      <dgm:prSet presAssocID="{7532D297-F121-478E-BF8E-EE595D19EDE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0D3B838-1434-42B9-B6FF-D7C3E0A1450E}" type="pres">
      <dgm:prSet presAssocID="{7532D297-F121-478E-BF8E-EE595D19EDE4}" presName="negativeSpace" presStyleCnt="0"/>
      <dgm:spPr/>
    </dgm:pt>
    <dgm:pt modelId="{1B21680E-E43B-44DC-8C63-9587D050F7FF}" type="pres">
      <dgm:prSet presAssocID="{7532D297-F121-478E-BF8E-EE595D19EDE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63F6409-0358-4AE0-9382-406417B9C1E6}" srcId="{62EF36E4-D891-4D93-9575-7FA517518C47}" destId="{2854384E-685A-4652-BE69-BBD036385F8D}" srcOrd="1" destOrd="0" parTransId="{BD737AB4-036C-43AA-AE3D-0F133A2BB32B}" sibTransId="{4254F966-8126-4302-A51E-21FC091F193C}"/>
    <dgm:cxn modelId="{AD0B480A-5A2D-4FD2-825F-5DAE14956261}" type="presOf" srcId="{7532D297-F121-478E-BF8E-EE595D19EDE4}" destId="{E1CB0321-BAC5-4BEF-B0D8-01DFCDB7AB02}" srcOrd="0" destOrd="0" presId="urn:microsoft.com/office/officeart/2005/8/layout/list1"/>
    <dgm:cxn modelId="{43AD220D-219A-459E-8894-8F06C9F304EF}" srcId="{0825238C-C15C-4EA3-BD86-5356644674F8}" destId="{62EF36E4-D891-4D93-9575-7FA517518C47}" srcOrd="0" destOrd="0" parTransId="{38B0F455-E39B-4ACB-9661-ADEADE4654D6}" sibTransId="{0B32D64D-F811-4099-BA2C-481D3C849D37}"/>
    <dgm:cxn modelId="{C9B40515-9904-4E9E-A5E3-787F7480939D}" type="presOf" srcId="{0D6608FC-B81E-4BC4-928A-852782B40A65}" destId="{DFD028E5-6966-47D2-8FA4-BA43521E38E7}" srcOrd="0" destOrd="1" presId="urn:microsoft.com/office/officeart/2005/8/layout/list1"/>
    <dgm:cxn modelId="{5E4CC029-C1F8-4388-B95A-BDC8FE34F1F6}" type="presOf" srcId="{D10C34B9-CD8D-48B9-805C-854DC58D1BBE}" destId="{7608D18C-6C97-4780-AE7F-81992FF314A4}" srcOrd="0" destOrd="2" presId="urn:microsoft.com/office/officeart/2005/8/layout/list1"/>
    <dgm:cxn modelId="{02FAA92D-BB82-4B2E-953B-8F72D4BFA5A2}" srcId="{741A4010-E9D7-4DFD-B081-B47704D40868}" destId="{C0E624A2-AB4A-4B30-A5BC-32A9B623ECFC}" srcOrd="1" destOrd="0" parTransId="{42AB9615-D481-4E59-8790-79B4109D9826}" sibTransId="{673746B1-DAC4-4E8A-878A-FFA6AC46B906}"/>
    <dgm:cxn modelId="{2EA7CF2E-CF79-458E-970C-6EB483403997}" srcId="{0825238C-C15C-4EA3-BD86-5356644674F8}" destId="{7532D297-F121-478E-BF8E-EE595D19EDE4}" srcOrd="2" destOrd="0" parTransId="{2139BD70-B662-4CB2-9197-C49B616BE1F2}" sibTransId="{7EC97C7D-41F1-41E9-AFC9-BC945362A761}"/>
    <dgm:cxn modelId="{B7935632-E2A4-482A-8817-9A4670504F07}" srcId="{0825238C-C15C-4EA3-BD86-5356644674F8}" destId="{741A4010-E9D7-4DFD-B081-B47704D40868}" srcOrd="1" destOrd="0" parTransId="{5267586E-4A0E-484E-9C06-922A75714811}" sibTransId="{09B45233-41F2-4B7B-9BA2-BFB7140BAC51}"/>
    <dgm:cxn modelId="{AA48C033-2D20-4969-9B3D-4F0DA7918013}" type="presOf" srcId="{BD9A8C27-406F-4961-8746-BD0D59B50914}" destId="{DFD028E5-6966-47D2-8FA4-BA43521E38E7}" srcOrd="0" destOrd="0" presId="urn:microsoft.com/office/officeart/2005/8/layout/list1"/>
    <dgm:cxn modelId="{35E9D23A-627D-4DD6-8650-B376CB17B2B0}" type="presOf" srcId="{0825238C-C15C-4EA3-BD86-5356644674F8}" destId="{5E43469F-4C42-41AB-BA4A-DD0D704F4973}" srcOrd="0" destOrd="0" presId="urn:microsoft.com/office/officeart/2005/8/layout/list1"/>
    <dgm:cxn modelId="{C80DE13A-8917-4860-B0F6-91892BCAF8CC}" type="presOf" srcId="{C5D33812-067D-4427-942C-ACD8DFE32EAF}" destId="{7608D18C-6C97-4780-AE7F-81992FF314A4}" srcOrd="0" destOrd="0" presId="urn:microsoft.com/office/officeart/2005/8/layout/list1"/>
    <dgm:cxn modelId="{BC91803E-EFEA-4FEC-A82D-4874CF9CE102}" type="presOf" srcId="{97ABB38E-9758-40C2-A7F7-CEAD96DD47C0}" destId="{1B21680E-E43B-44DC-8C63-9587D050F7FF}" srcOrd="0" destOrd="0" presId="urn:microsoft.com/office/officeart/2005/8/layout/list1"/>
    <dgm:cxn modelId="{F39AB062-28D8-492A-9D87-2F44A5925C9C}" type="presOf" srcId="{09280078-A2E2-429F-8D77-6D93388DE203}" destId="{1B21680E-E43B-44DC-8C63-9587D050F7FF}" srcOrd="0" destOrd="1" presId="urn:microsoft.com/office/officeart/2005/8/layout/list1"/>
    <dgm:cxn modelId="{90F3E264-6BCF-4DE4-823C-B1E6FB92E650}" srcId="{2854384E-685A-4652-BE69-BBD036385F8D}" destId="{38CD5A54-8202-4E2E-B0BF-8A7C5BD59420}" srcOrd="0" destOrd="0" parTransId="{5DBF4611-E049-4715-B1CE-162AE848635A}" sibTransId="{274D76B6-6FAD-4E03-B7CA-293DB8CEEADA}"/>
    <dgm:cxn modelId="{0D545670-EE07-47F5-B3CD-1415566A7314}" srcId="{741A4010-E9D7-4DFD-B081-B47704D40868}" destId="{C5D33812-067D-4427-942C-ACD8DFE32EAF}" srcOrd="0" destOrd="0" parTransId="{04B579FC-6E60-4D2F-AC4D-BFB7CADF63AB}" sibTransId="{FB820401-E391-40AB-AA40-599E35DC7425}"/>
    <dgm:cxn modelId="{5515BE55-0659-413C-A982-80B3AD77ECF6}" srcId="{62EF36E4-D891-4D93-9575-7FA517518C47}" destId="{BD9A8C27-406F-4961-8746-BD0D59B50914}" srcOrd="0" destOrd="0" parTransId="{A15346D7-EC12-4E75-9C29-93E87749576D}" sibTransId="{E1A7C144-D88B-4200-82DF-9591D9940C90}"/>
    <dgm:cxn modelId="{31A3B77E-443D-43B6-9CED-1F68623B325C}" type="presOf" srcId="{C0E624A2-AB4A-4B30-A5BC-32A9B623ECFC}" destId="{7608D18C-6C97-4780-AE7F-81992FF314A4}" srcOrd="0" destOrd="1" presId="urn:microsoft.com/office/officeart/2005/8/layout/list1"/>
    <dgm:cxn modelId="{3A75C18F-D21C-4EE6-A5B2-47D65FF7C36B}" srcId="{741A4010-E9D7-4DFD-B081-B47704D40868}" destId="{DE589A48-41F5-4E2A-92F2-0B203BFC16D7}" srcOrd="3" destOrd="0" parTransId="{2012EDE8-EAF7-4F1A-8051-7A6C3CDF2FBB}" sibTransId="{2A8C04DC-0F2D-466A-938A-5B5BA4C4AD4D}"/>
    <dgm:cxn modelId="{F567D59E-B4C1-4423-9D26-983023CE43C4}" type="presOf" srcId="{DE589A48-41F5-4E2A-92F2-0B203BFC16D7}" destId="{7608D18C-6C97-4780-AE7F-81992FF314A4}" srcOrd="0" destOrd="3" presId="urn:microsoft.com/office/officeart/2005/8/layout/list1"/>
    <dgm:cxn modelId="{8D8B3AAA-9385-4079-9A25-87472919D0CF}" type="presOf" srcId="{62EF36E4-D891-4D93-9575-7FA517518C47}" destId="{F7CC3406-92CB-46DD-A695-A7F76F4771BB}" srcOrd="0" destOrd="0" presId="urn:microsoft.com/office/officeart/2005/8/layout/list1"/>
    <dgm:cxn modelId="{6548EAAE-BC73-41F0-8F8D-8B448E5ED210}" srcId="{97ABB38E-9758-40C2-A7F7-CEAD96DD47C0}" destId="{09280078-A2E2-429F-8D77-6D93388DE203}" srcOrd="0" destOrd="0" parTransId="{33BD832B-8984-45C6-9E2A-44EBB2BF7AE0}" sibTransId="{A9A30605-0ACF-418C-A424-3F02EF37E5D2}"/>
    <dgm:cxn modelId="{50E519AF-0331-4AA7-B760-8D848E5899DC}" type="presOf" srcId="{62EF36E4-D891-4D93-9575-7FA517518C47}" destId="{49A2F09E-0A0E-4BD1-A8B0-D089048FC3D3}" srcOrd="1" destOrd="0" presId="urn:microsoft.com/office/officeart/2005/8/layout/list1"/>
    <dgm:cxn modelId="{A86D4FB0-4402-4F28-936E-2BE712EB3EC0}" srcId="{BD9A8C27-406F-4961-8746-BD0D59B50914}" destId="{0D6608FC-B81E-4BC4-928A-852782B40A65}" srcOrd="0" destOrd="0" parTransId="{32A2F46E-3C83-46B3-AD0E-9AE22B418DA4}" sibTransId="{505E1FE6-FC6B-456B-BF5A-3720B7EC2DB2}"/>
    <dgm:cxn modelId="{607FF7B1-CC46-46D2-8409-21CC644BDDAE}" type="presOf" srcId="{38CD5A54-8202-4E2E-B0BF-8A7C5BD59420}" destId="{DFD028E5-6966-47D2-8FA4-BA43521E38E7}" srcOrd="0" destOrd="3" presId="urn:microsoft.com/office/officeart/2005/8/layout/list1"/>
    <dgm:cxn modelId="{D2406ABC-71E2-44B3-9489-73214C28E0A6}" type="presOf" srcId="{7532D297-F121-478E-BF8E-EE595D19EDE4}" destId="{6A9FA484-DD95-4EE9-9850-D7C83AF0E706}" srcOrd="1" destOrd="0" presId="urn:microsoft.com/office/officeart/2005/8/layout/list1"/>
    <dgm:cxn modelId="{E8F15BBF-F3CD-4163-B52C-02FA6153758D}" type="presOf" srcId="{741A4010-E9D7-4DFD-B081-B47704D40868}" destId="{E900101E-3FA2-4EFB-B4A5-5C84CBE0D20C}" srcOrd="0" destOrd="0" presId="urn:microsoft.com/office/officeart/2005/8/layout/list1"/>
    <dgm:cxn modelId="{7C7F33D6-DE69-486C-9FAA-CD6E7FFD149B}" srcId="{741A4010-E9D7-4DFD-B081-B47704D40868}" destId="{D10C34B9-CD8D-48B9-805C-854DC58D1BBE}" srcOrd="2" destOrd="0" parTransId="{00399EB5-7071-426B-8AE3-86E77CB7DBB3}" sibTransId="{74B47B1D-4166-4466-AB9A-98E119151037}"/>
    <dgm:cxn modelId="{B9A781E7-C244-4842-8032-FD972FC4AC26}" type="presOf" srcId="{2854384E-685A-4652-BE69-BBD036385F8D}" destId="{DFD028E5-6966-47D2-8FA4-BA43521E38E7}" srcOrd="0" destOrd="2" presId="urn:microsoft.com/office/officeart/2005/8/layout/list1"/>
    <dgm:cxn modelId="{0815E7EE-43AA-48F2-802B-CD7EB03D8A72}" type="presOf" srcId="{741A4010-E9D7-4DFD-B081-B47704D40868}" destId="{C35E1991-6CFE-466B-A45D-7A417C704575}" srcOrd="1" destOrd="0" presId="urn:microsoft.com/office/officeart/2005/8/layout/list1"/>
    <dgm:cxn modelId="{EFC6D0F7-B97D-4BEA-A852-9DF823580EED}" srcId="{7532D297-F121-478E-BF8E-EE595D19EDE4}" destId="{97ABB38E-9758-40C2-A7F7-CEAD96DD47C0}" srcOrd="0" destOrd="0" parTransId="{BF769E26-D7EC-4035-92B6-ADC3FFC8D196}" sibTransId="{D4E7249D-34BD-425D-8363-B6B7859EAF90}"/>
    <dgm:cxn modelId="{64ACF57A-3F3A-48D0-A50A-736BD7A3A926}" type="presParOf" srcId="{5E43469F-4C42-41AB-BA4A-DD0D704F4973}" destId="{187731E6-5555-4192-854D-BDC9BBE41C0F}" srcOrd="0" destOrd="0" presId="urn:microsoft.com/office/officeart/2005/8/layout/list1"/>
    <dgm:cxn modelId="{77BABA8F-4AD3-409C-81B0-39322A68706C}" type="presParOf" srcId="{187731E6-5555-4192-854D-BDC9BBE41C0F}" destId="{F7CC3406-92CB-46DD-A695-A7F76F4771BB}" srcOrd="0" destOrd="0" presId="urn:microsoft.com/office/officeart/2005/8/layout/list1"/>
    <dgm:cxn modelId="{9009A6B5-9103-4681-B0AE-F5C828776E13}" type="presParOf" srcId="{187731E6-5555-4192-854D-BDC9BBE41C0F}" destId="{49A2F09E-0A0E-4BD1-A8B0-D089048FC3D3}" srcOrd="1" destOrd="0" presId="urn:microsoft.com/office/officeart/2005/8/layout/list1"/>
    <dgm:cxn modelId="{7450E892-3D3C-4177-9437-84A42D061839}" type="presParOf" srcId="{5E43469F-4C42-41AB-BA4A-DD0D704F4973}" destId="{50531490-B37A-41D4-AA2E-A503F34048DD}" srcOrd="1" destOrd="0" presId="urn:microsoft.com/office/officeart/2005/8/layout/list1"/>
    <dgm:cxn modelId="{B87BC16D-1393-4929-9307-CDFC10ECB92F}" type="presParOf" srcId="{5E43469F-4C42-41AB-BA4A-DD0D704F4973}" destId="{DFD028E5-6966-47D2-8FA4-BA43521E38E7}" srcOrd="2" destOrd="0" presId="urn:microsoft.com/office/officeart/2005/8/layout/list1"/>
    <dgm:cxn modelId="{971B4A7E-F4CA-4128-A28E-11A765862ADB}" type="presParOf" srcId="{5E43469F-4C42-41AB-BA4A-DD0D704F4973}" destId="{92BA207F-D307-4122-A26C-62A8701376C1}" srcOrd="3" destOrd="0" presId="urn:microsoft.com/office/officeart/2005/8/layout/list1"/>
    <dgm:cxn modelId="{30AD7E9F-0969-4715-BA94-142F13D59D1C}" type="presParOf" srcId="{5E43469F-4C42-41AB-BA4A-DD0D704F4973}" destId="{37B2F3E1-EF35-4F88-AAB4-C70A67E58572}" srcOrd="4" destOrd="0" presId="urn:microsoft.com/office/officeart/2005/8/layout/list1"/>
    <dgm:cxn modelId="{D5340248-476B-4BA4-9503-1ACDBF460614}" type="presParOf" srcId="{37B2F3E1-EF35-4F88-AAB4-C70A67E58572}" destId="{E900101E-3FA2-4EFB-B4A5-5C84CBE0D20C}" srcOrd="0" destOrd="0" presId="urn:microsoft.com/office/officeart/2005/8/layout/list1"/>
    <dgm:cxn modelId="{E843D472-30F3-4895-A8AC-C7549E23C5BC}" type="presParOf" srcId="{37B2F3E1-EF35-4F88-AAB4-C70A67E58572}" destId="{C35E1991-6CFE-466B-A45D-7A417C704575}" srcOrd="1" destOrd="0" presId="urn:microsoft.com/office/officeart/2005/8/layout/list1"/>
    <dgm:cxn modelId="{EEF61BD8-08DB-4D0B-95AC-CA00EA5E559D}" type="presParOf" srcId="{5E43469F-4C42-41AB-BA4A-DD0D704F4973}" destId="{232F072C-FD65-4A24-BEA6-CC61B4A3D9C9}" srcOrd="5" destOrd="0" presId="urn:microsoft.com/office/officeart/2005/8/layout/list1"/>
    <dgm:cxn modelId="{B686FA99-A67B-4CC5-97DA-AB23287CD906}" type="presParOf" srcId="{5E43469F-4C42-41AB-BA4A-DD0D704F4973}" destId="{7608D18C-6C97-4780-AE7F-81992FF314A4}" srcOrd="6" destOrd="0" presId="urn:microsoft.com/office/officeart/2005/8/layout/list1"/>
    <dgm:cxn modelId="{9384C60F-4101-461C-8D97-63807DA414E6}" type="presParOf" srcId="{5E43469F-4C42-41AB-BA4A-DD0D704F4973}" destId="{A548D451-CDDB-4914-AEF5-A739B632C97C}" srcOrd="7" destOrd="0" presId="urn:microsoft.com/office/officeart/2005/8/layout/list1"/>
    <dgm:cxn modelId="{BDDF369D-4416-4709-96AA-C5E2CBD6E17A}" type="presParOf" srcId="{5E43469F-4C42-41AB-BA4A-DD0D704F4973}" destId="{096B8796-DFEA-4DAD-B5EC-DA67C3EFDD99}" srcOrd="8" destOrd="0" presId="urn:microsoft.com/office/officeart/2005/8/layout/list1"/>
    <dgm:cxn modelId="{DCDD1572-099A-4317-926E-0A5662BD0356}" type="presParOf" srcId="{096B8796-DFEA-4DAD-B5EC-DA67C3EFDD99}" destId="{E1CB0321-BAC5-4BEF-B0D8-01DFCDB7AB02}" srcOrd="0" destOrd="0" presId="urn:microsoft.com/office/officeart/2005/8/layout/list1"/>
    <dgm:cxn modelId="{D0E045FB-5E80-4870-99BB-D381425F2CB9}" type="presParOf" srcId="{096B8796-DFEA-4DAD-B5EC-DA67C3EFDD99}" destId="{6A9FA484-DD95-4EE9-9850-D7C83AF0E706}" srcOrd="1" destOrd="0" presId="urn:microsoft.com/office/officeart/2005/8/layout/list1"/>
    <dgm:cxn modelId="{380BADE5-7534-4AC3-82E7-D643996B21CB}" type="presParOf" srcId="{5E43469F-4C42-41AB-BA4A-DD0D704F4973}" destId="{50D3B838-1434-42B9-B6FF-D7C3E0A1450E}" srcOrd="9" destOrd="0" presId="urn:microsoft.com/office/officeart/2005/8/layout/list1"/>
    <dgm:cxn modelId="{3D6416ED-97D2-446B-B0E3-386F6F84C3F2}" type="presParOf" srcId="{5E43469F-4C42-41AB-BA4A-DD0D704F4973}" destId="{1B21680E-E43B-44DC-8C63-9587D050F7F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04A39B-936A-45FC-881D-DEAC87A7B4B0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5E416A3-721E-47D6-A211-FAA55734E4D8}">
      <dgm:prSet custT="1"/>
      <dgm:spPr/>
      <dgm:t>
        <a:bodyPr/>
        <a:lstStyle/>
        <a:p>
          <a:r>
            <a:rPr lang="fr-FR" sz="2400" dirty="0">
              <a:hlinkClick xmlns:r="http://schemas.openxmlformats.org/officeDocument/2006/relationships" r:id="rId1"/>
            </a:rPr>
            <a:t>Les tests conditionnels utilisent</a:t>
          </a:r>
          <a:endParaRPr lang="en-US" sz="2400" dirty="0"/>
        </a:p>
      </dgm:t>
    </dgm:pt>
    <dgm:pt modelId="{A573481D-65C8-4FFB-96D2-796F5528D827}" type="parTrans" cxnId="{71C6FE76-F63E-4962-8D17-3F202A94CA8A}">
      <dgm:prSet/>
      <dgm:spPr/>
      <dgm:t>
        <a:bodyPr/>
        <a:lstStyle/>
        <a:p>
          <a:endParaRPr lang="en-US"/>
        </a:p>
      </dgm:t>
    </dgm:pt>
    <dgm:pt modelId="{3A5FCC2D-AAFA-428B-8521-1D28CC77D238}" type="sibTrans" cxnId="{71C6FE76-F63E-4962-8D17-3F202A94CA8A}">
      <dgm:prSet/>
      <dgm:spPr/>
      <dgm:t>
        <a:bodyPr/>
        <a:lstStyle/>
        <a:p>
          <a:endParaRPr lang="en-US"/>
        </a:p>
      </dgm:t>
    </dgm:pt>
    <dgm:pt modelId="{001EA8B7-6589-48A7-9B93-D2CF3E0BB53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`[ ]`</a:t>
          </a:r>
          <a:endParaRPr lang="en-US"/>
        </a:p>
      </dgm:t>
    </dgm:pt>
    <dgm:pt modelId="{F89FAED2-0E1B-4B21-B142-4218E0D8A8E5}" type="parTrans" cxnId="{DA8324E9-0A5E-493C-ABAF-029E1CA6BC41}">
      <dgm:prSet/>
      <dgm:spPr/>
      <dgm:t>
        <a:bodyPr/>
        <a:lstStyle/>
        <a:p>
          <a:endParaRPr lang="en-US"/>
        </a:p>
      </dgm:t>
    </dgm:pt>
    <dgm:pt modelId="{764B598B-5F7A-4429-BA49-254CDE30D619}" type="sibTrans" cxnId="{DA8324E9-0A5E-493C-ABAF-029E1CA6BC41}">
      <dgm:prSet/>
      <dgm:spPr/>
      <dgm:t>
        <a:bodyPr/>
        <a:lstStyle/>
        <a:p>
          <a:endParaRPr lang="en-US"/>
        </a:p>
      </dgm:t>
    </dgm:pt>
    <dgm:pt modelId="{2A12AA5E-4415-487C-AD41-5E5B9C0C6BE9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`test`</a:t>
          </a:r>
          <a:endParaRPr lang="en-US"/>
        </a:p>
      </dgm:t>
    </dgm:pt>
    <dgm:pt modelId="{857FF0E8-0B03-4366-B031-58EF4E7499AD}" type="parTrans" cxnId="{F61E22D6-09AD-4646-ADFB-DCA09AD185B3}">
      <dgm:prSet/>
      <dgm:spPr/>
      <dgm:t>
        <a:bodyPr/>
        <a:lstStyle/>
        <a:p>
          <a:endParaRPr lang="en-US"/>
        </a:p>
      </dgm:t>
    </dgm:pt>
    <dgm:pt modelId="{1CBC02E5-8EFE-4E9D-A184-1331C6556ADB}" type="sibTrans" cxnId="{F61E22D6-09AD-4646-ADFB-DCA09AD185B3}">
      <dgm:prSet/>
      <dgm:spPr/>
      <dgm:t>
        <a:bodyPr/>
        <a:lstStyle/>
        <a:p>
          <a:endParaRPr lang="en-US"/>
        </a:p>
      </dgm:t>
    </dgm:pt>
    <dgm:pt modelId="{1FAD0578-E40A-4209-B23F-D401094856E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`[[ ]]` (</a:t>
          </a:r>
          <a:r>
            <a:rPr lang="fr-FR" dirty="0" err="1"/>
            <a:t>bash</a:t>
          </a:r>
          <a:r>
            <a:rPr lang="fr-FR" dirty="0"/>
            <a:t>)</a:t>
          </a:r>
          <a:endParaRPr lang="en-US" dirty="0"/>
        </a:p>
      </dgm:t>
    </dgm:pt>
    <dgm:pt modelId="{05C10169-44DA-41BB-A19D-CACA6B94630C}" type="parTrans" cxnId="{B5D8BFF3-E52D-4A57-8443-0F628F4A1E28}">
      <dgm:prSet/>
      <dgm:spPr/>
      <dgm:t>
        <a:bodyPr/>
        <a:lstStyle/>
        <a:p>
          <a:endParaRPr lang="en-US"/>
        </a:p>
      </dgm:t>
    </dgm:pt>
    <dgm:pt modelId="{B0B610AC-9FAE-4552-8312-A9B6368FF133}" type="sibTrans" cxnId="{B5D8BFF3-E52D-4A57-8443-0F628F4A1E28}">
      <dgm:prSet/>
      <dgm:spPr/>
      <dgm:t>
        <a:bodyPr/>
        <a:lstStyle/>
        <a:p>
          <a:endParaRPr lang="en-US"/>
        </a:p>
      </dgm:t>
    </dgm:pt>
    <dgm:pt modelId="{FEFB98D4-08A1-4A85-BA1D-1FBEBE60193A}">
      <dgm:prSet custT="1"/>
      <dgm:spPr/>
      <dgm:t>
        <a:bodyPr/>
        <a:lstStyle/>
        <a:p>
          <a:r>
            <a:rPr lang="fr-FR" sz="2400" dirty="0">
              <a:hlinkClick xmlns:r="http://schemas.openxmlformats.org/officeDocument/2006/relationships" r:id="rId2"/>
            </a:rPr>
            <a:t>Comparaison de fichiers</a:t>
          </a:r>
          <a:endParaRPr lang="en-US" sz="2400" dirty="0"/>
        </a:p>
      </dgm:t>
    </dgm:pt>
    <dgm:pt modelId="{F8EF9AA9-1D2D-4891-BD1F-804BB50DF45F}" type="parTrans" cxnId="{891BB886-CD3E-4B7E-BA2B-3D02D06A737F}">
      <dgm:prSet/>
      <dgm:spPr/>
      <dgm:t>
        <a:bodyPr/>
        <a:lstStyle/>
        <a:p>
          <a:endParaRPr lang="en-CA"/>
        </a:p>
      </dgm:t>
    </dgm:pt>
    <dgm:pt modelId="{D1693EE7-8A6C-4964-95B2-61BF168C1B89}" type="sibTrans" cxnId="{891BB886-CD3E-4B7E-BA2B-3D02D06A737F}">
      <dgm:prSet/>
      <dgm:spPr/>
      <dgm:t>
        <a:bodyPr/>
        <a:lstStyle/>
        <a:p>
          <a:endParaRPr lang="en-CA"/>
        </a:p>
      </dgm:t>
    </dgm:pt>
    <dgm:pt modelId="{1B5EF0D1-63E5-4249-967A-B6EAD0B2ABC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`-f`	Fichier existe et est régulier</a:t>
          </a:r>
        </a:p>
      </dgm:t>
    </dgm:pt>
    <dgm:pt modelId="{38D83FEF-0642-4E67-98B2-824FFBD43FA3}" type="parTrans" cxnId="{FD989F5B-341C-4AD5-AF23-E9D095B09D5F}">
      <dgm:prSet/>
      <dgm:spPr/>
      <dgm:t>
        <a:bodyPr/>
        <a:lstStyle/>
        <a:p>
          <a:endParaRPr lang="en-CA"/>
        </a:p>
      </dgm:t>
    </dgm:pt>
    <dgm:pt modelId="{04C8F479-1F28-461F-8870-E8AD77408D3D}" type="sibTrans" cxnId="{FD989F5B-341C-4AD5-AF23-E9D095B09D5F}">
      <dgm:prSet/>
      <dgm:spPr/>
      <dgm:t>
        <a:bodyPr/>
        <a:lstStyle/>
        <a:p>
          <a:endParaRPr lang="en-CA"/>
        </a:p>
      </dgm:t>
    </dgm:pt>
    <dgm:pt modelId="{2A977E8F-6445-43D1-83B2-07011634F773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`-d`	Fichier existe et est répertoire</a:t>
          </a:r>
        </a:p>
      </dgm:t>
    </dgm:pt>
    <dgm:pt modelId="{13A219E0-EB45-45EC-A3F5-320CFB7379D8}" type="parTrans" cxnId="{6AAB1826-A216-432E-81C1-0AA0884EC60A}">
      <dgm:prSet/>
      <dgm:spPr/>
      <dgm:t>
        <a:bodyPr/>
        <a:lstStyle/>
        <a:p>
          <a:endParaRPr lang="en-CA"/>
        </a:p>
      </dgm:t>
    </dgm:pt>
    <dgm:pt modelId="{C0128C01-EF23-4977-92EF-5FC07F1409B0}" type="sibTrans" cxnId="{6AAB1826-A216-432E-81C1-0AA0884EC60A}">
      <dgm:prSet/>
      <dgm:spPr/>
      <dgm:t>
        <a:bodyPr/>
        <a:lstStyle/>
        <a:p>
          <a:endParaRPr lang="en-CA"/>
        </a:p>
      </dgm:t>
    </dgm:pt>
    <dgm:pt modelId="{40B54DF2-89D9-4D43-B22E-7C4B39A261EB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`-r`	Fichier existe et est lisible</a:t>
          </a:r>
        </a:p>
      </dgm:t>
    </dgm:pt>
    <dgm:pt modelId="{E2C10059-443E-4047-BD37-D5F504D72DCD}" type="parTrans" cxnId="{FAB6CFFB-C465-4E2A-BDAE-A658884F325A}">
      <dgm:prSet/>
      <dgm:spPr/>
      <dgm:t>
        <a:bodyPr/>
        <a:lstStyle/>
        <a:p>
          <a:endParaRPr lang="en-CA"/>
        </a:p>
      </dgm:t>
    </dgm:pt>
    <dgm:pt modelId="{1FF8CEF7-468C-4E2E-9EB6-4B5B3DACD544}" type="sibTrans" cxnId="{FAB6CFFB-C465-4E2A-BDAE-A658884F325A}">
      <dgm:prSet/>
      <dgm:spPr/>
      <dgm:t>
        <a:bodyPr/>
        <a:lstStyle/>
        <a:p>
          <a:endParaRPr lang="en-CA"/>
        </a:p>
      </dgm:t>
    </dgm:pt>
    <dgm:pt modelId="{AC297195-E37A-49F1-A14B-DFA86E7FD104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 err="1"/>
            <a:t>etc</a:t>
          </a:r>
          <a:endParaRPr lang="fr-FR" dirty="0"/>
        </a:p>
      </dgm:t>
    </dgm:pt>
    <dgm:pt modelId="{EE7568B7-9A48-4CDD-9BF8-222EC0A46B9D}" type="parTrans" cxnId="{C6418C03-D8FB-4DFA-B7B6-AC623D6EE78E}">
      <dgm:prSet/>
      <dgm:spPr/>
      <dgm:t>
        <a:bodyPr/>
        <a:lstStyle/>
        <a:p>
          <a:endParaRPr lang="en-CA"/>
        </a:p>
      </dgm:t>
    </dgm:pt>
    <dgm:pt modelId="{D1A74FF4-3529-46C7-9818-15ABF874C3D7}" type="sibTrans" cxnId="{C6418C03-D8FB-4DFA-B7B6-AC623D6EE78E}">
      <dgm:prSet/>
      <dgm:spPr/>
      <dgm:t>
        <a:bodyPr/>
        <a:lstStyle/>
        <a:p>
          <a:endParaRPr lang="en-CA"/>
        </a:p>
      </dgm:t>
    </dgm:pt>
    <dgm:pt modelId="{00C32CCB-D882-4C10-9EDC-4F8C54465D85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`-e`	Fichier existe</a:t>
          </a:r>
        </a:p>
      </dgm:t>
    </dgm:pt>
    <dgm:pt modelId="{3CC795D3-C825-41BD-94C1-1C5B250AA9DC}" type="parTrans" cxnId="{CC9B92E4-2BAA-4171-A560-591E48940127}">
      <dgm:prSet/>
      <dgm:spPr/>
      <dgm:t>
        <a:bodyPr/>
        <a:lstStyle/>
        <a:p>
          <a:endParaRPr lang="en-CA"/>
        </a:p>
      </dgm:t>
    </dgm:pt>
    <dgm:pt modelId="{98A24721-5965-49BC-A0C1-AB9148150CDA}" type="sibTrans" cxnId="{CC9B92E4-2BAA-4171-A560-591E48940127}">
      <dgm:prSet/>
      <dgm:spPr/>
      <dgm:t>
        <a:bodyPr/>
        <a:lstStyle/>
        <a:p>
          <a:endParaRPr lang="en-CA"/>
        </a:p>
      </dgm:t>
    </dgm:pt>
    <dgm:pt modelId="{56D204FB-A71B-4706-A357-A12252DE51BC}">
      <dgm:prSet custT="1"/>
      <dgm:spPr/>
      <dgm:t>
        <a:bodyPr/>
        <a:lstStyle/>
        <a:p>
          <a:r>
            <a:rPr lang="en-US" sz="2400" dirty="0"/>
            <a:t>Note</a:t>
          </a:r>
        </a:p>
      </dgm:t>
    </dgm:pt>
    <dgm:pt modelId="{EDEB7008-3388-4A92-8B19-A8A8F555B503}" type="parTrans" cxnId="{6904EB0D-5B6D-4B0A-B52F-0BF6FE6FA5C2}">
      <dgm:prSet/>
      <dgm:spPr/>
      <dgm:t>
        <a:bodyPr/>
        <a:lstStyle/>
        <a:p>
          <a:endParaRPr lang="en-CA"/>
        </a:p>
      </dgm:t>
    </dgm:pt>
    <dgm:pt modelId="{AE34CC55-C4FC-41F3-9600-0425C8161D96}" type="sibTrans" cxnId="{6904EB0D-5B6D-4B0A-B52F-0BF6FE6FA5C2}">
      <dgm:prSet/>
      <dgm:spPr/>
      <dgm:t>
        <a:bodyPr/>
        <a:lstStyle/>
        <a:p>
          <a:endParaRPr lang="en-CA"/>
        </a:p>
      </dgm:t>
    </dgm:pt>
    <dgm:pt modelId="{CDF53E6E-89E7-46D9-BF36-A970B4F7CBA1}">
      <dgm:prSet/>
      <dgm:spPr/>
      <dgm:t>
        <a:bodyPr/>
        <a:lstStyle/>
        <a:p>
          <a:r>
            <a:rPr lang="fr-FR" dirty="0"/>
            <a:t>Guillemets doubles autour des variables préviennent les erreurs pour </a:t>
          </a:r>
          <a:r>
            <a:rPr lang="fr-FR" b="1" dirty="0"/>
            <a:t>test / [ ]</a:t>
          </a:r>
          <a:endParaRPr lang="en-US" b="1" dirty="0"/>
        </a:p>
      </dgm:t>
    </dgm:pt>
    <dgm:pt modelId="{0956AD94-A4A4-42D5-B765-713A48C10B8E}" type="parTrans" cxnId="{E2FE7053-CE6A-492B-B7A1-065B00D7E02D}">
      <dgm:prSet/>
      <dgm:spPr/>
      <dgm:t>
        <a:bodyPr/>
        <a:lstStyle/>
        <a:p>
          <a:endParaRPr lang="en-CA"/>
        </a:p>
      </dgm:t>
    </dgm:pt>
    <dgm:pt modelId="{66B95223-E0BB-457A-8458-63C4D2D4769C}" type="sibTrans" cxnId="{E2FE7053-CE6A-492B-B7A1-065B00D7E02D}">
      <dgm:prSet/>
      <dgm:spPr/>
      <dgm:t>
        <a:bodyPr/>
        <a:lstStyle/>
        <a:p>
          <a:endParaRPr lang="en-CA"/>
        </a:p>
      </dgm:t>
    </dgm:pt>
    <dgm:pt modelId="{4602FD44-E1E6-4AB2-948C-1C0676D63AC9}">
      <dgm:prSet/>
      <dgm:spPr/>
      <dgm:t>
        <a:bodyPr/>
        <a:lstStyle/>
        <a:p>
          <a:r>
            <a:rPr lang="fr-FR" dirty="0"/>
            <a:t>Ex.: `if [ "$var" = "valeur" ]` évite des erreurs si `$var` est vide ou contient des espaces</a:t>
          </a:r>
        </a:p>
      </dgm:t>
    </dgm:pt>
    <dgm:pt modelId="{55CF0ABC-6902-49AD-A206-F88F09B52A90}" type="parTrans" cxnId="{CA3D8360-31DB-4D77-92A3-E9AD9D726468}">
      <dgm:prSet/>
      <dgm:spPr/>
      <dgm:t>
        <a:bodyPr/>
        <a:lstStyle/>
        <a:p>
          <a:endParaRPr lang="en-CA"/>
        </a:p>
      </dgm:t>
    </dgm:pt>
    <dgm:pt modelId="{07D36DE6-3B0C-4138-ACBE-ACB6348D1F2D}" type="sibTrans" cxnId="{CA3D8360-31DB-4D77-92A3-E9AD9D726468}">
      <dgm:prSet/>
      <dgm:spPr/>
      <dgm:t>
        <a:bodyPr/>
        <a:lstStyle/>
        <a:p>
          <a:endParaRPr lang="en-CA"/>
        </a:p>
      </dgm:t>
    </dgm:pt>
    <dgm:pt modelId="{44F3A77B-2172-4963-9144-29D86F0BAE37}" type="pres">
      <dgm:prSet presAssocID="{AE04A39B-936A-45FC-881D-DEAC87A7B4B0}" presName="Name0" presStyleCnt="0">
        <dgm:presLayoutVars>
          <dgm:dir/>
          <dgm:animLvl val="lvl"/>
          <dgm:resizeHandles val="exact"/>
        </dgm:presLayoutVars>
      </dgm:prSet>
      <dgm:spPr/>
    </dgm:pt>
    <dgm:pt modelId="{B570D0CD-590E-4D31-B854-CB4095D3024B}" type="pres">
      <dgm:prSet presAssocID="{55E416A3-721E-47D6-A211-FAA55734E4D8}" presName="composite" presStyleCnt="0"/>
      <dgm:spPr/>
    </dgm:pt>
    <dgm:pt modelId="{CE59D011-B9D0-4E35-BBEE-33E627D3604F}" type="pres">
      <dgm:prSet presAssocID="{55E416A3-721E-47D6-A211-FAA55734E4D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4A196F8-8E6C-4C89-B3A3-3DCAEA4C2472}" type="pres">
      <dgm:prSet presAssocID="{55E416A3-721E-47D6-A211-FAA55734E4D8}" presName="desTx" presStyleLbl="alignAccFollowNode1" presStyleIdx="0" presStyleCnt="3">
        <dgm:presLayoutVars>
          <dgm:bulletEnabled val="1"/>
        </dgm:presLayoutVars>
      </dgm:prSet>
      <dgm:spPr/>
    </dgm:pt>
    <dgm:pt modelId="{301D6673-96F7-4773-A55F-3CEE68B81EFD}" type="pres">
      <dgm:prSet presAssocID="{3A5FCC2D-AAFA-428B-8521-1D28CC77D238}" presName="space" presStyleCnt="0"/>
      <dgm:spPr/>
    </dgm:pt>
    <dgm:pt modelId="{7C8EFAED-7798-4DE5-A182-110C1783F92E}" type="pres">
      <dgm:prSet presAssocID="{56D204FB-A71B-4706-A357-A12252DE51BC}" presName="composite" presStyleCnt="0"/>
      <dgm:spPr/>
    </dgm:pt>
    <dgm:pt modelId="{EB46EA2D-B096-40C3-A332-AAD3A3AC63B9}" type="pres">
      <dgm:prSet presAssocID="{56D204FB-A71B-4706-A357-A12252DE51BC}" presName="parTx" presStyleLbl="alignNode1" presStyleIdx="1" presStyleCnt="3" custScaleX="105089">
        <dgm:presLayoutVars>
          <dgm:chMax val="0"/>
          <dgm:chPref val="0"/>
          <dgm:bulletEnabled val="1"/>
        </dgm:presLayoutVars>
      </dgm:prSet>
      <dgm:spPr/>
    </dgm:pt>
    <dgm:pt modelId="{BCBFF80F-6923-4DF1-9263-84A7D13DA9E3}" type="pres">
      <dgm:prSet presAssocID="{56D204FB-A71B-4706-A357-A12252DE51BC}" presName="desTx" presStyleLbl="alignAccFollowNode1" presStyleIdx="1" presStyleCnt="3" custScaleX="104724">
        <dgm:presLayoutVars>
          <dgm:bulletEnabled val="1"/>
        </dgm:presLayoutVars>
      </dgm:prSet>
      <dgm:spPr/>
    </dgm:pt>
    <dgm:pt modelId="{688E821A-74E4-4F20-A707-F3240E3A1010}" type="pres">
      <dgm:prSet presAssocID="{AE34CC55-C4FC-41F3-9600-0425C8161D96}" presName="space" presStyleCnt="0"/>
      <dgm:spPr/>
    </dgm:pt>
    <dgm:pt modelId="{BCD428CB-84F3-46E8-8C22-7E5EFC65E2DE}" type="pres">
      <dgm:prSet presAssocID="{FEFB98D4-08A1-4A85-BA1D-1FBEBE60193A}" presName="composite" presStyleCnt="0"/>
      <dgm:spPr/>
    </dgm:pt>
    <dgm:pt modelId="{4AA9D731-0C13-4F21-89CB-6189F2F04110}" type="pres">
      <dgm:prSet presAssocID="{FEFB98D4-08A1-4A85-BA1D-1FBEBE60193A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D1668A4-54DA-4383-9E1D-A4E2DEA41433}" type="pres">
      <dgm:prSet presAssocID="{FEFB98D4-08A1-4A85-BA1D-1FBEBE60193A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C6418C03-D8FB-4DFA-B7B6-AC623D6EE78E}" srcId="{FEFB98D4-08A1-4A85-BA1D-1FBEBE60193A}" destId="{AC297195-E37A-49F1-A14B-DFA86E7FD104}" srcOrd="4" destOrd="0" parTransId="{EE7568B7-9A48-4CDD-9BF8-222EC0A46B9D}" sibTransId="{D1A74FF4-3529-46C7-9818-15ABF874C3D7}"/>
    <dgm:cxn modelId="{6904EB0D-5B6D-4B0A-B52F-0BF6FE6FA5C2}" srcId="{AE04A39B-936A-45FC-881D-DEAC87A7B4B0}" destId="{56D204FB-A71B-4706-A357-A12252DE51BC}" srcOrd="1" destOrd="0" parTransId="{EDEB7008-3388-4A92-8B19-A8A8F555B503}" sibTransId="{AE34CC55-C4FC-41F3-9600-0425C8161D96}"/>
    <dgm:cxn modelId="{6AAB1826-A216-432E-81C1-0AA0884EC60A}" srcId="{FEFB98D4-08A1-4A85-BA1D-1FBEBE60193A}" destId="{2A977E8F-6445-43D1-83B2-07011634F773}" srcOrd="2" destOrd="0" parTransId="{13A219E0-EB45-45EC-A3F5-320CFB7379D8}" sibTransId="{C0128C01-EF23-4977-92EF-5FC07F1409B0}"/>
    <dgm:cxn modelId="{8A565B2F-67F0-40EF-9ED7-961E6E1B75B6}" type="presOf" srcId="{1FAD0578-E40A-4209-B23F-D401094856E8}" destId="{F4A196F8-8E6C-4C89-B3A3-3DCAEA4C2472}" srcOrd="0" destOrd="2" presId="urn:microsoft.com/office/officeart/2005/8/layout/hList1"/>
    <dgm:cxn modelId="{7E0F1D3A-B416-43F1-BDFE-8E3AB56CEC65}" type="presOf" srcId="{40B54DF2-89D9-4D43-B22E-7C4B39A261EB}" destId="{5D1668A4-54DA-4383-9E1D-A4E2DEA41433}" srcOrd="0" destOrd="3" presId="urn:microsoft.com/office/officeart/2005/8/layout/hList1"/>
    <dgm:cxn modelId="{FD989F5B-341C-4AD5-AF23-E9D095B09D5F}" srcId="{FEFB98D4-08A1-4A85-BA1D-1FBEBE60193A}" destId="{1B5EF0D1-63E5-4249-967A-B6EAD0B2ABC6}" srcOrd="1" destOrd="0" parTransId="{38D83FEF-0642-4E67-98B2-824FFBD43FA3}" sibTransId="{04C8F479-1F28-461F-8870-E8AD77408D3D}"/>
    <dgm:cxn modelId="{CA3D8360-31DB-4D77-92A3-E9AD9D726468}" srcId="{CDF53E6E-89E7-46D9-BF36-A970B4F7CBA1}" destId="{4602FD44-E1E6-4AB2-948C-1C0676D63AC9}" srcOrd="0" destOrd="0" parTransId="{55CF0ABC-6902-49AD-A206-F88F09B52A90}" sibTransId="{07D36DE6-3B0C-4138-ACBE-ACB6348D1F2D}"/>
    <dgm:cxn modelId="{2E9A7D62-37A9-472D-9F10-117E3FF76F39}" type="presOf" srcId="{2A12AA5E-4415-487C-AD41-5E5B9C0C6BE9}" destId="{F4A196F8-8E6C-4C89-B3A3-3DCAEA4C2472}" srcOrd="0" destOrd="1" presId="urn:microsoft.com/office/officeart/2005/8/layout/hList1"/>
    <dgm:cxn modelId="{5DA2E744-0CF2-4490-8B80-36BFB6D1F1EF}" type="presOf" srcId="{4602FD44-E1E6-4AB2-948C-1C0676D63AC9}" destId="{BCBFF80F-6923-4DF1-9263-84A7D13DA9E3}" srcOrd="0" destOrd="1" presId="urn:microsoft.com/office/officeart/2005/8/layout/hList1"/>
    <dgm:cxn modelId="{E0FEEF4A-D931-4351-81D2-DE2BC44E3E07}" type="presOf" srcId="{AE04A39B-936A-45FC-881D-DEAC87A7B4B0}" destId="{44F3A77B-2172-4963-9144-29D86F0BAE37}" srcOrd="0" destOrd="0" presId="urn:microsoft.com/office/officeart/2005/8/layout/hList1"/>
    <dgm:cxn modelId="{E2FE7053-CE6A-492B-B7A1-065B00D7E02D}" srcId="{56D204FB-A71B-4706-A357-A12252DE51BC}" destId="{CDF53E6E-89E7-46D9-BF36-A970B4F7CBA1}" srcOrd="0" destOrd="0" parTransId="{0956AD94-A4A4-42D5-B765-713A48C10B8E}" sibTransId="{66B95223-E0BB-457A-8458-63C4D2D4769C}"/>
    <dgm:cxn modelId="{71C6FE76-F63E-4962-8D17-3F202A94CA8A}" srcId="{AE04A39B-936A-45FC-881D-DEAC87A7B4B0}" destId="{55E416A3-721E-47D6-A211-FAA55734E4D8}" srcOrd="0" destOrd="0" parTransId="{A573481D-65C8-4FFB-96D2-796F5528D827}" sibTransId="{3A5FCC2D-AAFA-428B-8521-1D28CC77D238}"/>
    <dgm:cxn modelId="{D1018B7F-06A2-498D-960F-1F3BAAAABC73}" type="presOf" srcId="{CDF53E6E-89E7-46D9-BF36-A970B4F7CBA1}" destId="{BCBFF80F-6923-4DF1-9263-84A7D13DA9E3}" srcOrd="0" destOrd="0" presId="urn:microsoft.com/office/officeart/2005/8/layout/hList1"/>
    <dgm:cxn modelId="{5949A181-8150-4032-AF10-B53A8B243C4D}" type="presOf" srcId="{56D204FB-A71B-4706-A357-A12252DE51BC}" destId="{EB46EA2D-B096-40C3-A332-AAD3A3AC63B9}" srcOrd="0" destOrd="0" presId="urn:microsoft.com/office/officeart/2005/8/layout/hList1"/>
    <dgm:cxn modelId="{891BB886-CD3E-4B7E-BA2B-3D02D06A737F}" srcId="{AE04A39B-936A-45FC-881D-DEAC87A7B4B0}" destId="{FEFB98D4-08A1-4A85-BA1D-1FBEBE60193A}" srcOrd="2" destOrd="0" parTransId="{F8EF9AA9-1D2D-4891-BD1F-804BB50DF45F}" sibTransId="{D1693EE7-8A6C-4964-95B2-61BF168C1B89}"/>
    <dgm:cxn modelId="{776B6D9F-4BAA-4200-A6B3-BB3323DE7C98}" type="presOf" srcId="{00C32CCB-D882-4C10-9EDC-4F8C54465D85}" destId="{5D1668A4-54DA-4383-9E1D-A4E2DEA41433}" srcOrd="0" destOrd="0" presId="urn:microsoft.com/office/officeart/2005/8/layout/hList1"/>
    <dgm:cxn modelId="{901EDFA1-3840-4E6F-89E1-8FFF584CA21B}" type="presOf" srcId="{2A977E8F-6445-43D1-83B2-07011634F773}" destId="{5D1668A4-54DA-4383-9E1D-A4E2DEA41433}" srcOrd="0" destOrd="2" presId="urn:microsoft.com/office/officeart/2005/8/layout/hList1"/>
    <dgm:cxn modelId="{051000B1-372A-4580-970B-6E1FB6F557DA}" type="presOf" srcId="{001EA8B7-6589-48A7-9B93-D2CF3E0BB536}" destId="{F4A196F8-8E6C-4C89-B3A3-3DCAEA4C2472}" srcOrd="0" destOrd="0" presId="urn:microsoft.com/office/officeart/2005/8/layout/hList1"/>
    <dgm:cxn modelId="{876B9AB3-CCFF-4141-8B6D-2E54DFFC765B}" type="presOf" srcId="{FEFB98D4-08A1-4A85-BA1D-1FBEBE60193A}" destId="{4AA9D731-0C13-4F21-89CB-6189F2F04110}" srcOrd="0" destOrd="0" presId="urn:microsoft.com/office/officeart/2005/8/layout/hList1"/>
    <dgm:cxn modelId="{82373BBA-A994-4131-8FC1-111AF0C64CE9}" type="presOf" srcId="{AC297195-E37A-49F1-A14B-DFA86E7FD104}" destId="{5D1668A4-54DA-4383-9E1D-A4E2DEA41433}" srcOrd="0" destOrd="4" presId="urn:microsoft.com/office/officeart/2005/8/layout/hList1"/>
    <dgm:cxn modelId="{D0DDC7CB-A501-4F70-BCE8-C032C32E5669}" type="presOf" srcId="{1B5EF0D1-63E5-4249-967A-B6EAD0B2ABC6}" destId="{5D1668A4-54DA-4383-9E1D-A4E2DEA41433}" srcOrd="0" destOrd="1" presId="urn:microsoft.com/office/officeart/2005/8/layout/hList1"/>
    <dgm:cxn modelId="{7088BFD4-E41F-42D6-ADAB-1558B6C87A54}" type="presOf" srcId="{55E416A3-721E-47D6-A211-FAA55734E4D8}" destId="{CE59D011-B9D0-4E35-BBEE-33E627D3604F}" srcOrd="0" destOrd="0" presId="urn:microsoft.com/office/officeart/2005/8/layout/hList1"/>
    <dgm:cxn modelId="{F61E22D6-09AD-4646-ADFB-DCA09AD185B3}" srcId="{55E416A3-721E-47D6-A211-FAA55734E4D8}" destId="{2A12AA5E-4415-487C-AD41-5E5B9C0C6BE9}" srcOrd="1" destOrd="0" parTransId="{857FF0E8-0B03-4366-B031-58EF4E7499AD}" sibTransId="{1CBC02E5-8EFE-4E9D-A184-1331C6556ADB}"/>
    <dgm:cxn modelId="{CC9B92E4-2BAA-4171-A560-591E48940127}" srcId="{FEFB98D4-08A1-4A85-BA1D-1FBEBE60193A}" destId="{00C32CCB-D882-4C10-9EDC-4F8C54465D85}" srcOrd="0" destOrd="0" parTransId="{3CC795D3-C825-41BD-94C1-1C5B250AA9DC}" sibTransId="{98A24721-5965-49BC-A0C1-AB9148150CDA}"/>
    <dgm:cxn modelId="{DA8324E9-0A5E-493C-ABAF-029E1CA6BC41}" srcId="{55E416A3-721E-47D6-A211-FAA55734E4D8}" destId="{001EA8B7-6589-48A7-9B93-D2CF3E0BB536}" srcOrd="0" destOrd="0" parTransId="{F89FAED2-0E1B-4B21-B142-4218E0D8A8E5}" sibTransId="{764B598B-5F7A-4429-BA49-254CDE30D619}"/>
    <dgm:cxn modelId="{B5D8BFF3-E52D-4A57-8443-0F628F4A1E28}" srcId="{55E416A3-721E-47D6-A211-FAA55734E4D8}" destId="{1FAD0578-E40A-4209-B23F-D401094856E8}" srcOrd="2" destOrd="0" parTransId="{05C10169-44DA-41BB-A19D-CACA6B94630C}" sibTransId="{B0B610AC-9FAE-4552-8312-A9B6368FF133}"/>
    <dgm:cxn modelId="{FAB6CFFB-C465-4E2A-BDAE-A658884F325A}" srcId="{FEFB98D4-08A1-4A85-BA1D-1FBEBE60193A}" destId="{40B54DF2-89D9-4D43-B22E-7C4B39A261EB}" srcOrd="3" destOrd="0" parTransId="{E2C10059-443E-4047-BD37-D5F504D72DCD}" sibTransId="{1FF8CEF7-468C-4E2E-9EB6-4B5B3DACD544}"/>
    <dgm:cxn modelId="{6DD79155-C51E-4F94-93F9-5462B585B512}" type="presParOf" srcId="{44F3A77B-2172-4963-9144-29D86F0BAE37}" destId="{B570D0CD-590E-4D31-B854-CB4095D3024B}" srcOrd="0" destOrd="0" presId="urn:microsoft.com/office/officeart/2005/8/layout/hList1"/>
    <dgm:cxn modelId="{58302303-6B0B-4FFC-9263-07BE8B0AE64B}" type="presParOf" srcId="{B570D0CD-590E-4D31-B854-CB4095D3024B}" destId="{CE59D011-B9D0-4E35-BBEE-33E627D3604F}" srcOrd="0" destOrd="0" presId="urn:microsoft.com/office/officeart/2005/8/layout/hList1"/>
    <dgm:cxn modelId="{751F68E9-0E94-4790-BC4B-A2F40D43D89F}" type="presParOf" srcId="{B570D0CD-590E-4D31-B854-CB4095D3024B}" destId="{F4A196F8-8E6C-4C89-B3A3-3DCAEA4C2472}" srcOrd="1" destOrd="0" presId="urn:microsoft.com/office/officeart/2005/8/layout/hList1"/>
    <dgm:cxn modelId="{D04462B5-BF0A-4D89-AEBF-EC205CE646E1}" type="presParOf" srcId="{44F3A77B-2172-4963-9144-29D86F0BAE37}" destId="{301D6673-96F7-4773-A55F-3CEE68B81EFD}" srcOrd="1" destOrd="0" presId="urn:microsoft.com/office/officeart/2005/8/layout/hList1"/>
    <dgm:cxn modelId="{9527E975-9E72-4F11-A267-CB1237DF8609}" type="presParOf" srcId="{44F3A77B-2172-4963-9144-29D86F0BAE37}" destId="{7C8EFAED-7798-4DE5-A182-110C1783F92E}" srcOrd="2" destOrd="0" presId="urn:microsoft.com/office/officeart/2005/8/layout/hList1"/>
    <dgm:cxn modelId="{92406ED8-6B7A-4313-8BF4-63747813DD1E}" type="presParOf" srcId="{7C8EFAED-7798-4DE5-A182-110C1783F92E}" destId="{EB46EA2D-B096-40C3-A332-AAD3A3AC63B9}" srcOrd="0" destOrd="0" presId="urn:microsoft.com/office/officeart/2005/8/layout/hList1"/>
    <dgm:cxn modelId="{E0E4DDAC-9767-44E8-BF3A-C1B747C6B21B}" type="presParOf" srcId="{7C8EFAED-7798-4DE5-A182-110C1783F92E}" destId="{BCBFF80F-6923-4DF1-9263-84A7D13DA9E3}" srcOrd="1" destOrd="0" presId="urn:microsoft.com/office/officeart/2005/8/layout/hList1"/>
    <dgm:cxn modelId="{58F25612-515E-4C27-9E5B-CBB855326BE0}" type="presParOf" srcId="{44F3A77B-2172-4963-9144-29D86F0BAE37}" destId="{688E821A-74E4-4F20-A707-F3240E3A1010}" srcOrd="3" destOrd="0" presId="urn:microsoft.com/office/officeart/2005/8/layout/hList1"/>
    <dgm:cxn modelId="{624EFCBF-79E5-4C0B-8C3F-0208521DF4D0}" type="presParOf" srcId="{44F3A77B-2172-4963-9144-29D86F0BAE37}" destId="{BCD428CB-84F3-46E8-8C22-7E5EFC65E2DE}" srcOrd="4" destOrd="0" presId="urn:microsoft.com/office/officeart/2005/8/layout/hList1"/>
    <dgm:cxn modelId="{278C7743-50A4-40B4-BB6D-01978D80634F}" type="presParOf" srcId="{BCD428CB-84F3-46E8-8C22-7E5EFC65E2DE}" destId="{4AA9D731-0C13-4F21-89CB-6189F2F04110}" srcOrd="0" destOrd="0" presId="urn:microsoft.com/office/officeart/2005/8/layout/hList1"/>
    <dgm:cxn modelId="{D730CD19-5DF8-4B32-8688-A94FC171E341}" type="presParOf" srcId="{BCD428CB-84F3-46E8-8C22-7E5EFC65E2DE}" destId="{5D1668A4-54DA-4383-9E1D-A4E2DEA4143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491D24-B8D3-4361-9C2B-44A42EDC99CB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CA"/>
        </a:p>
      </dgm:t>
    </dgm:pt>
    <dgm:pt modelId="{503FDAB9-6650-459C-9610-CA7C0E3A9BCC}">
      <dgm:prSet/>
      <dgm:spPr/>
      <dgm:t>
        <a:bodyPr/>
        <a:lstStyle/>
        <a:p>
          <a:r>
            <a:rPr lang="fr-FR" dirty="0">
              <a:hlinkClick xmlns:r="http://schemas.openxmlformats.org/officeDocument/2006/relationships" r:id="rId1"/>
            </a:rPr>
            <a:t>Chaînes</a:t>
          </a:r>
          <a:endParaRPr lang="en-CA" dirty="0"/>
        </a:p>
      </dgm:t>
    </dgm:pt>
    <dgm:pt modelId="{5455BCB1-7B7D-4B25-B68F-45C8924C2ACB}" type="parTrans" cxnId="{FFEC3FB3-B682-4299-9675-3323F3643F8C}">
      <dgm:prSet/>
      <dgm:spPr/>
      <dgm:t>
        <a:bodyPr/>
        <a:lstStyle/>
        <a:p>
          <a:endParaRPr lang="en-CA"/>
        </a:p>
      </dgm:t>
    </dgm:pt>
    <dgm:pt modelId="{9B550519-14C9-452D-A126-DCFE9FE4CA72}" type="sibTrans" cxnId="{FFEC3FB3-B682-4299-9675-3323F3643F8C}">
      <dgm:prSet/>
      <dgm:spPr/>
      <dgm:t>
        <a:bodyPr/>
        <a:lstStyle/>
        <a:p>
          <a:endParaRPr lang="en-CA"/>
        </a:p>
      </dgm:t>
    </dgm:pt>
    <dgm:pt modelId="{2AC1A26B-4EE0-4039-BBA1-2D72A095FB77}">
      <dgm:prSet/>
      <dgm:spPr/>
      <dgm:t>
        <a:bodyPr/>
        <a:lstStyle/>
        <a:p>
          <a:r>
            <a:rPr lang="fr-FR" dirty="0"/>
            <a:t>`-z`	Chaîne de longueur nulle (chaîne vide)</a:t>
          </a:r>
          <a:endParaRPr lang="en-CA" dirty="0"/>
        </a:p>
      </dgm:t>
    </dgm:pt>
    <dgm:pt modelId="{F231CC65-A14C-440C-B4FF-186BB9153579}" type="parTrans" cxnId="{6741D7B6-137B-4B5F-B9E6-9DD317417B04}">
      <dgm:prSet/>
      <dgm:spPr/>
      <dgm:t>
        <a:bodyPr/>
        <a:lstStyle/>
        <a:p>
          <a:endParaRPr lang="en-CA"/>
        </a:p>
      </dgm:t>
    </dgm:pt>
    <dgm:pt modelId="{5B44DA25-6B9B-4E3B-AC25-29E8D66A06FF}" type="sibTrans" cxnId="{6741D7B6-137B-4B5F-B9E6-9DD317417B04}">
      <dgm:prSet/>
      <dgm:spPr/>
      <dgm:t>
        <a:bodyPr/>
        <a:lstStyle/>
        <a:p>
          <a:endParaRPr lang="en-CA"/>
        </a:p>
      </dgm:t>
    </dgm:pt>
    <dgm:pt modelId="{518E2CCB-4D71-481E-AAD8-B254860A3C03}">
      <dgm:prSet/>
      <dgm:spPr/>
      <dgm:t>
        <a:bodyPr/>
        <a:lstStyle/>
        <a:p>
          <a:r>
            <a:rPr lang="fr-FR" dirty="0"/>
            <a:t>`-n`	Chaîne de longueur non nulle (chaîne non vide)</a:t>
          </a:r>
          <a:endParaRPr lang="en-CA" dirty="0"/>
        </a:p>
      </dgm:t>
    </dgm:pt>
    <dgm:pt modelId="{65B9088C-02FA-499E-AD15-E23879EBDFFE}" type="parTrans" cxnId="{7AE07B97-8114-4DB8-9199-105E78E7C092}">
      <dgm:prSet/>
      <dgm:spPr/>
      <dgm:t>
        <a:bodyPr/>
        <a:lstStyle/>
        <a:p>
          <a:endParaRPr lang="en-CA"/>
        </a:p>
      </dgm:t>
    </dgm:pt>
    <dgm:pt modelId="{B6E1F7B8-1D2A-4A52-9958-939B18C1D823}" type="sibTrans" cxnId="{7AE07B97-8114-4DB8-9199-105E78E7C092}">
      <dgm:prSet/>
      <dgm:spPr/>
      <dgm:t>
        <a:bodyPr/>
        <a:lstStyle/>
        <a:p>
          <a:endParaRPr lang="en-CA"/>
        </a:p>
      </dgm:t>
    </dgm:pt>
    <dgm:pt modelId="{3A1D8A74-E85A-42FC-9547-CAA24E3969A0}">
      <dgm:prSet/>
      <dgm:spPr/>
      <dgm:t>
        <a:bodyPr/>
        <a:lstStyle/>
        <a:p>
          <a:r>
            <a:rPr lang="fr-FR" dirty="0"/>
            <a:t>`=`	Chaînes identiques</a:t>
          </a:r>
          <a:endParaRPr lang="en-CA" dirty="0"/>
        </a:p>
      </dgm:t>
    </dgm:pt>
    <dgm:pt modelId="{FDB01585-6214-4A5B-A7C4-6CEB1EF907D9}" type="parTrans" cxnId="{9B3DA7A0-DC5B-4342-9C8C-5C1BA68523B3}">
      <dgm:prSet/>
      <dgm:spPr/>
      <dgm:t>
        <a:bodyPr/>
        <a:lstStyle/>
        <a:p>
          <a:endParaRPr lang="en-CA"/>
        </a:p>
      </dgm:t>
    </dgm:pt>
    <dgm:pt modelId="{929D49CD-8C51-4E4E-AFD5-CB75DDFE5C08}" type="sibTrans" cxnId="{9B3DA7A0-DC5B-4342-9C8C-5C1BA68523B3}">
      <dgm:prSet/>
      <dgm:spPr/>
      <dgm:t>
        <a:bodyPr/>
        <a:lstStyle/>
        <a:p>
          <a:endParaRPr lang="en-CA"/>
        </a:p>
      </dgm:t>
    </dgm:pt>
    <dgm:pt modelId="{26E73F8B-9549-4D51-B468-506240B06CFE}">
      <dgm:prSet/>
      <dgm:spPr/>
      <dgm:t>
        <a:bodyPr/>
        <a:lstStyle/>
        <a:p>
          <a:r>
            <a:rPr lang="fr-FR" dirty="0"/>
            <a:t>`!=`	Chaînes </a:t>
          </a:r>
          <a:r>
            <a:rPr lang="en-CA" dirty="0" err="1"/>
            <a:t>différentes</a:t>
          </a:r>
          <a:endParaRPr lang="en-CA" dirty="0"/>
        </a:p>
      </dgm:t>
    </dgm:pt>
    <dgm:pt modelId="{4CB1843E-D9AB-443D-882B-E4C633508ABE}" type="parTrans" cxnId="{7FB7A246-D5BD-464A-BA58-DB9A69A4476F}">
      <dgm:prSet/>
      <dgm:spPr/>
      <dgm:t>
        <a:bodyPr/>
        <a:lstStyle/>
        <a:p>
          <a:endParaRPr lang="en-CA"/>
        </a:p>
      </dgm:t>
    </dgm:pt>
    <dgm:pt modelId="{A2C2E986-436D-474F-A4CA-EDC2BB2C1F34}" type="sibTrans" cxnId="{7FB7A246-D5BD-464A-BA58-DB9A69A4476F}">
      <dgm:prSet/>
      <dgm:spPr/>
      <dgm:t>
        <a:bodyPr/>
        <a:lstStyle/>
        <a:p>
          <a:endParaRPr lang="en-CA"/>
        </a:p>
      </dgm:t>
    </dgm:pt>
    <dgm:pt modelId="{6662EADA-BD94-40C6-856F-4FE759BEA808}">
      <dgm:prSet/>
      <dgm:spPr/>
      <dgm:t>
        <a:bodyPr/>
        <a:lstStyle/>
        <a:p>
          <a:r>
            <a:rPr lang="fr-FR" dirty="0">
              <a:hlinkClick xmlns:r="http://schemas.openxmlformats.org/officeDocument/2006/relationships" r:id="rId2"/>
            </a:rPr>
            <a:t>Pour entiers</a:t>
          </a:r>
          <a:endParaRPr lang="en-CA" dirty="0"/>
        </a:p>
      </dgm:t>
    </dgm:pt>
    <dgm:pt modelId="{E329C6BB-900B-44AB-932C-DCBCE765D72F}" type="parTrans" cxnId="{110182E4-B569-44A4-A8AB-7D22748EC2A0}">
      <dgm:prSet/>
      <dgm:spPr/>
      <dgm:t>
        <a:bodyPr/>
        <a:lstStyle/>
        <a:p>
          <a:endParaRPr lang="en-CA"/>
        </a:p>
      </dgm:t>
    </dgm:pt>
    <dgm:pt modelId="{74777AA0-8E11-4186-BF4E-492F1D218D46}" type="sibTrans" cxnId="{110182E4-B569-44A4-A8AB-7D22748EC2A0}">
      <dgm:prSet/>
      <dgm:spPr/>
      <dgm:t>
        <a:bodyPr/>
        <a:lstStyle/>
        <a:p>
          <a:endParaRPr lang="en-CA"/>
        </a:p>
      </dgm:t>
    </dgm:pt>
    <dgm:pt modelId="{B51E7AE6-1B19-4C83-AC61-B3DBB598FE84}">
      <dgm:prSet/>
      <dgm:spPr/>
      <dgm:t>
        <a:bodyPr/>
        <a:lstStyle/>
        <a:p>
          <a:r>
            <a:rPr lang="fr-FR" dirty="0"/>
            <a:t>`-eq</a:t>
          </a:r>
          <a:r>
            <a:rPr lang="en-CA" dirty="0"/>
            <a:t>`</a:t>
          </a:r>
          <a:r>
            <a:rPr lang="fr-FR" dirty="0"/>
            <a:t>	Nombres Égaux</a:t>
          </a:r>
          <a:endParaRPr lang="en-CA" dirty="0"/>
        </a:p>
      </dgm:t>
    </dgm:pt>
    <dgm:pt modelId="{19F41307-37D1-4E88-BB06-E771C79BEB50}" type="parTrans" cxnId="{8645D0A2-54E3-446F-BBA2-51B3E52FD24D}">
      <dgm:prSet/>
      <dgm:spPr/>
      <dgm:t>
        <a:bodyPr/>
        <a:lstStyle/>
        <a:p>
          <a:endParaRPr lang="en-CA"/>
        </a:p>
      </dgm:t>
    </dgm:pt>
    <dgm:pt modelId="{CE1D9435-7472-45F0-BAB3-C7E22B573F10}" type="sibTrans" cxnId="{8645D0A2-54E3-446F-BBA2-51B3E52FD24D}">
      <dgm:prSet/>
      <dgm:spPr/>
      <dgm:t>
        <a:bodyPr/>
        <a:lstStyle/>
        <a:p>
          <a:endParaRPr lang="en-CA"/>
        </a:p>
      </dgm:t>
    </dgm:pt>
    <dgm:pt modelId="{B0D26F15-73AF-4B28-875F-B1E0D152536F}">
      <dgm:prSet/>
      <dgm:spPr/>
      <dgm:t>
        <a:bodyPr/>
        <a:lstStyle/>
        <a:p>
          <a:r>
            <a:rPr lang="fr-FR" dirty="0"/>
            <a:t>`-ne`	Nombres Différents</a:t>
          </a:r>
          <a:endParaRPr lang="en-CA" dirty="0"/>
        </a:p>
      </dgm:t>
    </dgm:pt>
    <dgm:pt modelId="{17A5DC53-021D-4CE1-AE22-7600D646C4D9}" type="parTrans" cxnId="{246B1CF3-EFE2-44C6-ABE3-F1B2089465C1}">
      <dgm:prSet/>
      <dgm:spPr/>
      <dgm:t>
        <a:bodyPr/>
        <a:lstStyle/>
        <a:p>
          <a:endParaRPr lang="en-CA"/>
        </a:p>
      </dgm:t>
    </dgm:pt>
    <dgm:pt modelId="{31D17C74-A0C4-4E8A-B846-DC1B5B598EDF}" type="sibTrans" cxnId="{246B1CF3-EFE2-44C6-ABE3-F1B2089465C1}">
      <dgm:prSet/>
      <dgm:spPr/>
      <dgm:t>
        <a:bodyPr/>
        <a:lstStyle/>
        <a:p>
          <a:endParaRPr lang="en-CA"/>
        </a:p>
      </dgm:t>
    </dgm:pt>
    <dgm:pt modelId="{E4293011-2415-4280-B0A6-60537D4BC472}">
      <dgm:prSet/>
      <dgm:spPr/>
      <dgm:t>
        <a:bodyPr/>
        <a:lstStyle/>
        <a:p>
          <a:r>
            <a:rPr lang="fr-FR" dirty="0"/>
            <a:t>`-</a:t>
          </a:r>
          <a:r>
            <a:rPr lang="fr-FR" dirty="0" err="1"/>
            <a:t>lt</a:t>
          </a:r>
          <a:r>
            <a:rPr lang="fr-FR" dirty="0"/>
            <a:t>`	Nombre strictement plus petit que</a:t>
          </a:r>
          <a:endParaRPr lang="en-CA" dirty="0"/>
        </a:p>
      </dgm:t>
    </dgm:pt>
    <dgm:pt modelId="{B10C6BA7-4EC0-4086-8059-3DE58B41D5ED}" type="parTrans" cxnId="{4BC1F0F2-4A88-4C4F-9F7C-CA8A0D507FAC}">
      <dgm:prSet/>
      <dgm:spPr/>
      <dgm:t>
        <a:bodyPr/>
        <a:lstStyle/>
        <a:p>
          <a:endParaRPr lang="en-CA"/>
        </a:p>
      </dgm:t>
    </dgm:pt>
    <dgm:pt modelId="{07CB5E2C-123E-49A7-A41F-659F0364AB21}" type="sibTrans" cxnId="{4BC1F0F2-4A88-4C4F-9F7C-CA8A0D507FAC}">
      <dgm:prSet/>
      <dgm:spPr/>
      <dgm:t>
        <a:bodyPr/>
        <a:lstStyle/>
        <a:p>
          <a:endParaRPr lang="en-CA"/>
        </a:p>
      </dgm:t>
    </dgm:pt>
    <dgm:pt modelId="{4FE8E3A1-26A3-44E7-A9C9-30A2D3D5A304}">
      <dgm:prSet/>
      <dgm:spPr/>
      <dgm:t>
        <a:bodyPr/>
        <a:lstStyle/>
        <a:p>
          <a:r>
            <a:rPr lang="fr-FR" dirty="0"/>
            <a:t>`-gt`	Nombre strictement plus grand que</a:t>
          </a:r>
          <a:endParaRPr lang="en-CA" dirty="0"/>
        </a:p>
      </dgm:t>
    </dgm:pt>
    <dgm:pt modelId="{BCF12CA1-0BBF-42E8-BE69-6552240FA35D}" type="parTrans" cxnId="{17371C7C-835C-412D-9BF0-677DB45C36F3}">
      <dgm:prSet/>
      <dgm:spPr/>
      <dgm:t>
        <a:bodyPr/>
        <a:lstStyle/>
        <a:p>
          <a:endParaRPr lang="en-CA"/>
        </a:p>
      </dgm:t>
    </dgm:pt>
    <dgm:pt modelId="{15D0AFA3-B3BE-48EA-B02E-4DDCEF7021F1}" type="sibTrans" cxnId="{17371C7C-835C-412D-9BF0-677DB45C36F3}">
      <dgm:prSet/>
      <dgm:spPr/>
      <dgm:t>
        <a:bodyPr/>
        <a:lstStyle/>
        <a:p>
          <a:endParaRPr lang="en-CA"/>
        </a:p>
      </dgm:t>
    </dgm:pt>
    <dgm:pt modelId="{B54DC318-9802-4E0F-9DA0-90A45F783C9B}">
      <dgm:prSet/>
      <dgm:spPr/>
      <dgm:t>
        <a:bodyPr/>
        <a:lstStyle/>
        <a:p>
          <a:r>
            <a:rPr lang="fr-FR" dirty="0"/>
            <a:t>`-le`	Nombre plus petit ou égal</a:t>
          </a:r>
          <a:endParaRPr lang="en-CA" dirty="0"/>
        </a:p>
      </dgm:t>
    </dgm:pt>
    <dgm:pt modelId="{208A180E-0036-45D3-86E2-9A6376D3EF70}" type="parTrans" cxnId="{637BDEAA-C0DD-4D2C-A8CF-9B5A5D5FE973}">
      <dgm:prSet/>
      <dgm:spPr/>
      <dgm:t>
        <a:bodyPr/>
        <a:lstStyle/>
        <a:p>
          <a:endParaRPr lang="en-CA"/>
        </a:p>
      </dgm:t>
    </dgm:pt>
    <dgm:pt modelId="{ED8AE6CF-9F79-4BF4-9A68-11EF7B6F5E39}" type="sibTrans" cxnId="{637BDEAA-C0DD-4D2C-A8CF-9B5A5D5FE973}">
      <dgm:prSet/>
      <dgm:spPr/>
      <dgm:t>
        <a:bodyPr/>
        <a:lstStyle/>
        <a:p>
          <a:endParaRPr lang="en-CA"/>
        </a:p>
      </dgm:t>
    </dgm:pt>
    <dgm:pt modelId="{761084F3-69C5-4DC7-A340-87B410E86A52}">
      <dgm:prSet/>
      <dgm:spPr/>
      <dgm:t>
        <a:bodyPr/>
        <a:lstStyle/>
        <a:p>
          <a:r>
            <a:rPr lang="fr-FR" dirty="0"/>
            <a:t>`-</a:t>
          </a:r>
          <a:r>
            <a:rPr lang="fr-FR" dirty="0" err="1"/>
            <a:t>ge</a:t>
          </a:r>
          <a:r>
            <a:rPr lang="fr-FR" dirty="0"/>
            <a:t>`	Nombre plus grand ou égal</a:t>
          </a:r>
          <a:endParaRPr lang="en-CA" dirty="0"/>
        </a:p>
      </dgm:t>
    </dgm:pt>
    <dgm:pt modelId="{AD5C26CF-0976-45C7-9302-E8D4374F0902}" type="parTrans" cxnId="{B151770B-F759-42AD-A008-EBA1A35A96A8}">
      <dgm:prSet/>
      <dgm:spPr/>
      <dgm:t>
        <a:bodyPr/>
        <a:lstStyle/>
        <a:p>
          <a:endParaRPr lang="en-CA"/>
        </a:p>
      </dgm:t>
    </dgm:pt>
    <dgm:pt modelId="{6533E4FE-4ADE-44B0-B04A-3D5EA5E556A7}" type="sibTrans" cxnId="{B151770B-F759-42AD-A008-EBA1A35A96A8}">
      <dgm:prSet/>
      <dgm:spPr/>
      <dgm:t>
        <a:bodyPr/>
        <a:lstStyle/>
        <a:p>
          <a:endParaRPr lang="en-CA"/>
        </a:p>
      </dgm:t>
    </dgm:pt>
    <dgm:pt modelId="{395B0882-800B-4823-8D4F-79843B3E63CB}" type="pres">
      <dgm:prSet presAssocID="{CE491D24-B8D3-4361-9C2B-44A42EDC99CB}" presName="Name0" presStyleCnt="0">
        <dgm:presLayoutVars>
          <dgm:dir/>
          <dgm:animLvl val="lvl"/>
          <dgm:resizeHandles val="exact"/>
        </dgm:presLayoutVars>
      </dgm:prSet>
      <dgm:spPr/>
    </dgm:pt>
    <dgm:pt modelId="{3C86D43F-1E42-476F-88EA-6D9C7668188B}" type="pres">
      <dgm:prSet presAssocID="{503FDAB9-6650-459C-9610-CA7C0E3A9BCC}" presName="composite" presStyleCnt="0"/>
      <dgm:spPr/>
    </dgm:pt>
    <dgm:pt modelId="{29904D41-BD95-48EA-9029-BE2D6E2F0735}" type="pres">
      <dgm:prSet presAssocID="{503FDAB9-6650-459C-9610-CA7C0E3A9BC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0504C04E-B19A-45C4-8873-74C29B22FC34}" type="pres">
      <dgm:prSet presAssocID="{503FDAB9-6650-459C-9610-CA7C0E3A9BCC}" presName="desTx" presStyleLbl="alignAccFollowNode1" presStyleIdx="0" presStyleCnt="2">
        <dgm:presLayoutVars>
          <dgm:bulletEnabled val="1"/>
        </dgm:presLayoutVars>
      </dgm:prSet>
      <dgm:spPr/>
    </dgm:pt>
    <dgm:pt modelId="{8A7B4A02-5171-47F5-B1FF-1DAF2CB3C8F7}" type="pres">
      <dgm:prSet presAssocID="{9B550519-14C9-452D-A126-DCFE9FE4CA72}" presName="space" presStyleCnt="0"/>
      <dgm:spPr/>
    </dgm:pt>
    <dgm:pt modelId="{9C71DA23-2745-429C-AFB3-547AF7950BC6}" type="pres">
      <dgm:prSet presAssocID="{6662EADA-BD94-40C6-856F-4FE759BEA808}" presName="composite" presStyleCnt="0"/>
      <dgm:spPr/>
    </dgm:pt>
    <dgm:pt modelId="{05DA7931-3E08-4377-9C56-02A62476C600}" type="pres">
      <dgm:prSet presAssocID="{6662EADA-BD94-40C6-856F-4FE759BEA808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055450B5-8FA2-49B3-B215-2730EB7FB2B0}" type="pres">
      <dgm:prSet presAssocID="{6662EADA-BD94-40C6-856F-4FE759BEA808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83FA7D00-AE84-4336-8C73-0BB14444DE08}" type="presOf" srcId="{E4293011-2415-4280-B0A6-60537D4BC472}" destId="{055450B5-8FA2-49B3-B215-2730EB7FB2B0}" srcOrd="0" destOrd="2" presId="urn:microsoft.com/office/officeart/2005/8/layout/hList1"/>
    <dgm:cxn modelId="{B151770B-F759-42AD-A008-EBA1A35A96A8}" srcId="{6662EADA-BD94-40C6-856F-4FE759BEA808}" destId="{761084F3-69C5-4DC7-A340-87B410E86A52}" srcOrd="5" destOrd="0" parTransId="{AD5C26CF-0976-45C7-9302-E8D4374F0902}" sibTransId="{6533E4FE-4ADE-44B0-B04A-3D5EA5E556A7}"/>
    <dgm:cxn modelId="{D29F9E62-D85E-45DA-88C3-1ADB0E4AFD70}" type="presOf" srcId="{4FE8E3A1-26A3-44E7-A9C9-30A2D3D5A304}" destId="{055450B5-8FA2-49B3-B215-2730EB7FB2B0}" srcOrd="0" destOrd="3" presId="urn:microsoft.com/office/officeart/2005/8/layout/hList1"/>
    <dgm:cxn modelId="{986EF544-0B98-493C-84F4-C640990CF82F}" type="presOf" srcId="{3A1D8A74-E85A-42FC-9547-CAA24E3969A0}" destId="{0504C04E-B19A-45C4-8873-74C29B22FC34}" srcOrd="0" destOrd="2" presId="urn:microsoft.com/office/officeart/2005/8/layout/hList1"/>
    <dgm:cxn modelId="{7FB7A246-D5BD-464A-BA58-DB9A69A4476F}" srcId="{503FDAB9-6650-459C-9610-CA7C0E3A9BCC}" destId="{26E73F8B-9549-4D51-B468-506240B06CFE}" srcOrd="3" destOrd="0" parTransId="{4CB1843E-D9AB-443D-882B-E4C633508ABE}" sibTransId="{A2C2E986-436D-474F-A4CA-EDC2BB2C1F34}"/>
    <dgm:cxn modelId="{72E8F16F-65F3-4E2E-9B57-85406273F1C8}" type="presOf" srcId="{26E73F8B-9549-4D51-B468-506240B06CFE}" destId="{0504C04E-B19A-45C4-8873-74C29B22FC34}" srcOrd="0" destOrd="3" presId="urn:microsoft.com/office/officeart/2005/8/layout/hList1"/>
    <dgm:cxn modelId="{68955277-3B9D-49DB-ADE5-4961E5F4CCF5}" type="presOf" srcId="{2AC1A26B-4EE0-4039-BBA1-2D72A095FB77}" destId="{0504C04E-B19A-45C4-8873-74C29B22FC34}" srcOrd="0" destOrd="0" presId="urn:microsoft.com/office/officeart/2005/8/layout/hList1"/>
    <dgm:cxn modelId="{35116459-2FDC-4403-A3E3-12A2B9CBA302}" type="presOf" srcId="{B51E7AE6-1B19-4C83-AC61-B3DBB598FE84}" destId="{055450B5-8FA2-49B3-B215-2730EB7FB2B0}" srcOrd="0" destOrd="0" presId="urn:microsoft.com/office/officeart/2005/8/layout/hList1"/>
    <dgm:cxn modelId="{17371C7C-835C-412D-9BF0-677DB45C36F3}" srcId="{6662EADA-BD94-40C6-856F-4FE759BEA808}" destId="{4FE8E3A1-26A3-44E7-A9C9-30A2D3D5A304}" srcOrd="3" destOrd="0" parTransId="{BCF12CA1-0BBF-42E8-BE69-6552240FA35D}" sibTransId="{15D0AFA3-B3BE-48EA-B02E-4DDCEF7021F1}"/>
    <dgm:cxn modelId="{65D81287-FE5F-46A6-AD21-3305A189C228}" type="presOf" srcId="{761084F3-69C5-4DC7-A340-87B410E86A52}" destId="{055450B5-8FA2-49B3-B215-2730EB7FB2B0}" srcOrd="0" destOrd="5" presId="urn:microsoft.com/office/officeart/2005/8/layout/hList1"/>
    <dgm:cxn modelId="{7AE07B97-8114-4DB8-9199-105E78E7C092}" srcId="{503FDAB9-6650-459C-9610-CA7C0E3A9BCC}" destId="{518E2CCB-4D71-481E-AAD8-B254860A3C03}" srcOrd="1" destOrd="0" parTransId="{65B9088C-02FA-499E-AD15-E23879EBDFFE}" sibTransId="{B6E1F7B8-1D2A-4A52-9958-939B18C1D823}"/>
    <dgm:cxn modelId="{9B3DA7A0-DC5B-4342-9C8C-5C1BA68523B3}" srcId="{503FDAB9-6650-459C-9610-CA7C0E3A9BCC}" destId="{3A1D8A74-E85A-42FC-9547-CAA24E3969A0}" srcOrd="2" destOrd="0" parTransId="{FDB01585-6214-4A5B-A7C4-6CEB1EF907D9}" sibTransId="{929D49CD-8C51-4E4E-AFD5-CB75DDFE5C08}"/>
    <dgm:cxn modelId="{8645D0A2-54E3-446F-BBA2-51B3E52FD24D}" srcId="{6662EADA-BD94-40C6-856F-4FE759BEA808}" destId="{B51E7AE6-1B19-4C83-AC61-B3DBB598FE84}" srcOrd="0" destOrd="0" parTransId="{19F41307-37D1-4E88-BB06-E771C79BEB50}" sibTransId="{CE1D9435-7472-45F0-BAB3-C7E22B573F10}"/>
    <dgm:cxn modelId="{637BDEAA-C0DD-4D2C-A8CF-9B5A5D5FE973}" srcId="{6662EADA-BD94-40C6-856F-4FE759BEA808}" destId="{B54DC318-9802-4E0F-9DA0-90A45F783C9B}" srcOrd="4" destOrd="0" parTransId="{208A180E-0036-45D3-86E2-9A6376D3EF70}" sibTransId="{ED8AE6CF-9F79-4BF4-9A68-11EF7B6F5E39}"/>
    <dgm:cxn modelId="{FFEC3FB3-B682-4299-9675-3323F3643F8C}" srcId="{CE491D24-B8D3-4361-9C2B-44A42EDC99CB}" destId="{503FDAB9-6650-459C-9610-CA7C0E3A9BCC}" srcOrd="0" destOrd="0" parTransId="{5455BCB1-7B7D-4B25-B68F-45C8924C2ACB}" sibTransId="{9B550519-14C9-452D-A126-DCFE9FE4CA72}"/>
    <dgm:cxn modelId="{6741D7B6-137B-4B5F-B9E6-9DD317417B04}" srcId="{503FDAB9-6650-459C-9610-CA7C0E3A9BCC}" destId="{2AC1A26B-4EE0-4039-BBA1-2D72A095FB77}" srcOrd="0" destOrd="0" parTransId="{F231CC65-A14C-440C-B4FF-186BB9153579}" sibTransId="{5B44DA25-6B9B-4E3B-AC25-29E8D66A06FF}"/>
    <dgm:cxn modelId="{07D2FDC8-E90C-4742-BCD9-67C1671DF351}" type="presOf" srcId="{503FDAB9-6650-459C-9610-CA7C0E3A9BCC}" destId="{29904D41-BD95-48EA-9029-BE2D6E2F0735}" srcOrd="0" destOrd="0" presId="urn:microsoft.com/office/officeart/2005/8/layout/hList1"/>
    <dgm:cxn modelId="{1FDEBED1-734B-40DA-A3B9-8EE98E877A2A}" type="presOf" srcId="{6662EADA-BD94-40C6-856F-4FE759BEA808}" destId="{05DA7931-3E08-4377-9C56-02A62476C600}" srcOrd="0" destOrd="0" presId="urn:microsoft.com/office/officeart/2005/8/layout/hList1"/>
    <dgm:cxn modelId="{002994D3-F6DD-40ED-BF92-A8B34098C53D}" type="presOf" srcId="{B54DC318-9802-4E0F-9DA0-90A45F783C9B}" destId="{055450B5-8FA2-49B3-B215-2730EB7FB2B0}" srcOrd="0" destOrd="4" presId="urn:microsoft.com/office/officeart/2005/8/layout/hList1"/>
    <dgm:cxn modelId="{110182E4-B569-44A4-A8AB-7D22748EC2A0}" srcId="{CE491D24-B8D3-4361-9C2B-44A42EDC99CB}" destId="{6662EADA-BD94-40C6-856F-4FE759BEA808}" srcOrd="1" destOrd="0" parTransId="{E329C6BB-900B-44AB-932C-DCBCE765D72F}" sibTransId="{74777AA0-8E11-4186-BF4E-492F1D218D46}"/>
    <dgm:cxn modelId="{8B5DD5E7-EC13-4DB9-9C06-ED603B79266B}" type="presOf" srcId="{B0D26F15-73AF-4B28-875F-B1E0D152536F}" destId="{055450B5-8FA2-49B3-B215-2730EB7FB2B0}" srcOrd="0" destOrd="1" presId="urn:microsoft.com/office/officeart/2005/8/layout/hList1"/>
    <dgm:cxn modelId="{6EE14AE9-DE54-4A59-B32D-ADA369E36D6E}" type="presOf" srcId="{518E2CCB-4D71-481E-AAD8-B254860A3C03}" destId="{0504C04E-B19A-45C4-8873-74C29B22FC34}" srcOrd="0" destOrd="1" presId="urn:microsoft.com/office/officeart/2005/8/layout/hList1"/>
    <dgm:cxn modelId="{4BC1F0F2-4A88-4C4F-9F7C-CA8A0D507FAC}" srcId="{6662EADA-BD94-40C6-856F-4FE759BEA808}" destId="{E4293011-2415-4280-B0A6-60537D4BC472}" srcOrd="2" destOrd="0" parTransId="{B10C6BA7-4EC0-4086-8059-3DE58B41D5ED}" sibTransId="{07CB5E2C-123E-49A7-A41F-659F0364AB21}"/>
    <dgm:cxn modelId="{246B1CF3-EFE2-44C6-ABE3-F1B2089465C1}" srcId="{6662EADA-BD94-40C6-856F-4FE759BEA808}" destId="{B0D26F15-73AF-4B28-875F-B1E0D152536F}" srcOrd="1" destOrd="0" parTransId="{17A5DC53-021D-4CE1-AE22-7600D646C4D9}" sibTransId="{31D17C74-A0C4-4E8A-B846-DC1B5B598EDF}"/>
    <dgm:cxn modelId="{1B3BAEF9-F579-49EA-BEF2-9B28586F382B}" type="presOf" srcId="{CE491D24-B8D3-4361-9C2B-44A42EDC99CB}" destId="{395B0882-800B-4823-8D4F-79843B3E63CB}" srcOrd="0" destOrd="0" presId="urn:microsoft.com/office/officeart/2005/8/layout/hList1"/>
    <dgm:cxn modelId="{B569DE3A-DC4A-4B7F-B861-220C362AF55F}" type="presParOf" srcId="{395B0882-800B-4823-8D4F-79843B3E63CB}" destId="{3C86D43F-1E42-476F-88EA-6D9C7668188B}" srcOrd="0" destOrd="0" presId="urn:microsoft.com/office/officeart/2005/8/layout/hList1"/>
    <dgm:cxn modelId="{9D9D0767-C068-4F4C-B963-075CC70F83B9}" type="presParOf" srcId="{3C86D43F-1E42-476F-88EA-6D9C7668188B}" destId="{29904D41-BD95-48EA-9029-BE2D6E2F0735}" srcOrd="0" destOrd="0" presId="urn:microsoft.com/office/officeart/2005/8/layout/hList1"/>
    <dgm:cxn modelId="{79BBD052-C8CC-4252-A3D5-CE348DA9464C}" type="presParOf" srcId="{3C86D43F-1E42-476F-88EA-6D9C7668188B}" destId="{0504C04E-B19A-45C4-8873-74C29B22FC34}" srcOrd="1" destOrd="0" presId="urn:microsoft.com/office/officeart/2005/8/layout/hList1"/>
    <dgm:cxn modelId="{56B95AEA-9529-4BEB-A3E2-FC33A2A1E16B}" type="presParOf" srcId="{395B0882-800B-4823-8D4F-79843B3E63CB}" destId="{8A7B4A02-5171-47F5-B1FF-1DAF2CB3C8F7}" srcOrd="1" destOrd="0" presId="urn:microsoft.com/office/officeart/2005/8/layout/hList1"/>
    <dgm:cxn modelId="{ECC2030C-719B-469E-B966-52EEC6CDD370}" type="presParOf" srcId="{395B0882-800B-4823-8D4F-79843B3E63CB}" destId="{9C71DA23-2745-429C-AFB3-547AF7950BC6}" srcOrd="2" destOrd="0" presId="urn:microsoft.com/office/officeart/2005/8/layout/hList1"/>
    <dgm:cxn modelId="{6EE7B7E0-45DD-419D-8979-623AE8B81C3A}" type="presParOf" srcId="{9C71DA23-2745-429C-AFB3-547AF7950BC6}" destId="{05DA7931-3E08-4377-9C56-02A62476C600}" srcOrd="0" destOrd="0" presId="urn:microsoft.com/office/officeart/2005/8/layout/hList1"/>
    <dgm:cxn modelId="{5ACBF7BC-76E3-438D-89DE-C1DD9FDAF6F4}" type="presParOf" srcId="{9C71DA23-2745-429C-AFB3-547AF7950BC6}" destId="{055450B5-8FA2-49B3-B215-2730EB7FB2B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97D830-0F1A-47D0-991B-7705DA0561D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9AA4EBB9-5953-46A0-B179-F2D985690C8F}">
      <dgm:prSet/>
      <dgm:spPr/>
      <dgm:t>
        <a:bodyPr/>
        <a:lstStyle/>
        <a:p>
          <a:r>
            <a:rPr lang="fr-FR"/>
            <a:t>`if`</a:t>
          </a:r>
          <a:endParaRPr lang="en-CA"/>
        </a:p>
      </dgm:t>
    </dgm:pt>
    <dgm:pt modelId="{338C9DF9-9772-45D2-A3EF-1208920F040D}" type="parTrans" cxnId="{A36C8272-D62E-4761-994A-DA71911485AB}">
      <dgm:prSet/>
      <dgm:spPr/>
      <dgm:t>
        <a:bodyPr/>
        <a:lstStyle/>
        <a:p>
          <a:endParaRPr lang="en-CA"/>
        </a:p>
      </dgm:t>
    </dgm:pt>
    <dgm:pt modelId="{C6F7EDBB-9B4E-4F39-8B0B-FB518995C18F}" type="sibTrans" cxnId="{A36C8272-D62E-4761-994A-DA71911485AB}">
      <dgm:prSet/>
      <dgm:spPr/>
      <dgm:t>
        <a:bodyPr/>
        <a:lstStyle/>
        <a:p>
          <a:endParaRPr lang="en-CA"/>
        </a:p>
      </dgm:t>
    </dgm:pt>
    <dgm:pt modelId="{8B4D06C1-8F7B-45D5-93BD-7479C6DFB00A}">
      <dgm:prSet/>
      <dgm:spPr/>
      <dgm:t>
        <a:bodyPr/>
        <a:lstStyle/>
        <a:p>
          <a:r>
            <a:rPr lang="fr-FR"/>
            <a:t>Permet filtrage par motifs (`pattern matching`) avec regex</a:t>
          </a:r>
          <a:endParaRPr lang="en-CA"/>
        </a:p>
      </dgm:t>
    </dgm:pt>
    <dgm:pt modelId="{337BA7A4-59FB-442A-BBCF-C4612B803C86}" type="parTrans" cxnId="{9328607D-8F21-4427-BFC6-5FFAE907F273}">
      <dgm:prSet/>
      <dgm:spPr/>
      <dgm:t>
        <a:bodyPr/>
        <a:lstStyle/>
        <a:p>
          <a:endParaRPr lang="en-CA"/>
        </a:p>
      </dgm:t>
    </dgm:pt>
    <dgm:pt modelId="{18DA8E9C-BE08-484B-AE97-653BD6710D7F}" type="sibTrans" cxnId="{9328607D-8F21-4427-BFC6-5FFAE907F273}">
      <dgm:prSet/>
      <dgm:spPr/>
      <dgm:t>
        <a:bodyPr/>
        <a:lstStyle/>
        <a:p>
          <a:endParaRPr lang="en-CA"/>
        </a:p>
      </dgm:t>
    </dgm:pt>
    <dgm:pt modelId="{52C4F7E0-DF8B-4ED7-86CB-622AFC81E1E3}">
      <dgm:prSet/>
      <dgm:spPr/>
      <dgm:t>
        <a:bodyPr/>
        <a:lstStyle/>
        <a:p>
          <a:r>
            <a:rPr lang="es-ES"/>
            <a:t>Ex: `case "$var" in [0-9]*) echo "nombre" ;; esac`</a:t>
          </a:r>
          <a:endParaRPr lang="en-CA"/>
        </a:p>
      </dgm:t>
    </dgm:pt>
    <dgm:pt modelId="{E5A8A08A-D10E-4F91-8228-A943E49485D7}" type="parTrans" cxnId="{E8F9D772-A551-4E7E-B629-4F7884986B47}">
      <dgm:prSet/>
      <dgm:spPr/>
      <dgm:t>
        <a:bodyPr/>
        <a:lstStyle/>
        <a:p>
          <a:endParaRPr lang="en-CA"/>
        </a:p>
      </dgm:t>
    </dgm:pt>
    <dgm:pt modelId="{739287DF-2166-49DB-A21A-19983F5FAA68}" type="sibTrans" cxnId="{E8F9D772-A551-4E7E-B629-4F7884986B47}">
      <dgm:prSet/>
      <dgm:spPr/>
      <dgm:t>
        <a:bodyPr/>
        <a:lstStyle/>
        <a:p>
          <a:endParaRPr lang="en-CA"/>
        </a:p>
      </dgm:t>
    </dgm:pt>
    <dgm:pt modelId="{DA4BE9D2-5541-433F-A318-E6F09F6DF44C}">
      <dgm:prSet/>
      <dgm:spPr/>
      <dgm:t>
        <a:bodyPr/>
        <a:lstStyle/>
        <a:p>
          <a:r>
            <a:rPr lang="en-CA" dirty="0"/>
            <a:t>Boucles</a:t>
          </a:r>
        </a:p>
      </dgm:t>
    </dgm:pt>
    <dgm:pt modelId="{26C5911B-AB31-446D-BC48-D00939C6804B}" type="parTrans" cxnId="{729C86DA-3EC6-42EE-AB0D-958414D13D9F}">
      <dgm:prSet/>
      <dgm:spPr/>
      <dgm:t>
        <a:bodyPr/>
        <a:lstStyle/>
        <a:p>
          <a:endParaRPr lang="en-CA"/>
        </a:p>
      </dgm:t>
    </dgm:pt>
    <dgm:pt modelId="{69636DF6-E527-4062-BBF2-43AA16183957}" type="sibTrans" cxnId="{729C86DA-3EC6-42EE-AB0D-958414D13D9F}">
      <dgm:prSet/>
      <dgm:spPr/>
      <dgm:t>
        <a:bodyPr/>
        <a:lstStyle/>
        <a:p>
          <a:endParaRPr lang="en-CA"/>
        </a:p>
      </dgm:t>
    </dgm:pt>
    <dgm:pt modelId="{F5E51A56-1162-4AC3-BBFF-D2BEA8AB324C}">
      <dgm:prSet/>
      <dgm:spPr/>
      <dgm:t>
        <a:bodyPr/>
        <a:lstStyle/>
        <a:p>
          <a:r>
            <a:rPr lang="en-CA" dirty="0"/>
            <a:t>Conditionnels</a:t>
          </a:r>
        </a:p>
      </dgm:t>
    </dgm:pt>
    <dgm:pt modelId="{09E0703D-A58B-4F87-9F03-BEABF3444F03}" type="parTrans" cxnId="{138EBC71-D8DF-4101-ABA8-52C7DEB2C80D}">
      <dgm:prSet/>
      <dgm:spPr/>
      <dgm:t>
        <a:bodyPr/>
        <a:lstStyle/>
        <a:p>
          <a:endParaRPr lang="en-CA"/>
        </a:p>
      </dgm:t>
    </dgm:pt>
    <dgm:pt modelId="{748F8830-E548-44B8-ABCF-266C5B62C126}" type="sibTrans" cxnId="{138EBC71-D8DF-4101-ABA8-52C7DEB2C80D}">
      <dgm:prSet/>
      <dgm:spPr/>
      <dgm:t>
        <a:bodyPr/>
        <a:lstStyle/>
        <a:p>
          <a:endParaRPr lang="en-CA"/>
        </a:p>
      </dgm:t>
    </dgm:pt>
    <dgm:pt modelId="{FE6090F9-01B6-4205-9B5E-7EFB95F93C42}">
      <dgm:prSet/>
      <dgm:spPr/>
      <dgm:t>
        <a:bodyPr/>
        <a:lstStyle/>
        <a:p>
          <a:r>
            <a:rPr lang="fr-FR"/>
            <a:t>`elif`</a:t>
          </a:r>
          <a:endParaRPr lang="en-CA"/>
        </a:p>
      </dgm:t>
    </dgm:pt>
    <dgm:pt modelId="{B598AA0F-C356-4063-9E27-14D007B712D1}" type="parTrans" cxnId="{A0C8A09D-1B32-47E7-8D89-9D90198E1D82}">
      <dgm:prSet/>
      <dgm:spPr/>
      <dgm:t>
        <a:bodyPr/>
        <a:lstStyle/>
        <a:p>
          <a:endParaRPr lang="en-CA"/>
        </a:p>
      </dgm:t>
    </dgm:pt>
    <dgm:pt modelId="{D8FAB732-D75E-4EB3-97B2-C1F4380B040D}" type="sibTrans" cxnId="{A0C8A09D-1B32-47E7-8D89-9D90198E1D82}">
      <dgm:prSet/>
      <dgm:spPr/>
      <dgm:t>
        <a:bodyPr/>
        <a:lstStyle/>
        <a:p>
          <a:endParaRPr lang="en-CA"/>
        </a:p>
      </dgm:t>
    </dgm:pt>
    <dgm:pt modelId="{58EF96DB-B472-4925-8D62-3724564AADD3}">
      <dgm:prSet/>
      <dgm:spPr/>
      <dgm:t>
        <a:bodyPr/>
        <a:lstStyle/>
        <a:p>
          <a:r>
            <a:rPr lang="fr-FR"/>
            <a:t>`else`</a:t>
          </a:r>
          <a:endParaRPr lang="en-CA"/>
        </a:p>
      </dgm:t>
    </dgm:pt>
    <dgm:pt modelId="{1EE7F441-597A-4D23-B3C6-4049681A6ABD}" type="parTrans" cxnId="{39997CDD-54E8-45D5-8917-9BD33251B0C6}">
      <dgm:prSet/>
      <dgm:spPr/>
      <dgm:t>
        <a:bodyPr/>
        <a:lstStyle/>
        <a:p>
          <a:endParaRPr lang="en-CA"/>
        </a:p>
      </dgm:t>
    </dgm:pt>
    <dgm:pt modelId="{56F060BD-29E6-4F29-8610-2FE90398F8DF}" type="sibTrans" cxnId="{39997CDD-54E8-45D5-8917-9BD33251B0C6}">
      <dgm:prSet/>
      <dgm:spPr/>
      <dgm:t>
        <a:bodyPr/>
        <a:lstStyle/>
        <a:p>
          <a:endParaRPr lang="en-CA"/>
        </a:p>
      </dgm:t>
    </dgm:pt>
    <dgm:pt modelId="{EF11EDC6-62F4-4C5F-8D72-E7912E98B47C}">
      <dgm:prSet/>
      <dgm:spPr/>
      <dgm:t>
        <a:bodyPr/>
        <a:lstStyle/>
        <a:p>
          <a:r>
            <a:rPr lang="fr-FR"/>
            <a:t>`fi`</a:t>
          </a:r>
          <a:endParaRPr lang="en-CA"/>
        </a:p>
      </dgm:t>
    </dgm:pt>
    <dgm:pt modelId="{ED2ED017-2DF3-42BA-983C-11BF62AEFF98}" type="parTrans" cxnId="{B242229D-1813-4E88-B161-F7E52C5F1606}">
      <dgm:prSet/>
      <dgm:spPr/>
      <dgm:t>
        <a:bodyPr/>
        <a:lstStyle/>
        <a:p>
          <a:endParaRPr lang="en-CA"/>
        </a:p>
      </dgm:t>
    </dgm:pt>
    <dgm:pt modelId="{84538B25-8750-47ED-A85C-12C9842B44BC}" type="sibTrans" cxnId="{B242229D-1813-4E88-B161-F7E52C5F1606}">
      <dgm:prSet/>
      <dgm:spPr/>
      <dgm:t>
        <a:bodyPr/>
        <a:lstStyle/>
        <a:p>
          <a:endParaRPr lang="en-CA"/>
        </a:p>
      </dgm:t>
    </dgm:pt>
    <dgm:pt modelId="{A8A902AF-2BA7-477E-B37B-7821C6B993A6}">
      <dgm:prSet/>
      <dgm:spPr/>
      <dgm:t>
        <a:bodyPr/>
        <a:lstStyle/>
        <a:p>
          <a:r>
            <a:rPr lang="fr-FR" dirty="0"/>
            <a:t>Case</a:t>
          </a:r>
          <a:endParaRPr lang="en-CA" dirty="0"/>
        </a:p>
      </dgm:t>
    </dgm:pt>
    <dgm:pt modelId="{7B883C57-929D-41BF-90F9-45AFA340984F}" type="parTrans" cxnId="{53232925-13BA-48FD-B46D-78C0DA673382}">
      <dgm:prSet/>
      <dgm:spPr/>
      <dgm:t>
        <a:bodyPr/>
        <a:lstStyle/>
        <a:p>
          <a:endParaRPr lang="en-CA"/>
        </a:p>
      </dgm:t>
    </dgm:pt>
    <dgm:pt modelId="{3CDD7F36-976C-47A5-9B8D-3AD617C9E504}" type="sibTrans" cxnId="{53232925-13BA-48FD-B46D-78C0DA673382}">
      <dgm:prSet/>
      <dgm:spPr/>
      <dgm:t>
        <a:bodyPr/>
        <a:lstStyle/>
        <a:p>
          <a:endParaRPr lang="en-CA"/>
        </a:p>
      </dgm:t>
    </dgm:pt>
    <dgm:pt modelId="{23E26EC8-F5FC-4A1F-96A0-310011E314D9}">
      <dgm:prSet/>
      <dgm:spPr/>
      <dgm:t>
        <a:bodyPr/>
        <a:lstStyle/>
        <a:p>
          <a:r>
            <a:rPr lang="en-CA"/>
            <a:t>`for`</a:t>
          </a:r>
        </a:p>
      </dgm:t>
    </dgm:pt>
    <dgm:pt modelId="{6376687F-EC43-48FF-B54C-87CE1EDDE852}" type="parTrans" cxnId="{6B4FBBFF-49A7-4320-A65A-3B1ECA982E91}">
      <dgm:prSet/>
      <dgm:spPr/>
      <dgm:t>
        <a:bodyPr/>
        <a:lstStyle/>
        <a:p>
          <a:endParaRPr lang="en-CA"/>
        </a:p>
      </dgm:t>
    </dgm:pt>
    <dgm:pt modelId="{5F8E94F9-DCF4-49B4-AD32-126DC4E1CDE6}" type="sibTrans" cxnId="{6B4FBBFF-49A7-4320-A65A-3B1ECA982E91}">
      <dgm:prSet/>
      <dgm:spPr/>
      <dgm:t>
        <a:bodyPr/>
        <a:lstStyle/>
        <a:p>
          <a:endParaRPr lang="en-CA"/>
        </a:p>
      </dgm:t>
    </dgm:pt>
    <dgm:pt modelId="{6B91DD50-FCAF-41F1-969C-84DDF702DE4D}">
      <dgm:prSet/>
      <dgm:spPr/>
      <dgm:t>
        <a:bodyPr/>
        <a:lstStyle/>
        <a:p>
          <a:r>
            <a:rPr lang="en-CA"/>
            <a:t>`while`</a:t>
          </a:r>
        </a:p>
      </dgm:t>
    </dgm:pt>
    <dgm:pt modelId="{115D2ECE-F019-4CC0-A0B0-A6AD40A0AE10}" type="parTrans" cxnId="{8012DA93-A63D-4C23-BC50-8E2B392E643D}">
      <dgm:prSet/>
      <dgm:spPr/>
      <dgm:t>
        <a:bodyPr/>
        <a:lstStyle/>
        <a:p>
          <a:endParaRPr lang="en-CA"/>
        </a:p>
      </dgm:t>
    </dgm:pt>
    <dgm:pt modelId="{0598BF74-6C10-4CCA-A1EC-B14523E9050A}" type="sibTrans" cxnId="{8012DA93-A63D-4C23-BC50-8E2B392E643D}">
      <dgm:prSet/>
      <dgm:spPr/>
      <dgm:t>
        <a:bodyPr/>
        <a:lstStyle/>
        <a:p>
          <a:endParaRPr lang="en-CA"/>
        </a:p>
      </dgm:t>
    </dgm:pt>
    <dgm:pt modelId="{4A01240B-784D-4956-822D-4ECF4F542B75}">
      <dgm:prSet/>
      <dgm:spPr/>
      <dgm:t>
        <a:bodyPr/>
        <a:lstStyle/>
        <a:p>
          <a:r>
            <a:rPr lang="en-CA"/>
            <a:t>`until`</a:t>
          </a:r>
        </a:p>
      </dgm:t>
    </dgm:pt>
    <dgm:pt modelId="{6E711F8D-A3CA-4C11-BC3D-C33FB17519F6}" type="parTrans" cxnId="{D2D1D499-5CD6-4DBC-83E4-B2667402EE1F}">
      <dgm:prSet/>
      <dgm:spPr/>
      <dgm:t>
        <a:bodyPr/>
        <a:lstStyle/>
        <a:p>
          <a:endParaRPr lang="en-CA"/>
        </a:p>
      </dgm:t>
    </dgm:pt>
    <dgm:pt modelId="{70F1CD47-121F-4F12-A392-3DECC185D0FF}" type="sibTrans" cxnId="{D2D1D499-5CD6-4DBC-83E4-B2667402EE1F}">
      <dgm:prSet/>
      <dgm:spPr/>
      <dgm:t>
        <a:bodyPr/>
        <a:lstStyle/>
        <a:p>
          <a:endParaRPr lang="en-CA"/>
        </a:p>
      </dgm:t>
    </dgm:pt>
    <dgm:pt modelId="{A53846AD-B452-4EBC-AC38-EC12C1706E21}">
      <dgm:prSet/>
      <dgm:spPr/>
      <dgm:t>
        <a:bodyPr/>
        <a:lstStyle/>
        <a:p>
          <a:r>
            <a:rPr lang="fr-FR"/>
            <a:t>`for` avec `seq` pour générer des plages numériques</a:t>
          </a:r>
          <a:endParaRPr lang="en-CA"/>
        </a:p>
      </dgm:t>
    </dgm:pt>
    <dgm:pt modelId="{FE7FE9CF-A297-485D-BAA3-943A67DE0FF3}" type="parTrans" cxnId="{33BA8624-CDB7-44D1-B8F6-FB72EDAEACA6}">
      <dgm:prSet/>
      <dgm:spPr/>
      <dgm:t>
        <a:bodyPr/>
        <a:lstStyle/>
        <a:p>
          <a:endParaRPr lang="en-CA"/>
        </a:p>
      </dgm:t>
    </dgm:pt>
    <dgm:pt modelId="{11302F8B-F76E-42CF-AB71-733658FE79CA}" type="sibTrans" cxnId="{33BA8624-CDB7-44D1-B8F6-FB72EDAEACA6}">
      <dgm:prSet/>
      <dgm:spPr/>
      <dgm:t>
        <a:bodyPr/>
        <a:lstStyle/>
        <a:p>
          <a:endParaRPr lang="en-CA"/>
        </a:p>
      </dgm:t>
    </dgm:pt>
    <dgm:pt modelId="{B519A302-50D1-4BE7-A495-5A7863E45433}">
      <dgm:prSet/>
      <dgm:spPr/>
      <dgm:t>
        <a:bodyPr/>
        <a:lstStyle/>
        <a:p>
          <a:r>
            <a:rPr lang="fr-FR" dirty="0"/>
            <a:t>Ex: `for i in $(</a:t>
          </a:r>
          <a:r>
            <a:rPr lang="fr-FR" dirty="0" err="1"/>
            <a:t>seq</a:t>
          </a:r>
          <a:r>
            <a:rPr lang="fr-FR" dirty="0"/>
            <a:t> 1 5)`</a:t>
          </a:r>
          <a:endParaRPr lang="en-CA" dirty="0"/>
        </a:p>
      </dgm:t>
    </dgm:pt>
    <dgm:pt modelId="{065C0ECC-90C8-4D5F-BBF2-11F0F839F464}" type="parTrans" cxnId="{89EF86FA-D479-42EB-A2CA-A12DCDF3A3CB}">
      <dgm:prSet/>
      <dgm:spPr/>
      <dgm:t>
        <a:bodyPr/>
        <a:lstStyle/>
        <a:p>
          <a:endParaRPr lang="en-CA"/>
        </a:p>
      </dgm:t>
    </dgm:pt>
    <dgm:pt modelId="{B3221A0B-ECD7-4772-8AD2-F36439AE7FA4}" type="sibTrans" cxnId="{89EF86FA-D479-42EB-A2CA-A12DCDF3A3CB}">
      <dgm:prSet/>
      <dgm:spPr/>
      <dgm:t>
        <a:bodyPr/>
        <a:lstStyle/>
        <a:p>
          <a:endParaRPr lang="en-CA"/>
        </a:p>
      </dgm:t>
    </dgm:pt>
    <dgm:pt modelId="{7AD6A77F-CA34-4D52-9436-196F6099A8E4}" type="pres">
      <dgm:prSet presAssocID="{2C97D830-0F1A-47D0-991B-7705DA0561D4}" presName="Name0" presStyleCnt="0">
        <dgm:presLayoutVars>
          <dgm:dir/>
          <dgm:animLvl val="lvl"/>
          <dgm:resizeHandles val="exact"/>
        </dgm:presLayoutVars>
      </dgm:prSet>
      <dgm:spPr/>
    </dgm:pt>
    <dgm:pt modelId="{7EB5BC2F-BD3E-48EA-A438-72DAF73BFD05}" type="pres">
      <dgm:prSet presAssocID="{F5E51A56-1162-4AC3-BBFF-D2BEA8AB324C}" presName="composite" presStyleCnt="0"/>
      <dgm:spPr/>
    </dgm:pt>
    <dgm:pt modelId="{09BE0482-0F44-4B58-A52D-2AFA5D65808F}" type="pres">
      <dgm:prSet presAssocID="{F5E51A56-1162-4AC3-BBFF-D2BEA8AB324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644CE4C-86A0-44B4-9432-630B8DF30A8F}" type="pres">
      <dgm:prSet presAssocID="{F5E51A56-1162-4AC3-BBFF-D2BEA8AB324C}" presName="desTx" presStyleLbl="alignAccFollowNode1" presStyleIdx="0" presStyleCnt="3">
        <dgm:presLayoutVars>
          <dgm:bulletEnabled val="1"/>
        </dgm:presLayoutVars>
      </dgm:prSet>
      <dgm:spPr/>
    </dgm:pt>
    <dgm:pt modelId="{7E5F873F-D857-40F4-99A8-87E9EBF91DC2}" type="pres">
      <dgm:prSet presAssocID="{748F8830-E548-44B8-ABCF-266C5B62C126}" presName="space" presStyleCnt="0"/>
      <dgm:spPr/>
    </dgm:pt>
    <dgm:pt modelId="{D8A4B30E-F501-4ACF-A9B2-1253EFCB12D5}" type="pres">
      <dgm:prSet presAssocID="{A8A902AF-2BA7-477E-B37B-7821C6B993A6}" presName="composite" presStyleCnt="0"/>
      <dgm:spPr/>
    </dgm:pt>
    <dgm:pt modelId="{EDCABD15-35AE-4C75-80F3-E14C5CEAB1E7}" type="pres">
      <dgm:prSet presAssocID="{A8A902AF-2BA7-477E-B37B-7821C6B993A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4268D11-EF80-4DC4-B3CD-BB1F0B347541}" type="pres">
      <dgm:prSet presAssocID="{A8A902AF-2BA7-477E-B37B-7821C6B993A6}" presName="desTx" presStyleLbl="alignAccFollowNode1" presStyleIdx="1" presStyleCnt="3">
        <dgm:presLayoutVars>
          <dgm:bulletEnabled val="1"/>
        </dgm:presLayoutVars>
      </dgm:prSet>
      <dgm:spPr/>
    </dgm:pt>
    <dgm:pt modelId="{7762AEF0-71E6-4282-888A-4D7EBA715209}" type="pres">
      <dgm:prSet presAssocID="{3CDD7F36-976C-47A5-9B8D-3AD617C9E504}" presName="space" presStyleCnt="0"/>
      <dgm:spPr/>
    </dgm:pt>
    <dgm:pt modelId="{6E6FA0C3-612F-4DBB-BEB8-AC5229C07B0A}" type="pres">
      <dgm:prSet presAssocID="{DA4BE9D2-5541-433F-A318-E6F09F6DF44C}" presName="composite" presStyleCnt="0"/>
      <dgm:spPr/>
    </dgm:pt>
    <dgm:pt modelId="{8338CD3D-ECB8-4085-8E94-879BAEAD5A07}" type="pres">
      <dgm:prSet presAssocID="{DA4BE9D2-5541-433F-A318-E6F09F6DF44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3D4B708-96E1-4538-B925-4C4FB629763F}" type="pres">
      <dgm:prSet presAssocID="{DA4BE9D2-5541-433F-A318-E6F09F6DF44C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BBBF907-6CE8-46B8-ADD0-72D84C623B1F}" type="presOf" srcId="{A53846AD-B452-4EBC-AC38-EC12C1706E21}" destId="{63D4B708-96E1-4538-B925-4C4FB629763F}" srcOrd="0" destOrd="1" presId="urn:microsoft.com/office/officeart/2005/8/layout/hList1"/>
    <dgm:cxn modelId="{9360B108-D8E2-45D7-8E07-CB9C71A75BD1}" type="presOf" srcId="{A8A902AF-2BA7-477E-B37B-7821C6B993A6}" destId="{EDCABD15-35AE-4C75-80F3-E14C5CEAB1E7}" srcOrd="0" destOrd="0" presId="urn:microsoft.com/office/officeart/2005/8/layout/hList1"/>
    <dgm:cxn modelId="{BBD8B71F-79D1-4640-A020-9CEDC4A05E04}" type="presOf" srcId="{58EF96DB-B472-4925-8D62-3724564AADD3}" destId="{2644CE4C-86A0-44B4-9432-630B8DF30A8F}" srcOrd="0" destOrd="2" presId="urn:microsoft.com/office/officeart/2005/8/layout/hList1"/>
    <dgm:cxn modelId="{33BA8624-CDB7-44D1-B8F6-FB72EDAEACA6}" srcId="{23E26EC8-F5FC-4A1F-96A0-310011E314D9}" destId="{A53846AD-B452-4EBC-AC38-EC12C1706E21}" srcOrd="0" destOrd="0" parTransId="{FE7FE9CF-A297-485D-BAA3-943A67DE0FF3}" sibTransId="{11302F8B-F76E-42CF-AB71-733658FE79CA}"/>
    <dgm:cxn modelId="{53232925-13BA-48FD-B46D-78C0DA673382}" srcId="{2C97D830-0F1A-47D0-991B-7705DA0561D4}" destId="{A8A902AF-2BA7-477E-B37B-7821C6B993A6}" srcOrd="1" destOrd="0" parTransId="{7B883C57-929D-41BF-90F9-45AFA340984F}" sibTransId="{3CDD7F36-976C-47A5-9B8D-3AD617C9E504}"/>
    <dgm:cxn modelId="{F15F1D38-0AD3-43BC-AE48-CAFBA9258805}" type="presOf" srcId="{4A01240B-784D-4956-822D-4ECF4F542B75}" destId="{63D4B708-96E1-4538-B925-4C4FB629763F}" srcOrd="0" destOrd="4" presId="urn:microsoft.com/office/officeart/2005/8/layout/hList1"/>
    <dgm:cxn modelId="{950C283E-FC51-49AE-BBB1-1ED8EE0EFFBF}" type="presOf" srcId="{F5E51A56-1162-4AC3-BBFF-D2BEA8AB324C}" destId="{09BE0482-0F44-4B58-A52D-2AFA5D65808F}" srcOrd="0" destOrd="0" presId="urn:microsoft.com/office/officeart/2005/8/layout/hList1"/>
    <dgm:cxn modelId="{A9EB5466-3928-4214-8739-0E0265833E85}" type="presOf" srcId="{6B91DD50-FCAF-41F1-969C-84DDF702DE4D}" destId="{63D4B708-96E1-4538-B925-4C4FB629763F}" srcOrd="0" destOrd="3" presId="urn:microsoft.com/office/officeart/2005/8/layout/hList1"/>
    <dgm:cxn modelId="{138EBC71-D8DF-4101-ABA8-52C7DEB2C80D}" srcId="{2C97D830-0F1A-47D0-991B-7705DA0561D4}" destId="{F5E51A56-1162-4AC3-BBFF-D2BEA8AB324C}" srcOrd="0" destOrd="0" parTransId="{09E0703D-A58B-4F87-9F03-BEABF3444F03}" sibTransId="{748F8830-E548-44B8-ABCF-266C5B62C126}"/>
    <dgm:cxn modelId="{A36C8272-D62E-4761-994A-DA71911485AB}" srcId="{F5E51A56-1162-4AC3-BBFF-D2BEA8AB324C}" destId="{9AA4EBB9-5953-46A0-B179-F2D985690C8F}" srcOrd="0" destOrd="0" parTransId="{338C9DF9-9772-45D2-A3EF-1208920F040D}" sibTransId="{C6F7EDBB-9B4E-4F39-8B0B-FB518995C18F}"/>
    <dgm:cxn modelId="{E8F9D772-A551-4E7E-B629-4F7884986B47}" srcId="{8B4D06C1-8F7B-45D5-93BD-7479C6DFB00A}" destId="{52C4F7E0-DF8B-4ED7-86CB-622AFC81E1E3}" srcOrd="0" destOrd="0" parTransId="{E5A8A08A-D10E-4F91-8228-A943E49485D7}" sibTransId="{739287DF-2166-49DB-A21A-19983F5FAA68}"/>
    <dgm:cxn modelId="{E0565F56-9A31-4E0E-B490-64181CF7A335}" type="presOf" srcId="{23E26EC8-F5FC-4A1F-96A0-310011E314D9}" destId="{63D4B708-96E1-4538-B925-4C4FB629763F}" srcOrd="0" destOrd="0" presId="urn:microsoft.com/office/officeart/2005/8/layout/hList1"/>
    <dgm:cxn modelId="{9328607D-8F21-4427-BFC6-5FFAE907F273}" srcId="{A8A902AF-2BA7-477E-B37B-7821C6B993A6}" destId="{8B4D06C1-8F7B-45D5-93BD-7479C6DFB00A}" srcOrd="0" destOrd="0" parTransId="{337BA7A4-59FB-442A-BBCF-C4612B803C86}" sibTransId="{18DA8E9C-BE08-484B-AE97-653BD6710D7F}"/>
    <dgm:cxn modelId="{8012DA93-A63D-4C23-BC50-8E2B392E643D}" srcId="{DA4BE9D2-5541-433F-A318-E6F09F6DF44C}" destId="{6B91DD50-FCAF-41F1-969C-84DDF702DE4D}" srcOrd="1" destOrd="0" parTransId="{115D2ECE-F019-4CC0-A0B0-A6AD40A0AE10}" sibTransId="{0598BF74-6C10-4CCA-A1EC-B14523E9050A}"/>
    <dgm:cxn modelId="{D2D1D499-5CD6-4DBC-83E4-B2667402EE1F}" srcId="{DA4BE9D2-5541-433F-A318-E6F09F6DF44C}" destId="{4A01240B-784D-4956-822D-4ECF4F542B75}" srcOrd="2" destOrd="0" parTransId="{6E711F8D-A3CA-4C11-BC3D-C33FB17519F6}" sibTransId="{70F1CD47-121F-4F12-A392-3DECC185D0FF}"/>
    <dgm:cxn modelId="{B242229D-1813-4E88-B161-F7E52C5F1606}" srcId="{F5E51A56-1162-4AC3-BBFF-D2BEA8AB324C}" destId="{EF11EDC6-62F4-4C5F-8D72-E7912E98B47C}" srcOrd="3" destOrd="0" parTransId="{ED2ED017-2DF3-42BA-983C-11BF62AEFF98}" sibTransId="{84538B25-8750-47ED-A85C-12C9842B44BC}"/>
    <dgm:cxn modelId="{A0C8A09D-1B32-47E7-8D89-9D90198E1D82}" srcId="{F5E51A56-1162-4AC3-BBFF-D2BEA8AB324C}" destId="{FE6090F9-01B6-4205-9B5E-7EFB95F93C42}" srcOrd="1" destOrd="0" parTransId="{B598AA0F-C356-4063-9E27-14D007B712D1}" sibTransId="{D8FAB732-D75E-4EB3-97B2-C1F4380B040D}"/>
    <dgm:cxn modelId="{91B203AC-6A50-4E0A-BD39-7B914848847D}" type="presOf" srcId="{52C4F7E0-DF8B-4ED7-86CB-622AFC81E1E3}" destId="{94268D11-EF80-4DC4-B3CD-BB1F0B347541}" srcOrd="0" destOrd="1" presId="urn:microsoft.com/office/officeart/2005/8/layout/hList1"/>
    <dgm:cxn modelId="{5286B4AE-0002-4AA6-A044-19E267FA0450}" type="presOf" srcId="{9AA4EBB9-5953-46A0-B179-F2D985690C8F}" destId="{2644CE4C-86A0-44B4-9432-630B8DF30A8F}" srcOrd="0" destOrd="0" presId="urn:microsoft.com/office/officeart/2005/8/layout/hList1"/>
    <dgm:cxn modelId="{5E11A0BC-A0FD-4C6C-B7B7-567E3877E945}" type="presOf" srcId="{B519A302-50D1-4BE7-A495-5A7863E45433}" destId="{63D4B708-96E1-4538-B925-4C4FB629763F}" srcOrd="0" destOrd="2" presId="urn:microsoft.com/office/officeart/2005/8/layout/hList1"/>
    <dgm:cxn modelId="{61BBE7D5-3DB4-46E8-A649-80B4465121AD}" type="presOf" srcId="{FE6090F9-01B6-4205-9B5E-7EFB95F93C42}" destId="{2644CE4C-86A0-44B4-9432-630B8DF30A8F}" srcOrd="0" destOrd="1" presId="urn:microsoft.com/office/officeart/2005/8/layout/hList1"/>
    <dgm:cxn modelId="{BF5C29D6-36DB-48DA-98B8-3A6083C42F5D}" type="presOf" srcId="{DA4BE9D2-5541-433F-A318-E6F09F6DF44C}" destId="{8338CD3D-ECB8-4085-8E94-879BAEAD5A07}" srcOrd="0" destOrd="0" presId="urn:microsoft.com/office/officeart/2005/8/layout/hList1"/>
    <dgm:cxn modelId="{729C86DA-3EC6-42EE-AB0D-958414D13D9F}" srcId="{2C97D830-0F1A-47D0-991B-7705DA0561D4}" destId="{DA4BE9D2-5541-433F-A318-E6F09F6DF44C}" srcOrd="2" destOrd="0" parTransId="{26C5911B-AB31-446D-BC48-D00939C6804B}" sibTransId="{69636DF6-E527-4062-BBF2-43AA16183957}"/>
    <dgm:cxn modelId="{39997CDD-54E8-45D5-8917-9BD33251B0C6}" srcId="{F5E51A56-1162-4AC3-BBFF-D2BEA8AB324C}" destId="{58EF96DB-B472-4925-8D62-3724564AADD3}" srcOrd="2" destOrd="0" parTransId="{1EE7F441-597A-4D23-B3C6-4049681A6ABD}" sibTransId="{56F060BD-29E6-4F29-8610-2FE90398F8DF}"/>
    <dgm:cxn modelId="{E32428E1-C75A-4163-948B-A0F75DF8A7E1}" type="presOf" srcId="{2C97D830-0F1A-47D0-991B-7705DA0561D4}" destId="{7AD6A77F-CA34-4D52-9436-196F6099A8E4}" srcOrd="0" destOrd="0" presId="urn:microsoft.com/office/officeart/2005/8/layout/hList1"/>
    <dgm:cxn modelId="{D46A52E8-26AF-4F18-A916-2A6B1EB0E8C4}" type="presOf" srcId="{EF11EDC6-62F4-4C5F-8D72-E7912E98B47C}" destId="{2644CE4C-86A0-44B4-9432-630B8DF30A8F}" srcOrd="0" destOrd="3" presId="urn:microsoft.com/office/officeart/2005/8/layout/hList1"/>
    <dgm:cxn modelId="{6E7590E9-E743-4520-A311-F241B9675FCA}" type="presOf" srcId="{8B4D06C1-8F7B-45D5-93BD-7479C6DFB00A}" destId="{94268D11-EF80-4DC4-B3CD-BB1F0B347541}" srcOrd="0" destOrd="0" presId="urn:microsoft.com/office/officeart/2005/8/layout/hList1"/>
    <dgm:cxn modelId="{89EF86FA-D479-42EB-A2CA-A12DCDF3A3CB}" srcId="{A53846AD-B452-4EBC-AC38-EC12C1706E21}" destId="{B519A302-50D1-4BE7-A495-5A7863E45433}" srcOrd="0" destOrd="0" parTransId="{065C0ECC-90C8-4D5F-BBF2-11F0F839F464}" sibTransId="{B3221A0B-ECD7-4772-8AD2-F36439AE7FA4}"/>
    <dgm:cxn modelId="{6B4FBBFF-49A7-4320-A65A-3B1ECA982E91}" srcId="{DA4BE9D2-5541-433F-A318-E6F09F6DF44C}" destId="{23E26EC8-F5FC-4A1F-96A0-310011E314D9}" srcOrd="0" destOrd="0" parTransId="{6376687F-EC43-48FF-B54C-87CE1EDDE852}" sibTransId="{5F8E94F9-DCF4-49B4-AD32-126DC4E1CDE6}"/>
    <dgm:cxn modelId="{D0A25776-F00E-452B-89E2-98D9AE4D39D9}" type="presParOf" srcId="{7AD6A77F-CA34-4D52-9436-196F6099A8E4}" destId="{7EB5BC2F-BD3E-48EA-A438-72DAF73BFD05}" srcOrd="0" destOrd="0" presId="urn:microsoft.com/office/officeart/2005/8/layout/hList1"/>
    <dgm:cxn modelId="{4BF1ABBD-3AAB-4F63-8BFE-CFB7C045E6EA}" type="presParOf" srcId="{7EB5BC2F-BD3E-48EA-A438-72DAF73BFD05}" destId="{09BE0482-0F44-4B58-A52D-2AFA5D65808F}" srcOrd="0" destOrd="0" presId="urn:microsoft.com/office/officeart/2005/8/layout/hList1"/>
    <dgm:cxn modelId="{7860014F-9F0B-4816-ADE5-EFA0DEE8DC85}" type="presParOf" srcId="{7EB5BC2F-BD3E-48EA-A438-72DAF73BFD05}" destId="{2644CE4C-86A0-44B4-9432-630B8DF30A8F}" srcOrd="1" destOrd="0" presId="urn:microsoft.com/office/officeart/2005/8/layout/hList1"/>
    <dgm:cxn modelId="{0A307013-F586-4E99-B045-D9D2EE1FA544}" type="presParOf" srcId="{7AD6A77F-CA34-4D52-9436-196F6099A8E4}" destId="{7E5F873F-D857-40F4-99A8-87E9EBF91DC2}" srcOrd="1" destOrd="0" presId="urn:microsoft.com/office/officeart/2005/8/layout/hList1"/>
    <dgm:cxn modelId="{99684689-AFBE-4730-9855-49A0025C3A40}" type="presParOf" srcId="{7AD6A77F-CA34-4D52-9436-196F6099A8E4}" destId="{D8A4B30E-F501-4ACF-A9B2-1253EFCB12D5}" srcOrd="2" destOrd="0" presId="urn:microsoft.com/office/officeart/2005/8/layout/hList1"/>
    <dgm:cxn modelId="{D2BD1C4C-37E6-4D61-A65E-92DDF49F2AA9}" type="presParOf" srcId="{D8A4B30E-F501-4ACF-A9B2-1253EFCB12D5}" destId="{EDCABD15-35AE-4C75-80F3-E14C5CEAB1E7}" srcOrd="0" destOrd="0" presId="urn:microsoft.com/office/officeart/2005/8/layout/hList1"/>
    <dgm:cxn modelId="{6514B9CE-154E-408D-B84B-2F7F60C75C0A}" type="presParOf" srcId="{D8A4B30E-F501-4ACF-A9B2-1253EFCB12D5}" destId="{94268D11-EF80-4DC4-B3CD-BB1F0B347541}" srcOrd="1" destOrd="0" presId="urn:microsoft.com/office/officeart/2005/8/layout/hList1"/>
    <dgm:cxn modelId="{8AEF2DF8-F4B3-46AD-8127-25499379DA82}" type="presParOf" srcId="{7AD6A77F-CA34-4D52-9436-196F6099A8E4}" destId="{7762AEF0-71E6-4282-888A-4D7EBA715209}" srcOrd="3" destOrd="0" presId="urn:microsoft.com/office/officeart/2005/8/layout/hList1"/>
    <dgm:cxn modelId="{6DD3D0F5-76BC-40C4-88CE-25C0DD2374B7}" type="presParOf" srcId="{7AD6A77F-CA34-4D52-9436-196F6099A8E4}" destId="{6E6FA0C3-612F-4DBB-BEB8-AC5229C07B0A}" srcOrd="4" destOrd="0" presId="urn:microsoft.com/office/officeart/2005/8/layout/hList1"/>
    <dgm:cxn modelId="{A0D6DC5A-2EA9-409F-8BA8-E3CA4ED77F36}" type="presParOf" srcId="{6E6FA0C3-612F-4DBB-BEB8-AC5229C07B0A}" destId="{8338CD3D-ECB8-4085-8E94-879BAEAD5A07}" srcOrd="0" destOrd="0" presId="urn:microsoft.com/office/officeart/2005/8/layout/hList1"/>
    <dgm:cxn modelId="{287DBB3B-CCA5-4225-8A74-3EC56DD8F2D2}" type="presParOf" srcId="{6E6FA0C3-612F-4DBB-BEB8-AC5229C07B0A}" destId="{63D4B708-96E1-4538-B925-4C4FB629763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03715A4-AD37-4894-ADD4-CEC5E19F54E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6459407-B42A-4D34-8F5E-FB0932ED7770}">
      <dgm:prSet/>
      <dgm:spPr/>
      <dgm:t>
        <a:bodyPr/>
        <a:lstStyle/>
        <a:p>
          <a:r>
            <a:rPr lang="fr-FR" dirty="0"/>
            <a:t>Utilisation de `$(())` pour faire des calculs</a:t>
          </a:r>
          <a:endParaRPr lang="en-US" dirty="0"/>
        </a:p>
      </dgm:t>
    </dgm:pt>
    <dgm:pt modelId="{4A5913A1-6ACB-4358-A963-6693035FD9A3}" type="parTrans" cxnId="{4E0AB80C-9E71-4CF9-852A-4C5E1260C660}">
      <dgm:prSet/>
      <dgm:spPr/>
      <dgm:t>
        <a:bodyPr/>
        <a:lstStyle/>
        <a:p>
          <a:endParaRPr lang="en-US"/>
        </a:p>
      </dgm:t>
    </dgm:pt>
    <dgm:pt modelId="{ED4E8831-C1F9-4EE7-BF8D-09D6933791DE}" type="sibTrans" cxnId="{4E0AB80C-9E71-4CF9-852A-4C5E1260C660}">
      <dgm:prSet/>
      <dgm:spPr/>
      <dgm:t>
        <a:bodyPr/>
        <a:lstStyle/>
        <a:p>
          <a:endParaRPr lang="en-US"/>
        </a:p>
      </dgm:t>
    </dgm:pt>
    <dgm:pt modelId="{01786188-7D80-4737-83D8-3B2D899CC8CE}">
      <dgm:prSet/>
      <dgm:spPr/>
      <dgm:t>
        <a:bodyPr/>
        <a:lstStyle/>
        <a:p>
          <a:r>
            <a:rPr lang="en-CA" dirty="0"/>
            <a:t>Ex: `$((a + b))`, `$(( a % 3))`</a:t>
          </a:r>
          <a:endParaRPr lang="en-US" dirty="0"/>
        </a:p>
      </dgm:t>
    </dgm:pt>
    <dgm:pt modelId="{497A0985-4352-4949-8C74-9536FC229762}" type="parTrans" cxnId="{170E5701-F334-4449-81A7-C360B276B7F0}">
      <dgm:prSet/>
      <dgm:spPr/>
      <dgm:t>
        <a:bodyPr/>
        <a:lstStyle/>
        <a:p>
          <a:endParaRPr lang="en-US"/>
        </a:p>
      </dgm:t>
    </dgm:pt>
    <dgm:pt modelId="{D8BF28EC-84AB-4760-ACC8-E9324F4D03DB}" type="sibTrans" cxnId="{170E5701-F334-4449-81A7-C360B276B7F0}">
      <dgm:prSet/>
      <dgm:spPr/>
      <dgm:t>
        <a:bodyPr/>
        <a:lstStyle/>
        <a:p>
          <a:endParaRPr lang="en-US"/>
        </a:p>
      </dgm:t>
    </dgm:pt>
    <dgm:pt modelId="{77D47E7B-4D47-4ECF-A20F-1916D2DD4574}">
      <dgm:prSet/>
      <dgm:spPr/>
      <dgm:t>
        <a:bodyPr/>
        <a:lstStyle/>
        <a:p>
          <a:r>
            <a:rPr lang="en-CA"/>
            <a:t>Supporte op</a:t>
          </a:r>
          <a:r>
            <a:rPr lang="fr-CA"/>
            <a:t>érateurs classiques: </a:t>
          </a:r>
          <a:r>
            <a:rPr lang="en-CA"/>
            <a:t>`+`, `-`, `*`, `/`, `%`</a:t>
          </a:r>
          <a:endParaRPr lang="en-US"/>
        </a:p>
      </dgm:t>
    </dgm:pt>
    <dgm:pt modelId="{3E15FD1B-30F2-41B0-BF96-A49B0580DA2B}" type="parTrans" cxnId="{EC3377AB-4DAA-4EEE-A3DF-400AC0CB285F}">
      <dgm:prSet/>
      <dgm:spPr/>
      <dgm:t>
        <a:bodyPr/>
        <a:lstStyle/>
        <a:p>
          <a:endParaRPr lang="en-US"/>
        </a:p>
      </dgm:t>
    </dgm:pt>
    <dgm:pt modelId="{63481D0E-2634-461E-A388-E57EA5EE6E80}" type="sibTrans" cxnId="{EC3377AB-4DAA-4EEE-A3DF-400AC0CB285F}">
      <dgm:prSet/>
      <dgm:spPr/>
      <dgm:t>
        <a:bodyPr/>
        <a:lstStyle/>
        <a:p>
          <a:endParaRPr lang="en-US"/>
        </a:p>
      </dgm:t>
    </dgm:pt>
    <dgm:pt modelId="{70EF4CB5-E165-4507-8DDF-70ED6D13CEB3}">
      <dgm:prSet/>
      <dgm:spPr/>
      <dgm:t>
        <a:bodyPr/>
        <a:lstStyle/>
        <a:p>
          <a:r>
            <a:rPr lang="fr-FR"/>
            <a:t>Ne pas mettre de guillemets autour des expressions arithmétiques :</a:t>
          </a:r>
          <a:endParaRPr lang="en-US"/>
        </a:p>
      </dgm:t>
    </dgm:pt>
    <dgm:pt modelId="{B98F9AFF-5CBE-4ED2-AA49-A84C24A6980C}" type="parTrans" cxnId="{21E50784-BEB1-45E5-8B2D-77AE318E9CBB}">
      <dgm:prSet/>
      <dgm:spPr/>
      <dgm:t>
        <a:bodyPr/>
        <a:lstStyle/>
        <a:p>
          <a:endParaRPr lang="en-US"/>
        </a:p>
      </dgm:t>
    </dgm:pt>
    <dgm:pt modelId="{5C563986-8247-4F97-9B88-EF210C5AF87C}" type="sibTrans" cxnId="{21E50784-BEB1-45E5-8B2D-77AE318E9CBB}">
      <dgm:prSet/>
      <dgm:spPr/>
      <dgm:t>
        <a:bodyPr/>
        <a:lstStyle/>
        <a:p>
          <a:endParaRPr lang="en-US"/>
        </a:p>
      </dgm:t>
    </dgm:pt>
    <dgm:pt modelId="{6A5E1275-681D-4648-85C9-EAD22847787F}">
      <dgm:prSet/>
      <dgm:spPr/>
      <dgm:t>
        <a:bodyPr/>
        <a:lstStyle/>
        <a:p>
          <a:r>
            <a:rPr lang="en-CA" dirty="0"/>
            <a:t>✅`val=$((x + 1))`</a:t>
          </a:r>
          <a:endParaRPr lang="en-US" dirty="0"/>
        </a:p>
      </dgm:t>
    </dgm:pt>
    <dgm:pt modelId="{117D612A-7724-4ED2-A924-B49EA8131536}" type="parTrans" cxnId="{3529351F-88D8-42F8-8689-84FCBDB4DAD2}">
      <dgm:prSet/>
      <dgm:spPr/>
      <dgm:t>
        <a:bodyPr/>
        <a:lstStyle/>
        <a:p>
          <a:endParaRPr lang="en-US"/>
        </a:p>
      </dgm:t>
    </dgm:pt>
    <dgm:pt modelId="{1A268C6E-EE7E-4220-81D4-C2CAD50F62E0}" type="sibTrans" cxnId="{3529351F-88D8-42F8-8689-84FCBDB4DAD2}">
      <dgm:prSet/>
      <dgm:spPr/>
      <dgm:t>
        <a:bodyPr/>
        <a:lstStyle/>
        <a:p>
          <a:endParaRPr lang="en-US"/>
        </a:p>
      </dgm:t>
    </dgm:pt>
    <dgm:pt modelId="{A67F51A9-8077-4590-AE17-3929D22F758A}">
      <dgm:prSet/>
      <dgm:spPr/>
      <dgm:t>
        <a:bodyPr/>
        <a:lstStyle/>
        <a:p>
          <a:r>
            <a:rPr lang="fr-FR"/>
            <a:t>❌ `val="$((x + 1))"` (résulte en une chaîne)</a:t>
          </a:r>
          <a:endParaRPr lang="en-US"/>
        </a:p>
      </dgm:t>
    </dgm:pt>
    <dgm:pt modelId="{FE3058C2-0C18-4CA8-A84E-44783C99CB9E}" type="parTrans" cxnId="{6B8FA2DF-0983-429B-8FFD-631E518B9F6D}">
      <dgm:prSet/>
      <dgm:spPr/>
      <dgm:t>
        <a:bodyPr/>
        <a:lstStyle/>
        <a:p>
          <a:endParaRPr lang="en-US"/>
        </a:p>
      </dgm:t>
    </dgm:pt>
    <dgm:pt modelId="{7DB9175A-58FB-467B-BEB3-67B575431790}" type="sibTrans" cxnId="{6B8FA2DF-0983-429B-8FFD-631E518B9F6D}">
      <dgm:prSet/>
      <dgm:spPr/>
      <dgm:t>
        <a:bodyPr/>
        <a:lstStyle/>
        <a:p>
          <a:endParaRPr lang="en-US"/>
        </a:p>
      </dgm:t>
    </dgm:pt>
    <dgm:pt modelId="{7D2DFBC5-8BCC-4E6C-BDEE-656F363115A0}" type="pres">
      <dgm:prSet presAssocID="{D03715A4-AD37-4894-ADD4-CEC5E19F54EC}" presName="root" presStyleCnt="0">
        <dgm:presLayoutVars>
          <dgm:dir/>
          <dgm:resizeHandles val="exact"/>
        </dgm:presLayoutVars>
      </dgm:prSet>
      <dgm:spPr/>
    </dgm:pt>
    <dgm:pt modelId="{D50DB3B4-A708-4B0E-B92A-600439CB887C}" type="pres">
      <dgm:prSet presAssocID="{56459407-B42A-4D34-8F5E-FB0932ED7770}" presName="compNode" presStyleCnt="0"/>
      <dgm:spPr/>
    </dgm:pt>
    <dgm:pt modelId="{2747950F-E172-491E-B292-8E55DBA3FE82}" type="pres">
      <dgm:prSet presAssocID="{56459407-B42A-4D34-8F5E-FB0932ED7770}" presName="bgRect" presStyleLbl="bgShp" presStyleIdx="0" presStyleCnt="3"/>
      <dgm:spPr/>
    </dgm:pt>
    <dgm:pt modelId="{E0FA55C1-0AD9-4AB8-976D-D934A8FE5DD9}" type="pres">
      <dgm:prSet presAssocID="{56459407-B42A-4D34-8F5E-FB0932ED777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 female with solid fill"/>
        </a:ext>
      </dgm:extLst>
    </dgm:pt>
    <dgm:pt modelId="{05D83199-40D2-493B-A68E-69D02D93613B}" type="pres">
      <dgm:prSet presAssocID="{56459407-B42A-4D34-8F5E-FB0932ED7770}" presName="spaceRect" presStyleCnt="0"/>
      <dgm:spPr/>
    </dgm:pt>
    <dgm:pt modelId="{6FF18A9F-4675-4CC3-A3FC-243A9365FD8A}" type="pres">
      <dgm:prSet presAssocID="{56459407-B42A-4D34-8F5E-FB0932ED7770}" presName="parTx" presStyleLbl="revTx" presStyleIdx="0" presStyleCnt="5">
        <dgm:presLayoutVars>
          <dgm:chMax val="0"/>
          <dgm:chPref val="0"/>
        </dgm:presLayoutVars>
      </dgm:prSet>
      <dgm:spPr/>
    </dgm:pt>
    <dgm:pt modelId="{709F19DE-96F8-4879-A182-366313231C04}" type="pres">
      <dgm:prSet presAssocID="{56459407-B42A-4D34-8F5E-FB0932ED7770}" presName="desTx" presStyleLbl="revTx" presStyleIdx="1" presStyleCnt="5" custScaleX="113341">
        <dgm:presLayoutVars/>
      </dgm:prSet>
      <dgm:spPr/>
    </dgm:pt>
    <dgm:pt modelId="{1B5FB535-7640-4A38-B869-B1FEBF1EC7DF}" type="pres">
      <dgm:prSet presAssocID="{ED4E8831-C1F9-4EE7-BF8D-09D6933791DE}" presName="sibTrans" presStyleCnt="0"/>
      <dgm:spPr/>
    </dgm:pt>
    <dgm:pt modelId="{A87F7867-F689-4E9C-98CF-EB2FD30EF6B3}" type="pres">
      <dgm:prSet presAssocID="{77D47E7B-4D47-4ECF-A20F-1916D2DD4574}" presName="compNode" presStyleCnt="0"/>
      <dgm:spPr/>
    </dgm:pt>
    <dgm:pt modelId="{CA43DA06-A59E-4350-9DB5-D7EC72739A22}" type="pres">
      <dgm:prSet presAssocID="{77D47E7B-4D47-4ECF-A20F-1916D2DD4574}" presName="bgRect" presStyleLbl="bgShp" presStyleIdx="1" presStyleCnt="3"/>
      <dgm:spPr/>
    </dgm:pt>
    <dgm:pt modelId="{79E3E654-A755-4158-BA4F-64E38CAFA13A}" type="pres">
      <dgm:prSet presAssocID="{77D47E7B-4D47-4ECF-A20F-1916D2DD457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 with solid fill"/>
        </a:ext>
      </dgm:extLst>
    </dgm:pt>
    <dgm:pt modelId="{0DEEF54C-E853-40C1-BDB0-CC3D504FBA81}" type="pres">
      <dgm:prSet presAssocID="{77D47E7B-4D47-4ECF-A20F-1916D2DD4574}" presName="spaceRect" presStyleCnt="0"/>
      <dgm:spPr/>
    </dgm:pt>
    <dgm:pt modelId="{9A806DDD-85FE-4B52-BE61-74AAF1F1CC54}" type="pres">
      <dgm:prSet presAssocID="{77D47E7B-4D47-4ECF-A20F-1916D2DD4574}" presName="parTx" presStyleLbl="revTx" presStyleIdx="2" presStyleCnt="5">
        <dgm:presLayoutVars>
          <dgm:chMax val="0"/>
          <dgm:chPref val="0"/>
        </dgm:presLayoutVars>
      </dgm:prSet>
      <dgm:spPr/>
    </dgm:pt>
    <dgm:pt modelId="{6E492E70-B7EE-4E58-870E-A722CEC45CE5}" type="pres">
      <dgm:prSet presAssocID="{63481D0E-2634-461E-A388-E57EA5EE6E80}" presName="sibTrans" presStyleCnt="0"/>
      <dgm:spPr/>
    </dgm:pt>
    <dgm:pt modelId="{8D482363-64C0-451E-89D0-56C0729A028C}" type="pres">
      <dgm:prSet presAssocID="{70EF4CB5-E165-4507-8DDF-70ED6D13CEB3}" presName="compNode" presStyleCnt="0"/>
      <dgm:spPr/>
    </dgm:pt>
    <dgm:pt modelId="{E0E6C333-235B-4EF3-8D51-8F44F229E821}" type="pres">
      <dgm:prSet presAssocID="{70EF4CB5-E165-4507-8DDF-70ED6D13CEB3}" presName="bgRect" presStyleLbl="bgShp" presStyleIdx="2" presStyleCnt="3"/>
      <dgm:spPr/>
    </dgm:pt>
    <dgm:pt modelId="{3599C440-D91A-425D-98D7-4F97754175FB}" type="pres">
      <dgm:prSet presAssocID="{70EF4CB5-E165-4507-8DDF-70ED6D13CEB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6F96E417-A9EA-43F4-A369-73A4FC380CCD}" type="pres">
      <dgm:prSet presAssocID="{70EF4CB5-E165-4507-8DDF-70ED6D13CEB3}" presName="spaceRect" presStyleCnt="0"/>
      <dgm:spPr/>
    </dgm:pt>
    <dgm:pt modelId="{05D4F4DD-4BC3-4014-BB78-72D6E95B573A}" type="pres">
      <dgm:prSet presAssocID="{70EF4CB5-E165-4507-8DDF-70ED6D13CEB3}" presName="parTx" presStyleLbl="revTx" presStyleIdx="3" presStyleCnt="5">
        <dgm:presLayoutVars>
          <dgm:chMax val="0"/>
          <dgm:chPref val="0"/>
        </dgm:presLayoutVars>
      </dgm:prSet>
      <dgm:spPr/>
    </dgm:pt>
    <dgm:pt modelId="{8BF664EA-A0C6-4074-87BD-4240DB2F478D}" type="pres">
      <dgm:prSet presAssocID="{70EF4CB5-E165-4507-8DDF-70ED6D13CEB3}" presName="desTx" presStyleLbl="revTx" presStyleIdx="4" presStyleCnt="5" custScaleX="126046">
        <dgm:presLayoutVars/>
      </dgm:prSet>
      <dgm:spPr/>
    </dgm:pt>
  </dgm:ptLst>
  <dgm:cxnLst>
    <dgm:cxn modelId="{170E5701-F334-4449-81A7-C360B276B7F0}" srcId="{56459407-B42A-4D34-8F5E-FB0932ED7770}" destId="{01786188-7D80-4737-83D8-3B2D899CC8CE}" srcOrd="0" destOrd="0" parTransId="{497A0985-4352-4949-8C74-9536FC229762}" sibTransId="{D8BF28EC-84AB-4760-ACC8-E9324F4D03DB}"/>
    <dgm:cxn modelId="{DD399805-9A20-4AE8-969B-D1BC7B63E119}" type="presOf" srcId="{D03715A4-AD37-4894-ADD4-CEC5E19F54EC}" destId="{7D2DFBC5-8BCC-4E6C-BDEE-656F363115A0}" srcOrd="0" destOrd="0" presId="urn:microsoft.com/office/officeart/2018/2/layout/IconVerticalSolidList"/>
    <dgm:cxn modelId="{4E0AB80C-9E71-4CF9-852A-4C5E1260C660}" srcId="{D03715A4-AD37-4894-ADD4-CEC5E19F54EC}" destId="{56459407-B42A-4D34-8F5E-FB0932ED7770}" srcOrd="0" destOrd="0" parTransId="{4A5913A1-6ACB-4358-A963-6693035FD9A3}" sibTransId="{ED4E8831-C1F9-4EE7-BF8D-09D6933791DE}"/>
    <dgm:cxn modelId="{B7BCF41D-A48E-4507-ACEE-8D976B871D6F}" type="presOf" srcId="{77D47E7B-4D47-4ECF-A20F-1916D2DD4574}" destId="{9A806DDD-85FE-4B52-BE61-74AAF1F1CC54}" srcOrd="0" destOrd="0" presId="urn:microsoft.com/office/officeart/2018/2/layout/IconVerticalSolidList"/>
    <dgm:cxn modelId="{3529351F-88D8-42F8-8689-84FCBDB4DAD2}" srcId="{70EF4CB5-E165-4507-8DDF-70ED6D13CEB3}" destId="{6A5E1275-681D-4648-85C9-EAD22847787F}" srcOrd="0" destOrd="0" parTransId="{117D612A-7724-4ED2-A924-B49EA8131536}" sibTransId="{1A268C6E-EE7E-4220-81D4-C2CAD50F62E0}"/>
    <dgm:cxn modelId="{61CE7C2C-AE98-4627-994F-31BB657517A8}" type="presOf" srcId="{6A5E1275-681D-4648-85C9-EAD22847787F}" destId="{8BF664EA-A0C6-4074-87BD-4240DB2F478D}" srcOrd="0" destOrd="0" presId="urn:microsoft.com/office/officeart/2018/2/layout/IconVerticalSolidList"/>
    <dgm:cxn modelId="{3D4C9765-027E-4E22-830E-C8C7398EF3EB}" type="presOf" srcId="{70EF4CB5-E165-4507-8DDF-70ED6D13CEB3}" destId="{05D4F4DD-4BC3-4014-BB78-72D6E95B573A}" srcOrd="0" destOrd="0" presId="urn:microsoft.com/office/officeart/2018/2/layout/IconVerticalSolidList"/>
    <dgm:cxn modelId="{21E50784-BEB1-45E5-8B2D-77AE318E9CBB}" srcId="{D03715A4-AD37-4894-ADD4-CEC5E19F54EC}" destId="{70EF4CB5-E165-4507-8DDF-70ED6D13CEB3}" srcOrd="2" destOrd="0" parTransId="{B98F9AFF-5CBE-4ED2-AA49-A84C24A6980C}" sibTransId="{5C563986-8247-4F97-9B88-EF210C5AF87C}"/>
    <dgm:cxn modelId="{EC3377AB-4DAA-4EEE-A3DF-400AC0CB285F}" srcId="{D03715A4-AD37-4894-ADD4-CEC5E19F54EC}" destId="{77D47E7B-4D47-4ECF-A20F-1916D2DD4574}" srcOrd="1" destOrd="0" parTransId="{3E15FD1B-30F2-41B0-BF96-A49B0580DA2B}" sibTransId="{63481D0E-2634-461E-A388-E57EA5EE6E80}"/>
    <dgm:cxn modelId="{D82E9ABF-67C7-4269-9C25-EBBADCE3B585}" type="presOf" srcId="{01786188-7D80-4737-83D8-3B2D899CC8CE}" destId="{709F19DE-96F8-4879-A182-366313231C04}" srcOrd="0" destOrd="0" presId="urn:microsoft.com/office/officeart/2018/2/layout/IconVerticalSolidList"/>
    <dgm:cxn modelId="{04DF7CD8-DCE5-4C0A-A4B4-EDF8CC7ECFDC}" type="presOf" srcId="{A67F51A9-8077-4590-AE17-3929D22F758A}" destId="{8BF664EA-A0C6-4074-87BD-4240DB2F478D}" srcOrd="0" destOrd="1" presId="urn:microsoft.com/office/officeart/2018/2/layout/IconVerticalSolidList"/>
    <dgm:cxn modelId="{6B8FA2DF-0983-429B-8FFD-631E518B9F6D}" srcId="{70EF4CB5-E165-4507-8DDF-70ED6D13CEB3}" destId="{A67F51A9-8077-4590-AE17-3929D22F758A}" srcOrd="1" destOrd="0" parTransId="{FE3058C2-0C18-4CA8-A84E-44783C99CB9E}" sibTransId="{7DB9175A-58FB-467B-BEB3-67B575431790}"/>
    <dgm:cxn modelId="{DF3245F1-43B2-4FAD-82B4-D94422C7BDAE}" type="presOf" srcId="{56459407-B42A-4D34-8F5E-FB0932ED7770}" destId="{6FF18A9F-4675-4CC3-A3FC-243A9365FD8A}" srcOrd="0" destOrd="0" presId="urn:microsoft.com/office/officeart/2018/2/layout/IconVerticalSolidList"/>
    <dgm:cxn modelId="{7812D8C9-1805-4FE1-A099-6817BA0388F3}" type="presParOf" srcId="{7D2DFBC5-8BCC-4E6C-BDEE-656F363115A0}" destId="{D50DB3B4-A708-4B0E-B92A-600439CB887C}" srcOrd="0" destOrd="0" presId="urn:microsoft.com/office/officeart/2018/2/layout/IconVerticalSolidList"/>
    <dgm:cxn modelId="{2A51EF45-88CF-4363-9786-CA533617C330}" type="presParOf" srcId="{D50DB3B4-A708-4B0E-B92A-600439CB887C}" destId="{2747950F-E172-491E-B292-8E55DBA3FE82}" srcOrd="0" destOrd="0" presId="urn:microsoft.com/office/officeart/2018/2/layout/IconVerticalSolidList"/>
    <dgm:cxn modelId="{5F67AE6B-68CA-479E-9465-732C42716E99}" type="presParOf" srcId="{D50DB3B4-A708-4B0E-B92A-600439CB887C}" destId="{E0FA55C1-0AD9-4AB8-976D-D934A8FE5DD9}" srcOrd="1" destOrd="0" presId="urn:microsoft.com/office/officeart/2018/2/layout/IconVerticalSolidList"/>
    <dgm:cxn modelId="{B98DB443-1487-45C9-ACBB-AF44CEEBDD82}" type="presParOf" srcId="{D50DB3B4-A708-4B0E-B92A-600439CB887C}" destId="{05D83199-40D2-493B-A68E-69D02D93613B}" srcOrd="2" destOrd="0" presId="urn:microsoft.com/office/officeart/2018/2/layout/IconVerticalSolidList"/>
    <dgm:cxn modelId="{148B7704-B28B-414D-8FDF-588C70B35CB9}" type="presParOf" srcId="{D50DB3B4-A708-4B0E-B92A-600439CB887C}" destId="{6FF18A9F-4675-4CC3-A3FC-243A9365FD8A}" srcOrd="3" destOrd="0" presId="urn:microsoft.com/office/officeart/2018/2/layout/IconVerticalSolidList"/>
    <dgm:cxn modelId="{21543D36-3B59-48E3-964D-C41F500AD99E}" type="presParOf" srcId="{D50DB3B4-A708-4B0E-B92A-600439CB887C}" destId="{709F19DE-96F8-4879-A182-366313231C04}" srcOrd="4" destOrd="0" presId="urn:microsoft.com/office/officeart/2018/2/layout/IconVerticalSolidList"/>
    <dgm:cxn modelId="{4405B2EC-A9F1-422D-8BCD-8FF38CBBC28D}" type="presParOf" srcId="{7D2DFBC5-8BCC-4E6C-BDEE-656F363115A0}" destId="{1B5FB535-7640-4A38-B869-B1FEBF1EC7DF}" srcOrd="1" destOrd="0" presId="urn:microsoft.com/office/officeart/2018/2/layout/IconVerticalSolidList"/>
    <dgm:cxn modelId="{3562980F-59FF-437F-AB96-500FE2F25EF5}" type="presParOf" srcId="{7D2DFBC5-8BCC-4E6C-BDEE-656F363115A0}" destId="{A87F7867-F689-4E9C-98CF-EB2FD30EF6B3}" srcOrd="2" destOrd="0" presId="urn:microsoft.com/office/officeart/2018/2/layout/IconVerticalSolidList"/>
    <dgm:cxn modelId="{595F0659-433D-4556-AA63-673D3B598F67}" type="presParOf" srcId="{A87F7867-F689-4E9C-98CF-EB2FD30EF6B3}" destId="{CA43DA06-A59E-4350-9DB5-D7EC72739A22}" srcOrd="0" destOrd="0" presId="urn:microsoft.com/office/officeart/2018/2/layout/IconVerticalSolidList"/>
    <dgm:cxn modelId="{78F63A9D-A965-461D-B7A5-7106B8729111}" type="presParOf" srcId="{A87F7867-F689-4E9C-98CF-EB2FD30EF6B3}" destId="{79E3E654-A755-4158-BA4F-64E38CAFA13A}" srcOrd="1" destOrd="0" presId="urn:microsoft.com/office/officeart/2018/2/layout/IconVerticalSolidList"/>
    <dgm:cxn modelId="{D86B278A-72E8-484E-BD87-FC0CDCF8A9B1}" type="presParOf" srcId="{A87F7867-F689-4E9C-98CF-EB2FD30EF6B3}" destId="{0DEEF54C-E853-40C1-BDB0-CC3D504FBA81}" srcOrd="2" destOrd="0" presId="urn:microsoft.com/office/officeart/2018/2/layout/IconVerticalSolidList"/>
    <dgm:cxn modelId="{5AEFCE87-8131-43E4-89F5-8C152BC2ECDB}" type="presParOf" srcId="{A87F7867-F689-4E9C-98CF-EB2FD30EF6B3}" destId="{9A806DDD-85FE-4B52-BE61-74AAF1F1CC54}" srcOrd="3" destOrd="0" presId="urn:microsoft.com/office/officeart/2018/2/layout/IconVerticalSolidList"/>
    <dgm:cxn modelId="{40ADE0E4-BAA7-4713-BCD1-675995598054}" type="presParOf" srcId="{7D2DFBC5-8BCC-4E6C-BDEE-656F363115A0}" destId="{6E492E70-B7EE-4E58-870E-A722CEC45CE5}" srcOrd="3" destOrd="0" presId="urn:microsoft.com/office/officeart/2018/2/layout/IconVerticalSolidList"/>
    <dgm:cxn modelId="{A82562E5-25DA-465A-ACA9-9BEB374DE348}" type="presParOf" srcId="{7D2DFBC5-8BCC-4E6C-BDEE-656F363115A0}" destId="{8D482363-64C0-451E-89D0-56C0729A028C}" srcOrd="4" destOrd="0" presId="urn:microsoft.com/office/officeart/2018/2/layout/IconVerticalSolidList"/>
    <dgm:cxn modelId="{D8800420-9C50-43C5-BCDC-DE6CB81B55FA}" type="presParOf" srcId="{8D482363-64C0-451E-89D0-56C0729A028C}" destId="{E0E6C333-235B-4EF3-8D51-8F44F229E821}" srcOrd="0" destOrd="0" presId="urn:microsoft.com/office/officeart/2018/2/layout/IconVerticalSolidList"/>
    <dgm:cxn modelId="{5C4CA5E0-0025-47A8-9748-994F6BB32FC0}" type="presParOf" srcId="{8D482363-64C0-451E-89D0-56C0729A028C}" destId="{3599C440-D91A-425D-98D7-4F97754175FB}" srcOrd="1" destOrd="0" presId="urn:microsoft.com/office/officeart/2018/2/layout/IconVerticalSolidList"/>
    <dgm:cxn modelId="{20F781D8-ACDD-4141-A05B-A149FD46FFB5}" type="presParOf" srcId="{8D482363-64C0-451E-89D0-56C0729A028C}" destId="{6F96E417-A9EA-43F4-A369-73A4FC380CCD}" srcOrd="2" destOrd="0" presId="urn:microsoft.com/office/officeart/2018/2/layout/IconVerticalSolidList"/>
    <dgm:cxn modelId="{99A73C47-D4FE-4DD5-B642-058F90894FFB}" type="presParOf" srcId="{8D482363-64C0-451E-89D0-56C0729A028C}" destId="{05D4F4DD-4BC3-4014-BB78-72D6E95B573A}" srcOrd="3" destOrd="0" presId="urn:microsoft.com/office/officeart/2018/2/layout/IconVerticalSolidList"/>
    <dgm:cxn modelId="{9269E1DF-DE40-4766-A74A-70912C9DDA71}" type="presParOf" srcId="{8D482363-64C0-451E-89D0-56C0729A028C}" destId="{8BF664EA-A0C6-4074-87BD-4240DB2F478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D028E5-6966-47D2-8FA4-BA43521E38E7}">
      <dsp:nvSpPr>
        <dsp:cNvPr id="0" name=""/>
        <dsp:cNvSpPr/>
      </dsp:nvSpPr>
      <dsp:spPr>
        <a:xfrm>
          <a:off x="0" y="328144"/>
          <a:ext cx="6666833" cy="164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74904" rIns="51742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Assignment de variable</a:t>
          </a:r>
          <a:endParaRPr lang="en-US" sz="1800" kern="120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/>
            <a:t>VAR=</a:t>
          </a:r>
          <a:r>
            <a:rPr lang="en-CA" sz="1800" kern="1200" dirty="0" err="1"/>
            <a:t>valeur</a:t>
          </a:r>
          <a:r>
            <a:rPr lang="en-CA" sz="1800" kern="1200" dirty="0"/>
            <a:t> # Pas </a:t>
          </a:r>
          <a:r>
            <a:rPr lang="en-CA" sz="1800" kern="1200" dirty="0" err="1"/>
            <a:t>d’espace</a:t>
          </a:r>
          <a:r>
            <a:rPr lang="en-CA" sz="1800" kern="1200" dirty="0"/>
            <a:t> au tour du =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/>
            <a:t>D</a:t>
          </a:r>
          <a:r>
            <a:rPr lang="fr-CA" sz="1800" kern="1200" dirty="0" err="1"/>
            <a:t>éréférencement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800" kern="1200" dirty="0"/>
            <a:t>$VAR</a:t>
          </a:r>
          <a:endParaRPr lang="en-US" sz="1800" kern="1200" dirty="0"/>
        </a:p>
      </dsp:txBody>
      <dsp:txXfrm>
        <a:off x="0" y="328144"/>
        <a:ext cx="6666833" cy="1644300"/>
      </dsp:txXfrm>
    </dsp:sp>
    <dsp:sp modelId="{49A2F09E-0A0E-4BD1-A8B0-D089048FC3D3}">
      <dsp:nvSpPr>
        <dsp:cNvPr id="0" name=""/>
        <dsp:cNvSpPr/>
      </dsp:nvSpPr>
      <dsp:spPr>
        <a:xfrm>
          <a:off x="333341" y="62464"/>
          <a:ext cx="4666783" cy="5313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>
              <a:hlinkClick xmlns:r="http://schemas.openxmlformats.org/officeDocument/2006/relationships" r:id="rId1"/>
            </a:rPr>
            <a:t>Variables</a:t>
          </a:r>
          <a:endParaRPr lang="en-US" sz="1800" kern="1200"/>
        </a:p>
      </dsp:txBody>
      <dsp:txXfrm>
        <a:off x="359280" y="88403"/>
        <a:ext cx="4614905" cy="479482"/>
      </dsp:txXfrm>
    </dsp:sp>
    <dsp:sp modelId="{7608D18C-6C97-4780-AE7F-81992FF314A4}">
      <dsp:nvSpPr>
        <dsp:cNvPr id="0" name=""/>
        <dsp:cNvSpPr/>
      </dsp:nvSpPr>
      <dsp:spPr>
        <a:xfrm>
          <a:off x="0" y="2335324"/>
          <a:ext cx="6666833" cy="164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251118"/>
              <a:satOff val="7784"/>
              <a:lumOff val="-892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74904" rIns="51742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800" kern="1200" dirty="0"/>
            <a:t>$n 	où n est le </a:t>
          </a:r>
          <a:r>
            <a:rPr lang="fr-CA" sz="1800" kern="1200" dirty="0" err="1"/>
            <a:t>num</a:t>
          </a:r>
          <a:r>
            <a:rPr lang="fr-CA" sz="1800" kern="1200" dirty="0"/>
            <a:t> d’argument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/>
            <a:t>$0 	nom de la </a:t>
          </a:r>
          <a:r>
            <a:rPr lang="en-CA" sz="1800" kern="1200" dirty="0" err="1"/>
            <a:t>commande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800" kern="1200"/>
            <a:t>$@ 	Ensemble de param positionnels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800" kern="1200" dirty="0"/>
            <a:t>$# 	Nombre de  param positionnels</a:t>
          </a:r>
          <a:endParaRPr lang="en-US" sz="1800" kern="1200" dirty="0"/>
        </a:p>
      </dsp:txBody>
      <dsp:txXfrm>
        <a:off x="0" y="2335324"/>
        <a:ext cx="6666833" cy="1644300"/>
      </dsp:txXfrm>
    </dsp:sp>
    <dsp:sp modelId="{C35E1991-6CFE-466B-A45D-7A417C704575}">
      <dsp:nvSpPr>
        <dsp:cNvPr id="0" name=""/>
        <dsp:cNvSpPr/>
      </dsp:nvSpPr>
      <dsp:spPr>
        <a:xfrm>
          <a:off x="333341" y="2069644"/>
          <a:ext cx="4666783" cy="531360"/>
        </a:xfrm>
        <a:prstGeom prst="roundRect">
          <a:avLst/>
        </a:prstGeom>
        <a:gradFill rotWithShape="0">
          <a:gsLst>
            <a:gs pos="0">
              <a:schemeClr val="accent2">
                <a:hueOff val="-3251118"/>
                <a:satOff val="7784"/>
                <a:lumOff val="-89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251118"/>
                <a:satOff val="7784"/>
                <a:lumOff val="-89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251118"/>
                <a:satOff val="7784"/>
                <a:lumOff val="-89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Param</a:t>
          </a:r>
          <a:r>
            <a:rPr lang="fr-CA" sz="1800" kern="1200" dirty="0"/>
            <a:t>ètre </a:t>
          </a:r>
          <a:r>
            <a:rPr lang="fr-CA" sz="1800" kern="1200" dirty="0">
              <a:hlinkClick xmlns:r="http://schemas.openxmlformats.org/officeDocument/2006/relationships" r:id="rId1"/>
            </a:rPr>
            <a:t>positionnel</a:t>
          </a:r>
          <a:r>
            <a:rPr lang="fr-CA" sz="1800" kern="1200" dirty="0"/>
            <a:t> et </a:t>
          </a:r>
          <a:r>
            <a:rPr lang="fr-CA" sz="1800" kern="1200" dirty="0">
              <a:hlinkClick xmlns:r="http://schemas.openxmlformats.org/officeDocument/2006/relationships" r:id="rId1"/>
            </a:rPr>
            <a:t>spécial</a:t>
          </a:r>
          <a:endParaRPr lang="en-US" sz="1800" kern="1200" dirty="0"/>
        </a:p>
      </dsp:txBody>
      <dsp:txXfrm>
        <a:off x="359280" y="2095583"/>
        <a:ext cx="4614905" cy="479482"/>
      </dsp:txXfrm>
    </dsp:sp>
    <dsp:sp modelId="{1B21680E-E43B-44DC-8C63-9587D050F7FF}">
      <dsp:nvSpPr>
        <dsp:cNvPr id="0" name=""/>
        <dsp:cNvSpPr/>
      </dsp:nvSpPr>
      <dsp:spPr>
        <a:xfrm>
          <a:off x="0" y="4342505"/>
          <a:ext cx="6666833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6502235"/>
              <a:satOff val="15569"/>
              <a:lumOff val="-1784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74904" rIns="51742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$(</a:t>
          </a:r>
          <a:r>
            <a:rPr lang="en-US" sz="1800" kern="1200" dirty="0" err="1"/>
            <a:t>commande</a:t>
          </a:r>
          <a:r>
            <a:rPr lang="en-US" sz="1800" kern="1200" dirty="0"/>
            <a:t>)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Remplace </a:t>
          </a:r>
          <a:r>
            <a:rPr lang="en-CA" sz="1800" kern="1200" dirty="0"/>
            <a:t>commande par son r</a:t>
          </a:r>
          <a:r>
            <a:rPr lang="fr-CA" sz="1800" kern="1200" dirty="0" err="1"/>
            <a:t>ésultat</a:t>
          </a:r>
          <a:endParaRPr lang="en-US" sz="1800" kern="1200" dirty="0"/>
        </a:p>
      </dsp:txBody>
      <dsp:txXfrm>
        <a:off x="0" y="4342505"/>
        <a:ext cx="6666833" cy="1048950"/>
      </dsp:txXfrm>
    </dsp:sp>
    <dsp:sp modelId="{6A9FA484-DD95-4EE9-9850-D7C83AF0E706}">
      <dsp:nvSpPr>
        <dsp:cNvPr id="0" name=""/>
        <dsp:cNvSpPr/>
      </dsp:nvSpPr>
      <dsp:spPr>
        <a:xfrm>
          <a:off x="333341" y="4076825"/>
          <a:ext cx="4666783" cy="531360"/>
        </a:xfrm>
        <a:prstGeom prst="roundRect">
          <a:avLst/>
        </a:prstGeom>
        <a:gradFill rotWithShape="0">
          <a:gsLst>
            <a:gs pos="0">
              <a:schemeClr val="accent2">
                <a:hueOff val="-6502235"/>
                <a:satOff val="15569"/>
                <a:lumOff val="-178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6502235"/>
                <a:satOff val="15569"/>
                <a:lumOff val="-178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6502235"/>
                <a:satOff val="15569"/>
                <a:lumOff val="-178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hlinkClick xmlns:r="http://schemas.openxmlformats.org/officeDocument/2006/relationships" r:id="rId2"/>
            </a:rPr>
            <a:t>Substitution de </a:t>
          </a:r>
          <a:r>
            <a:rPr lang="en-US" sz="1800" kern="1200" dirty="0" err="1">
              <a:hlinkClick xmlns:r="http://schemas.openxmlformats.org/officeDocument/2006/relationships" r:id="rId2"/>
            </a:rPr>
            <a:t>commande</a:t>
          </a:r>
          <a:endParaRPr lang="en-US" sz="1800" kern="1200" dirty="0"/>
        </a:p>
      </dsp:txBody>
      <dsp:txXfrm>
        <a:off x="359280" y="4102764"/>
        <a:ext cx="4614905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59D011-B9D0-4E35-BBEE-33E627D3604F}">
      <dsp:nvSpPr>
        <dsp:cNvPr id="0" name=""/>
        <dsp:cNvSpPr/>
      </dsp:nvSpPr>
      <dsp:spPr>
        <a:xfrm>
          <a:off x="7559" y="4062"/>
          <a:ext cx="3276214" cy="8896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hlinkClick xmlns:r="http://schemas.openxmlformats.org/officeDocument/2006/relationships" r:id="rId1"/>
            </a:rPr>
            <a:t>Les tests conditionnels utilisent</a:t>
          </a:r>
          <a:endParaRPr lang="en-US" sz="2400" kern="1200" dirty="0"/>
        </a:p>
      </dsp:txBody>
      <dsp:txXfrm>
        <a:off x="7559" y="4062"/>
        <a:ext cx="3276214" cy="889690"/>
      </dsp:txXfrm>
    </dsp:sp>
    <dsp:sp modelId="{F4A196F8-8E6C-4C89-B3A3-3DCAEA4C2472}">
      <dsp:nvSpPr>
        <dsp:cNvPr id="0" name=""/>
        <dsp:cNvSpPr/>
      </dsp:nvSpPr>
      <dsp:spPr>
        <a:xfrm>
          <a:off x="7559" y="893752"/>
          <a:ext cx="3276214" cy="279158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`[ ]`</a:t>
          </a:r>
          <a:endParaRPr lang="en-US" sz="1800" kern="1200"/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`test`</a:t>
          </a:r>
          <a:endParaRPr lang="en-US" sz="1800" kern="1200"/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`[[ ]]` (</a:t>
          </a:r>
          <a:r>
            <a:rPr lang="fr-FR" sz="1800" kern="1200" dirty="0" err="1"/>
            <a:t>bash</a:t>
          </a:r>
          <a:r>
            <a:rPr lang="fr-FR" sz="1800" kern="1200" dirty="0"/>
            <a:t>)</a:t>
          </a:r>
          <a:endParaRPr lang="en-US" sz="1800" kern="1200" dirty="0"/>
        </a:p>
      </dsp:txBody>
      <dsp:txXfrm>
        <a:off x="7559" y="893752"/>
        <a:ext cx="3276214" cy="2791589"/>
      </dsp:txXfrm>
    </dsp:sp>
    <dsp:sp modelId="{EB46EA2D-B096-40C3-A332-AAD3A3AC63B9}">
      <dsp:nvSpPr>
        <dsp:cNvPr id="0" name=""/>
        <dsp:cNvSpPr/>
      </dsp:nvSpPr>
      <dsp:spPr>
        <a:xfrm>
          <a:off x="3742444" y="4062"/>
          <a:ext cx="3442940" cy="889690"/>
        </a:xfrm>
        <a:prstGeom prst="rect">
          <a:avLst/>
        </a:prstGeom>
        <a:solidFill>
          <a:schemeClr val="accent2">
            <a:hueOff val="-3251118"/>
            <a:satOff val="7784"/>
            <a:lumOff val="-8921"/>
            <a:alphaOff val="0"/>
          </a:schemeClr>
        </a:solidFill>
        <a:ln w="19050" cap="flat" cmpd="sng" algn="ctr">
          <a:solidFill>
            <a:schemeClr val="accent2">
              <a:hueOff val="-3251118"/>
              <a:satOff val="7784"/>
              <a:lumOff val="-89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Note</a:t>
          </a:r>
        </a:p>
      </dsp:txBody>
      <dsp:txXfrm>
        <a:off x="3742444" y="4062"/>
        <a:ext cx="3442940" cy="889690"/>
      </dsp:txXfrm>
    </dsp:sp>
    <dsp:sp modelId="{BCBFF80F-6923-4DF1-9263-84A7D13DA9E3}">
      <dsp:nvSpPr>
        <dsp:cNvPr id="0" name=""/>
        <dsp:cNvSpPr/>
      </dsp:nvSpPr>
      <dsp:spPr>
        <a:xfrm>
          <a:off x="3748423" y="893752"/>
          <a:ext cx="3430982" cy="2791589"/>
        </a:xfrm>
        <a:prstGeom prst="rect">
          <a:avLst/>
        </a:prstGeom>
        <a:solidFill>
          <a:schemeClr val="accent2">
            <a:tint val="40000"/>
            <a:alpha val="90000"/>
            <a:hueOff val="-3064759"/>
            <a:satOff val="-7770"/>
            <a:lumOff val="-13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3064759"/>
              <a:satOff val="-7770"/>
              <a:lumOff val="-13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Guillemets doubles autour des variables préviennent les erreurs pour </a:t>
          </a:r>
          <a:r>
            <a:rPr lang="fr-FR" sz="1800" b="1" kern="1200" dirty="0"/>
            <a:t>test / [ ]</a:t>
          </a:r>
          <a:endParaRPr lang="en-US" sz="1800" b="1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Ex.: `if [ "$var" = "valeur" ]` évite des erreurs si `$var` est vide ou contient des espaces</a:t>
          </a:r>
        </a:p>
      </dsp:txBody>
      <dsp:txXfrm>
        <a:off x="3748423" y="893752"/>
        <a:ext cx="3430982" cy="2791589"/>
      </dsp:txXfrm>
    </dsp:sp>
    <dsp:sp modelId="{4AA9D731-0C13-4F21-89CB-6189F2F04110}">
      <dsp:nvSpPr>
        <dsp:cNvPr id="0" name=""/>
        <dsp:cNvSpPr/>
      </dsp:nvSpPr>
      <dsp:spPr>
        <a:xfrm>
          <a:off x="7644054" y="4062"/>
          <a:ext cx="3276214" cy="889690"/>
        </a:xfrm>
        <a:prstGeom prst="rect">
          <a:avLst/>
        </a:prstGeom>
        <a:solidFill>
          <a:schemeClr val="accent2">
            <a:hueOff val="-6502235"/>
            <a:satOff val="15569"/>
            <a:lumOff val="-17842"/>
            <a:alphaOff val="0"/>
          </a:schemeClr>
        </a:solidFill>
        <a:ln w="19050" cap="flat" cmpd="sng" algn="ctr">
          <a:solidFill>
            <a:schemeClr val="accent2">
              <a:hueOff val="-6502235"/>
              <a:satOff val="15569"/>
              <a:lumOff val="-178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hlinkClick xmlns:r="http://schemas.openxmlformats.org/officeDocument/2006/relationships" r:id="rId2"/>
            </a:rPr>
            <a:t>Comparaison de fichiers</a:t>
          </a:r>
          <a:endParaRPr lang="en-US" sz="2400" kern="1200" dirty="0"/>
        </a:p>
      </dsp:txBody>
      <dsp:txXfrm>
        <a:off x="7644054" y="4062"/>
        <a:ext cx="3276214" cy="889690"/>
      </dsp:txXfrm>
    </dsp:sp>
    <dsp:sp modelId="{5D1668A4-54DA-4383-9E1D-A4E2DEA41433}">
      <dsp:nvSpPr>
        <dsp:cNvPr id="0" name=""/>
        <dsp:cNvSpPr/>
      </dsp:nvSpPr>
      <dsp:spPr>
        <a:xfrm>
          <a:off x="7644054" y="893752"/>
          <a:ext cx="3276214" cy="2791589"/>
        </a:xfrm>
        <a:prstGeom prst="rect">
          <a:avLst/>
        </a:prstGeom>
        <a:solidFill>
          <a:schemeClr val="accent2">
            <a:tint val="40000"/>
            <a:alpha val="90000"/>
            <a:hueOff val="-6129518"/>
            <a:satOff val="-15541"/>
            <a:lumOff val="-275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6129518"/>
              <a:satOff val="-15541"/>
              <a:lumOff val="-27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`-e`	Fichier existe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`-f`	Fichier existe et est régulier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`-d`	Fichier existe et est répertoire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`-r`	Fichier existe et est lisible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etc</a:t>
          </a:r>
          <a:endParaRPr lang="fr-FR" sz="1800" kern="1200" dirty="0"/>
        </a:p>
      </dsp:txBody>
      <dsp:txXfrm>
        <a:off x="7644054" y="893752"/>
        <a:ext cx="3276214" cy="27915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904D41-BD95-48EA-9029-BE2D6E2F0735}">
      <dsp:nvSpPr>
        <dsp:cNvPr id="0" name=""/>
        <dsp:cNvSpPr/>
      </dsp:nvSpPr>
      <dsp:spPr>
        <a:xfrm>
          <a:off x="53" y="21926"/>
          <a:ext cx="5106412" cy="633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>
              <a:hlinkClick xmlns:r="http://schemas.openxmlformats.org/officeDocument/2006/relationships" r:id="rId1"/>
            </a:rPr>
            <a:t>Chaînes</a:t>
          </a:r>
          <a:endParaRPr lang="en-CA" sz="2200" kern="1200" dirty="0"/>
        </a:p>
      </dsp:txBody>
      <dsp:txXfrm>
        <a:off x="53" y="21926"/>
        <a:ext cx="5106412" cy="633600"/>
      </dsp:txXfrm>
    </dsp:sp>
    <dsp:sp modelId="{0504C04E-B19A-45C4-8873-74C29B22FC34}">
      <dsp:nvSpPr>
        <dsp:cNvPr id="0" name=""/>
        <dsp:cNvSpPr/>
      </dsp:nvSpPr>
      <dsp:spPr>
        <a:xfrm>
          <a:off x="53" y="655526"/>
          <a:ext cx="5106412" cy="301195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kern="1200" dirty="0"/>
            <a:t>`-z`	Chaîne de longueur nulle (chaîne vide)</a:t>
          </a:r>
          <a:endParaRPr lang="en-C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kern="1200" dirty="0"/>
            <a:t>`-n`	Chaîne de longueur non nulle (chaîne non vide)</a:t>
          </a:r>
          <a:endParaRPr lang="en-C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kern="1200" dirty="0"/>
            <a:t>`=`	Chaînes identiques</a:t>
          </a:r>
          <a:endParaRPr lang="en-C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kern="1200" dirty="0"/>
            <a:t>`!=`	Chaînes </a:t>
          </a:r>
          <a:r>
            <a:rPr lang="en-CA" sz="2200" kern="1200" dirty="0" err="1"/>
            <a:t>différentes</a:t>
          </a:r>
          <a:endParaRPr lang="en-CA" sz="2200" kern="1200" dirty="0"/>
        </a:p>
      </dsp:txBody>
      <dsp:txXfrm>
        <a:off x="53" y="655526"/>
        <a:ext cx="5106412" cy="3011951"/>
      </dsp:txXfrm>
    </dsp:sp>
    <dsp:sp modelId="{05DA7931-3E08-4377-9C56-02A62476C600}">
      <dsp:nvSpPr>
        <dsp:cNvPr id="0" name=""/>
        <dsp:cNvSpPr/>
      </dsp:nvSpPr>
      <dsp:spPr>
        <a:xfrm>
          <a:off x="5821363" y="21926"/>
          <a:ext cx="5106412" cy="633600"/>
        </a:xfrm>
        <a:prstGeom prst="rect">
          <a:avLst/>
        </a:prstGeom>
        <a:solidFill>
          <a:schemeClr val="accent2">
            <a:hueOff val="-6502235"/>
            <a:satOff val="15569"/>
            <a:lumOff val="-17842"/>
            <a:alphaOff val="0"/>
          </a:schemeClr>
        </a:solidFill>
        <a:ln w="19050" cap="flat" cmpd="sng" algn="ctr">
          <a:solidFill>
            <a:schemeClr val="accent2">
              <a:hueOff val="-6502235"/>
              <a:satOff val="15569"/>
              <a:lumOff val="-178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>
              <a:hlinkClick xmlns:r="http://schemas.openxmlformats.org/officeDocument/2006/relationships" r:id="rId2"/>
            </a:rPr>
            <a:t>Pour entiers</a:t>
          </a:r>
          <a:endParaRPr lang="en-CA" sz="2200" kern="1200" dirty="0"/>
        </a:p>
      </dsp:txBody>
      <dsp:txXfrm>
        <a:off x="5821363" y="21926"/>
        <a:ext cx="5106412" cy="633600"/>
      </dsp:txXfrm>
    </dsp:sp>
    <dsp:sp modelId="{055450B5-8FA2-49B3-B215-2730EB7FB2B0}">
      <dsp:nvSpPr>
        <dsp:cNvPr id="0" name=""/>
        <dsp:cNvSpPr/>
      </dsp:nvSpPr>
      <dsp:spPr>
        <a:xfrm>
          <a:off x="5821363" y="655526"/>
          <a:ext cx="5106412" cy="3011951"/>
        </a:xfrm>
        <a:prstGeom prst="rect">
          <a:avLst/>
        </a:prstGeom>
        <a:solidFill>
          <a:schemeClr val="accent2">
            <a:tint val="40000"/>
            <a:alpha val="90000"/>
            <a:hueOff val="-6129518"/>
            <a:satOff val="-15541"/>
            <a:lumOff val="-275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6129518"/>
              <a:satOff val="-15541"/>
              <a:lumOff val="-27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kern="1200" dirty="0"/>
            <a:t>`-eq</a:t>
          </a:r>
          <a:r>
            <a:rPr lang="en-CA" sz="2200" kern="1200" dirty="0"/>
            <a:t>`</a:t>
          </a:r>
          <a:r>
            <a:rPr lang="fr-FR" sz="2200" kern="1200" dirty="0"/>
            <a:t>	Nombres Égaux</a:t>
          </a:r>
          <a:endParaRPr lang="en-C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kern="1200" dirty="0"/>
            <a:t>`-ne`	Nombres Différents</a:t>
          </a:r>
          <a:endParaRPr lang="en-C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kern="1200" dirty="0"/>
            <a:t>`-</a:t>
          </a:r>
          <a:r>
            <a:rPr lang="fr-FR" sz="2200" kern="1200" dirty="0" err="1"/>
            <a:t>lt</a:t>
          </a:r>
          <a:r>
            <a:rPr lang="fr-FR" sz="2200" kern="1200" dirty="0"/>
            <a:t>`	Nombre strictement plus petit que</a:t>
          </a:r>
          <a:endParaRPr lang="en-C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kern="1200" dirty="0"/>
            <a:t>`-gt`	Nombre strictement plus grand que</a:t>
          </a:r>
          <a:endParaRPr lang="en-C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kern="1200" dirty="0"/>
            <a:t>`-le`	Nombre plus petit ou égal</a:t>
          </a:r>
          <a:endParaRPr lang="en-C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kern="1200" dirty="0"/>
            <a:t>`-</a:t>
          </a:r>
          <a:r>
            <a:rPr lang="fr-FR" sz="2200" kern="1200" dirty="0" err="1"/>
            <a:t>ge</a:t>
          </a:r>
          <a:r>
            <a:rPr lang="fr-FR" sz="2200" kern="1200" dirty="0"/>
            <a:t>`	Nombre plus grand ou égal</a:t>
          </a:r>
          <a:endParaRPr lang="en-CA" sz="2200" kern="1200" dirty="0"/>
        </a:p>
      </dsp:txBody>
      <dsp:txXfrm>
        <a:off x="5821363" y="655526"/>
        <a:ext cx="5106412" cy="30119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BE0482-0F44-4B58-A52D-2AFA5D65808F}">
      <dsp:nvSpPr>
        <dsp:cNvPr id="0" name=""/>
        <dsp:cNvSpPr/>
      </dsp:nvSpPr>
      <dsp:spPr>
        <a:xfrm>
          <a:off x="3414" y="107920"/>
          <a:ext cx="3329572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 dirty="0"/>
            <a:t>Conditionnels</a:t>
          </a:r>
        </a:p>
      </dsp:txBody>
      <dsp:txXfrm>
        <a:off x="3414" y="107920"/>
        <a:ext cx="3329572" cy="691200"/>
      </dsp:txXfrm>
    </dsp:sp>
    <dsp:sp modelId="{2644CE4C-86A0-44B4-9432-630B8DF30A8F}">
      <dsp:nvSpPr>
        <dsp:cNvPr id="0" name=""/>
        <dsp:cNvSpPr/>
      </dsp:nvSpPr>
      <dsp:spPr>
        <a:xfrm>
          <a:off x="3414" y="799120"/>
          <a:ext cx="3329572" cy="32857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/>
            <a:t>`if`</a:t>
          </a:r>
          <a:endParaRPr lang="en-CA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/>
            <a:t>`elif`</a:t>
          </a:r>
          <a:endParaRPr lang="en-CA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/>
            <a:t>`else`</a:t>
          </a:r>
          <a:endParaRPr lang="en-CA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/>
            <a:t>`fi`</a:t>
          </a:r>
          <a:endParaRPr lang="en-CA" sz="2400" kern="1200"/>
        </a:p>
      </dsp:txBody>
      <dsp:txXfrm>
        <a:off x="3414" y="799120"/>
        <a:ext cx="3329572" cy="3285764"/>
      </dsp:txXfrm>
    </dsp:sp>
    <dsp:sp modelId="{EDCABD15-35AE-4C75-80F3-E14C5CEAB1E7}">
      <dsp:nvSpPr>
        <dsp:cNvPr id="0" name=""/>
        <dsp:cNvSpPr/>
      </dsp:nvSpPr>
      <dsp:spPr>
        <a:xfrm>
          <a:off x="3799128" y="107920"/>
          <a:ext cx="3329572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Case</a:t>
          </a:r>
          <a:endParaRPr lang="en-CA" sz="2400" kern="1200" dirty="0"/>
        </a:p>
      </dsp:txBody>
      <dsp:txXfrm>
        <a:off x="3799128" y="107920"/>
        <a:ext cx="3329572" cy="691200"/>
      </dsp:txXfrm>
    </dsp:sp>
    <dsp:sp modelId="{94268D11-EF80-4DC4-B3CD-BB1F0B347541}">
      <dsp:nvSpPr>
        <dsp:cNvPr id="0" name=""/>
        <dsp:cNvSpPr/>
      </dsp:nvSpPr>
      <dsp:spPr>
        <a:xfrm>
          <a:off x="3799128" y="799120"/>
          <a:ext cx="3329572" cy="32857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/>
            <a:t>Permet filtrage par motifs (`pattern matching`) avec regex</a:t>
          </a:r>
          <a:endParaRPr lang="en-CA" sz="2400" kern="120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/>
            <a:t>Ex: `case "$var" in [0-9]*) echo "nombre" ;; esac`</a:t>
          </a:r>
          <a:endParaRPr lang="en-CA" sz="2400" kern="1200"/>
        </a:p>
      </dsp:txBody>
      <dsp:txXfrm>
        <a:off x="3799128" y="799120"/>
        <a:ext cx="3329572" cy="3285764"/>
      </dsp:txXfrm>
    </dsp:sp>
    <dsp:sp modelId="{8338CD3D-ECB8-4085-8E94-879BAEAD5A07}">
      <dsp:nvSpPr>
        <dsp:cNvPr id="0" name=""/>
        <dsp:cNvSpPr/>
      </dsp:nvSpPr>
      <dsp:spPr>
        <a:xfrm>
          <a:off x="7594841" y="107920"/>
          <a:ext cx="3329572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 dirty="0"/>
            <a:t>Boucles</a:t>
          </a:r>
        </a:p>
      </dsp:txBody>
      <dsp:txXfrm>
        <a:off x="7594841" y="107920"/>
        <a:ext cx="3329572" cy="691200"/>
      </dsp:txXfrm>
    </dsp:sp>
    <dsp:sp modelId="{63D4B708-96E1-4538-B925-4C4FB629763F}">
      <dsp:nvSpPr>
        <dsp:cNvPr id="0" name=""/>
        <dsp:cNvSpPr/>
      </dsp:nvSpPr>
      <dsp:spPr>
        <a:xfrm>
          <a:off x="7594841" y="799120"/>
          <a:ext cx="3329572" cy="32857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400" kern="1200"/>
            <a:t>`for`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/>
            <a:t>`for` avec `seq` pour générer des plages numériques</a:t>
          </a:r>
          <a:endParaRPr lang="en-CA" sz="2400" kern="1200"/>
        </a:p>
        <a:p>
          <a:pPr marL="685800" lvl="3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Ex: `for i in $(</a:t>
          </a:r>
          <a:r>
            <a:rPr lang="fr-FR" sz="2400" kern="1200" dirty="0" err="1"/>
            <a:t>seq</a:t>
          </a:r>
          <a:r>
            <a:rPr lang="fr-FR" sz="2400" kern="1200" dirty="0"/>
            <a:t> 1 5)`</a:t>
          </a:r>
          <a:endParaRPr lang="en-CA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400" kern="1200"/>
            <a:t>`while`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400" kern="1200"/>
            <a:t>`until`</a:t>
          </a:r>
        </a:p>
      </dsp:txBody>
      <dsp:txXfrm>
        <a:off x="7594841" y="799120"/>
        <a:ext cx="3329572" cy="32857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47950F-E172-491E-B292-8E55DBA3FE82}">
      <dsp:nvSpPr>
        <dsp:cNvPr id="0" name=""/>
        <dsp:cNvSpPr/>
      </dsp:nvSpPr>
      <dsp:spPr>
        <a:xfrm>
          <a:off x="-97620" y="9318"/>
          <a:ext cx="6301601" cy="16743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FA55C1-0AD9-4AB8-976D-D934A8FE5DD9}">
      <dsp:nvSpPr>
        <dsp:cNvPr id="0" name=""/>
        <dsp:cNvSpPr/>
      </dsp:nvSpPr>
      <dsp:spPr>
        <a:xfrm>
          <a:off x="408866" y="386043"/>
          <a:ext cx="920884" cy="9208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F18A9F-4675-4CC3-A3FC-243A9365FD8A}">
      <dsp:nvSpPr>
        <dsp:cNvPr id="0" name=""/>
        <dsp:cNvSpPr/>
      </dsp:nvSpPr>
      <dsp:spPr>
        <a:xfrm>
          <a:off x="1836236" y="9318"/>
          <a:ext cx="2835720" cy="1674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200" tIns="177200" rIns="177200" bIns="1772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Utilisation de `$(())` pour faire des calculs</a:t>
          </a:r>
          <a:endParaRPr lang="en-US" sz="2300" kern="1200" dirty="0"/>
        </a:p>
      </dsp:txBody>
      <dsp:txXfrm>
        <a:off x="1836236" y="9318"/>
        <a:ext cx="2835720" cy="1674334"/>
      </dsp:txXfrm>
    </dsp:sp>
    <dsp:sp modelId="{709F19DE-96F8-4879-A182-366313231C04}">
      <dsp:nvSpPr>
        <dsp:cNvPr id="0" name=""/>
        <dsp:cNvSpPr/>
      </dsp:nvSpPr>
      <dsp:spPr>
        <a:xfrm>
          <a:off x="4570015" y="9318"/>
          <a:ext cx="1732123" cy="1674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200" tIns="177200" rIns="177200" bIns="1772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 dirty="0"/>
            <a:t>Ex: `$((a + b))`, `$(( a % 3))`</a:t>
          </a:r>
          <a:endParaRPr lang="en-US" sz="1400" kern="1200" dirty="0"/>
        </a:p>
      </dsp:txBody>
      <dsp:txXfrm>
        <a:off x="4570015" y="9318"/>
        <a:ext cx="1732123" cy="1674334"/>
      </dsp:txXfrm>
    </dsp:sp>
    <dsp:sp modelId="{CA43DA06-A59E-4350-9DB5-D7EC72739A22}">
      <dsp:nvSpPr>
        <dsp:cNvPr id="0" name=""/>
        <dsp:cNvSpPr/>
      </dsp:nvSpPr>
      <dsp:spPr>
        <a:xfrm>
          <a:off x="-97620" y="2102237"/>
          <a:ext cx="6301601" cy="16743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E3E654-A755-4158-BA4F-64E38CAFA13A}">
      <dsp:nvSpPr>
        <dsp:cNvPr id="0" name=""/>
        <dsp:cNvSpPr/>
      </dsp:nvSpPr>
      <dsp:spPr>
        <a:xfrm>
          <a:off x="408866" y="2478962"/>
          <a:ext cx="920884" cy="9208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806DDD-85FE-4B52-BE61-74AAF1F1CC54}">
      <dsp:nvSpPr>
        <dsp:cNvPr id="0" name=""/>
        <dsp:cNvSpPr/>
      </dsp:nvSpPr>
      <dsp:spPr>
        <a:xfrm>
          <a:off x="1836236" y="2102237"/>
          <a:ext cx="4363961" cy="1674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200" tIns="177200" rIns="177200" bIns="1772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/>
            <a:t>Supporte op</a:t>
          </a:r>
          <a:r>
            <a:rPr lang="fr-CA" sz="2300" kern="1200"/>
            <a:t>érateurs classiques: </a:t>
          </a:r>
          <a:r>
            <a:rPr lang="en-CA" sz="2300" kern="1200"/>
            <a:t>`+`, `-`, `*`, `/`, `%`</a:t>
          </a:r>
          <a:endParaRPr lang="en-US" sz="2300" kern="1200"/>
        </a:p>
      </dsp:txBody>
      <dsp:txXfrm>
        <a:off x="1836236" y="2102237"/>
        <a:ext cx="4363961" cy="1674334"/>
      </dsp:txXfrm>
    </dsp:sp>
    <dsp:sp modelId="{E0E6C333-235B-4EF3-8D51-8F44F229E821}">
      <dsp:nvSpPr>
        <dsp:cNvPr id="0" name=""/>
        <dsp:cNvSpPr/>
      </dsp:nvSpPr>
      <dsp:spPr>
        <a:xfrm>
          <a:off x="-97620" y="4195155"/>
          <a:ext cx="6301601" cy="16743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99C440-D91A-425D-98D7-4F97754175FB}">
      <dsp:nvSpPr>
        <dsp:cNvPr id="0" name=""/>
        <dsp:cNvSpPr/>
      </dsp:nvSpPr>
      <dsp:spPr>
        <a:xfrm>
          <a:off x="408866" y="4571880"/>
          <a:ext cx="920884" cy="9208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4F4DD-4BC3-4014-BB78-72D6E95B573A}">
      <dsp:nvSpPr>
        <dsp:cNvPr id="0" name=""/>
        <dsp:cNvSpPr/>
      </dsp:nvSpPr>
      <dsp:spPr>
        <a:xfrm>
          <a:off x="1836236" y="4195155"/>
          <a:ext cx="2835720" cy="1674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200" tIns="177200" rIns="177200" bIns="1772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/>
            <a:t>Ne pas mettre de guillemets autour des expressions arithmétiques :</a:t>
          </a:r>
          <a:endParaRPr lang="en-US" sz="2300" kern="1200"/>
        </a:p>
      </dsp:txBody>
      <dsp:txXfrm>
        <a:off x="1836236" y="4195155"/>
        <a:ext cx="2835720" cy="1674334"/>
      </dsp:txXfrm>
    </dsp:sp>
    <dsp:sp modelId="{8BF664EA-A0C6-4074-87BD-4240DB2F478D}">
      <dsp:nvSpPr>
        <dsp:cNvPr id="0" name=""/>
        <dsp:cNvSpPr/>
      </dsp:nvSpPr>
      <dsp:spPr>
        <a:xfrm>
          <a:off x="4472934" y="4195155"/>
          <a:ext cx="1926287" cy="1674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200" tIns="177200" rIns="177200" bIns="1772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 dirty="0"/>
            <a:t>✅`val=$((x + 1))`</a:t>
          </a: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❌ `val="$((x + 1))"` (résulte en une chaîne)</a:t>
          </a:r>
          <a:endParaRPr lang="en-US" sz="1400" kern="1200"/>
        </a:p>
      </dsp:txBody>
      <dsp:txXfrm>
        <a:off x="4472934" y="4195155"/>
        <a:ext cx="1926287" cy="16743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D898D-E797-4449-A0DC-B0BAA58B913A}" type="datetimeFigureOut">
              <a:rPr lang="en-CA" smtClean="0"/>
              <a:t>2025-04-10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18289-D412-408F-B61E-5C9879EEED0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4532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18289-D412-408F-B61E-5C9879EEED0A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4175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tests conditionnels utilisent [ ], test, ou [[ ]] (Bash).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Le code de sortie ($?) indique le succès (0) ou l’échec (1) du test.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guillemets autour des variables préviennent les erreurs lorsque la valeur est vide ou contient des espaces.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La commande [ "$var" = "valeur" ] est une forme sécuritaire.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L'absence de guillemets peut causer des erreurs ou des comportements inattendus.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[ -f fichier.txt ] vérifie si un fichier existe et est un fichier ordinaire.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18289-D412-408F-B61E-5C9879EEED0A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6473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fr-FR" b="1" u="sng" dirty="0"/>
              <a:t>Chaines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opérateurs -z, -n, =, !=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[ "$var" ] seul teste si la chaîne n’est </a:t>
            </a:r>
            <a:r>
              <a:rPr lang="fr-FR" b="1" dirty="0"/>
              <a:t>pas vide</a:t>
            </a:r>
            <a:r>
              <a:rPr lang="fr-FR" dirty="0"/>
              <a:t> (équivalent de -n "$var").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b="1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b="1" u="sng" dirty="0"/>
              <a:t>Entiers </a:t>
            </a:r>
            <a:endParaRPr lang="en-C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opérateurs -eq, -ne, -</a:t>
            </a:r>
            <a:r>
              <a:rPr lang="fr-FR" dirty="0" err="1"/>
              <a:t>lt</a:t>
            </a:r>
            <a:r>
              <a:rPr lang="fr-FR" dirty="0"/>
              <a:t>, -le, -gt, -</a:t>
            </a:r>
            <a:r>
              <a:rPr lang="fr-FR" dirty="0" err="1"/>
              <a:t>ge</a:t>
            </a:r>
            <a:r>
              <a:rPr lang="fr-FR" dirty="0"/>
              <a:t> comparent des entiers.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tests échouent si la variable ne contient pas une valeur numérique valide. (3abc)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L’erreur </a:t>
            </a:r>
            <a:r>
              <a:rPr lang="fr-FR" dirty="0" err="1"/>
              <a:t>integer</a:t>
            </a:r>
            <a:r>
              <a:rPr lang="fr-FR" dirty="0"/>
              <a:t> expression </a:t>
            </a:r>
            <a:r>
              <a:rPr lang="fr-FR" dirty="0" err="1"/>
              <a:t>expected</a:t>
            </a:r>
            <a:r>
              <a:rPr lang="fr-FR" dirty="0"/>
              <a:t> peut survenir avec des chaînes non numériques.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Le </a:t>
            </a:r>
            <a:r>
              <a:rPr lang="fr-FR" dirty="0" err="1"/>
              <a:t>shell</a:t>
            </a:r>
            <a:r>
              <a:rPr lang="fr-FR" dirty="0"/>
              <a:t> tente une conversion implicite si possible, mais elle est fragile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Pour les tests mathématiques plus robustes, </a:t>
            </a:r>
            <a:r>
              <a:rPr lang="fr-FR" dirty="0" err="1"/>
              <a:t>expr</a:t>
            </a:r>
            <a:r>
              <a:rPr lang="fr-FR" dirty="0"/>
              <a:t> ou (( )) peuvent être utilisés dans Bash.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18289-D412-408F-B61E-5C9879EEED0A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2891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if, </a:t>
            </a:r>
            <a:r>
              <a:rPr lang="fr-FR" dirty="0" err="1"/>
              <a:t>elif</a:t>
            </a:r>
            <a:r>
              <a:rPr lang="fr-FR" dirty="0"/>
              <a:t>, </a:t>
            </a:r>
            <a:r>
              <a:rPr lang="fr-FR" dirty="0" err="1"/>
              <a:t>else</a:t>
            </a:r>
            <a:r>
              <a:rPr lang="fr-FR" dirty="0"/>
              <a:t> permettent des tests conditionnels simples.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case permet de tester plusieurs motifs sans multiplier les if.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case permet de faire du filtrage selon des motifs (ex. : [0-9]*).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boucles for, </a:t>
            </a:r>
            <a:r>
              <a:rPr lang="fr-FR" dirty="0" err="1"/>
              <a:t>while</a:t>
            </a:r>
            <a:r>
              <a:rPr lang="fr-FR" dirty="0"/>
              <a:t>, et </a:t>
            </a:r>
            <a:r>
              <a:rPr lang="fr-FR" dirty="0" err="1"/>
              <a:t>until</a:t>
            </a:r>
            <a:r>
              <a:rPr lang="fr-FR" dirty="0"/>
              <a:t> exécutent des instructions répétitives.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for i in $(</a:t>
            </a:r>
            <a:r>
              <a:rPr lang="fr-FR" dirty="0" err="1"/>
              <a:t>seq</a:t>
            </a:r>
            <a:r>
              <a:rPr lang="fr-FR" dirty="0"/>
              <a:t> 1 5) parcourt une séquence numérique.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 err="1"/>
              <a:t>until</a:t>
            </a:r>
            <a:r>
              <a:rPr lang="fr-FR" dirty="0"/>
              <a:t> fonctionne comme </a:t>
            </a:r>
            <a:r>
              <a:rPr lang="fr-FR" dirty="0" err="1"/>
              <a:t>while</a:t>
            </a:r>
            <a:r>
              <a:rPr lang="fr-FR" dirty="0"/>
              <a:t>, mais s’exécute tant que la condition est </a:t>
            </a:r>
            <a:r>
              <a:rPr lang="fr-FR" b="1" dirty="0"/>
              <a:t>fausse</a:t>
            </a:r>
            <a:r>
              <a:rPr lang="fr-FR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guillemets autour des variables sont recommandés sauf dans des cas précis.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Ex 1: </a:t>
            </a:r>
            <a:r>
              <a:rPr lang="en-US" dirty="0"/>
              <a:t>echo "There is no place like '$HOME’” vs echo There is no place like '$HOME’</a:t>
            </a:r>
            <a:endParaRPr lang="fr-FR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Ex 2:  </a:t>
            </a:r>
            <a:br>
              <a:rPr lang="fr-FR" dirty="0"/>
            </a:br>
            <a:r>
              <a:rPr lang="fr-FR" dirty="0"/>
              <a:t>	</a:t>
            </a:r>
            <a:r>
              <a:rPr lang="en-CA" dirty="0"/>
              <a:t>words="foo bar </a:t>
            </a:r>
            <a:r>
              <a:rPr lang="en-CA" dirty="0" err="1"/>
              <a:t>baz</a:t>
            </a:r>
            <a:r>
              <a:rPr lang="en-CA" dirty="0"/>
              <a:t>“</a:t>
            </a: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 	for word in $words; do </a:t>
            </a:r>
            <a:r>
              <a:rPr lang="en-CA" dirty="0"/>
              <a:t>echo "$word“; done  VS  f</a:t>
            </a:r>
            <a:r>
              <a:rPr lang="en-US" dirty="0"/>
              <a:t>or word in "$words"; do echo "$word"; done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18289-D412-408F-B61E-5C9879EEED0A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5470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 err="1"/>
              <a:t>L’arithmétique</a:t>
            </a:r>
            <a:r>
              <a:rPr lang="en-CA" dirty="0"/>
              <a:t> shell </a:t>
            </a:r>
            <a:r>
              <a:rPr lang="en-CA" dirty="0" err="1"/>
              <a:t>s’écrit</a:t>
            </a:r>
            <a:r>
              <a:rPr lang="en-CA" dirty="0"/>
              <a:t> avec $(()).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Les </a:t>
            </a:r>
            <a:r>
              <a:rPr lang="en-CA" dirty="0" err="1"/>
              <a:t>opérateurs</a:t>
            </a:r>
            <a:r>
              <a:rPr lang="en-CA" dirty="0"/>
              <a:t> </a:t>
            </a:r>
            <a:r>
              <a:rPr lang="en-CA" dirty="0" err="1"/>
              <a:t>disponibles</a:t>
            </a:r>
            <a:r>
              <a:rPr lang="en-CA" dirty="0"/>
              <a:t> : +, -, *, /, %.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expressions arithmétiques ne doivent pas être mises entre guillemets pour éviter les erreurs de type.</a:t>
            </a:r>
            <a:endParaRPr lang="en-C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val=$((x + 1)) affecte une valeur entière à une variable.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val="$((x + 1))" fonctionne aussi mais produit une chaîne.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Extra: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variables n’ont pas besoin de « $ » et n’ont pas besoin de « " » (pas de split-</a:t>
            </a:r>
            <a:r>
              <a:rPr lang="fr-FR" dirty="0" err="1"/>
              <a:t>glob</a:t>
            </a:r>
            <a:r>
              <a:rPr lang="fr-FR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calculs ne supportent que les entiers. Pour les décimales, une commande externe comme </a:t>
            </a:r>
            <a:r>
              <a:rPr lang="fr-FR" dirty="0" err="1"/>
              <a:t>bc</a:t>
            </a:r>
            <a:r>
              <a:rPr lang="fr-FR" dirty="0"/>
              <a:t> est nécessaire.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(()) peut être utilisé dans une condition : if (( x % 2 == 0 ))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18289-D412-408F-B61E-5C9879EEED0A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93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18289-D412-408F-B61E-5C9879EEED0A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4350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2A4D9-A66F-DC08-F032-11DBA31FE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37605C-086D-BB14-6E8B-2131DC7E1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DDF05-C322-1DBC-2466-E10E77B03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0817-A112-4847-8014-A94B7D2A4EA3}" type="datetime1">
              <a:rPr lang="en-US" smtClean="0"/>
              <a:t>4/10/2025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B92AB-8589-E413-1E4C-C7CF53A84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9143E-575A-D56F-B236-4A52A3A6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517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AACA8-34D5-1DD3-4949-BEA978558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43B24-DF97-AA79-561F-76F071BF5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3C9EF-7392-4496-9CC1-D456DC63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4/10/2025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DA941-CF22-B6EE-AD56-0BDC83C83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4B7C7-E144-5B13-F600-A26EC98A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301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11A99-3716-8437-5184-3F98AC925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75396-F6A9-1293-91D3-4B3C38B7F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CEBDD-5AD2-9D90-ECE1-71DE6A0E2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46AA-F36E-4540-911D-FFFC0A0EF24A}" type="datetime1">
              <a:rPr lang="en-US" smtClean="0"/>
              <a:t>4/10/2025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055C9-3D8F-027F-6C02-457ADD6A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04DDF-C460-2ECB-258A-4EAA61FF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66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18E93-50B6-EBB6-CA93-9D4EA1EF6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81F3F-67BE-0021-47F1-BD866A5E7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84AF8-A80D-CF00-EB37-87BC4D552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971A9-5580-C093-460B-0FB76010C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4/10/2025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7A7B2-BD9A-7C30-4F42-82A428E7F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A0DEF-01B9-E3B8-C7E8-CC019640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297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801C-045D-C760-10B5-CF8B3804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00BB0-1814-27C8-409C-B62E27077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EC6DA-EFAE-14A0-3654-AB7C7DAEF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DCA33B-3B0F-966C-BFFF-C747A0154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CBB7F-1028-0D98-2935-22089081E8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09247A-B06B-F281-FF05-0D7D1439E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4/10/2025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5E108B-2DAD-EA03-9B41-AA2567A0D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F86E0F-37B3-12AD-0530-EE898D0F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447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63331-E5A4-B091-9A16-1FC03EE0D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20AE8-16A0-2135-0EA7-6DD5793A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4/10/2025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98380-E452-33E6-0B6A-8635FB5B2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0969A-7A9F-9788-7118-B295241A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76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74171E-3522-8239-6904-0FB9350BB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4/10/2025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C72CD8-AFD4-E41C-4D6F-49DBA023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163F4-86F9-1546-BE26-CD7D5348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6B233-B5AA-81A5-1AE9-E223565D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2B117-1362-69D1-C420-AAF4D3947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357E7-ED05-7ADF-6AE7-F273237E9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50F29-5FCA-EF45-B324-57A8AA01D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t>4/10/2025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C1314-EB43-0CB2-C62D-F3FA4A72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722CF-6ADE-86A8-135C-B9B62E1DF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04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FDD3E-47D7-E8E0-C33E-E8CA9ADB9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09192B-8BC2-87C9-CE39-0A7E660999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5CDD70-A1B5-4D2F-667B-4C5CA535D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B15E9-5C77-90DC-797F-08CFA9D52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pPr/>
              <a:t>4/10/2025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EB63D-7D20-F591-3FA0-02B40C3FF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5A1A0-34A8-F430-21FB-E1A6673C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7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02EE5-31F4-7B0C-B86B-15A6693EA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060F4-B71B-81C8-3627-735CFE5E7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89974-08CB-5DF1-C1C7-621C0BB53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4/10/2025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83368-47C1-C90C-374A-F5DA84054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A548B-3967-49E3-8032-35076EEEB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62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39186E-7099-A083-6672-99F142CF3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08EC6D-6804-6903-9BC1-166E64410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EC488-1811-E2A2-FC12-1F7BC8E48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4/10/2025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5C839-09C8-DB39-6C1B-424D90A6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D17-D67A-4E66-38EE-A7BD7463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86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7F8B5A-08EC-C803-75C8-BA8B4F13D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F9A78-D144-4C8F-4FC1-410B45D68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1D00D-04BF-D072-98AA-F9E610F0B6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4/10/2025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D615C-946E-BD2C-890D-F8CE0AA70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EF074-AC7C-0B70-5EDF-1632F4D6BE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19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e.kahoot.it/details/787e8152-1f4a-4c9e-95ff-55354ee5ce9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BE70332-ECAF-47BB-8C7B-BD049452F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0337" y="875758"/>
            <a:ext cx="5219885" cy="5109539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16D9361-A35A-4DC8-AAB9-04FD2D6FE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986" y="673591"/>
            <a:ext cx="5565913" cy="541540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7FC31AD-FBB3-4219-A758-D6F7594A0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7734" y="1041621"/>
            <a:ext cx="4953365" cy="4801521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Meiry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871" y="1685677"/>
            <a:ext cx="4181444" cy="2362673"/>
          </a:xfrm>
        </p:spPr>
        <p:txBody>
          <a:bodyPr anchor="b">
            <a:normAutofit/>
          </a:bodyPr>
          <a:lstStyle/>
          <a:p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INF1070      Lab 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648" y="4202811"/>
            <a:ext cx="3283888" cy="816301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CC0B3-9962-38E9-3DD6-0FE7462D3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CA" sz="4000">
                <a:solidFill>
                  <a:srgbClr val="FFFFFF"/>
                </a:solidFill>
              </a:rPr>
              <a:t>Rappel Scripts Shell (Lab 11)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6D5EF781-FC54-3274-E761-3126CFBE05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617818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3655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78146C-C62C-D12A-605E-0AF9B719C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CA" sz="4000" dirty="0">
                <a:solidFill>
                  <a:srgbClr val="FFFFFF"/>
                </a:solidFill>
              </a:rPr>
              <a:t>Test (1/2)</a:t>
            </a:r>
            <a:endParaRPr lang="en-CA" sz="4000" dirty="0">
              <a:solidFill>
                <a:srgbClr val="FFFFFF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2A25722-0410-F15B-9049-C5CE8AFCE7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195151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6497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07305D-BE90-4832-71F3-A977DC0A3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CA" sz="4000" dirty="0">
                <a:solidFill>
                  <a:srgbClr val="FFFFFF"/>
                </a:solidFill>
              </a:rPr>
              <a:t>Test (2/2): Autres Opérateurs Courants</a:t>
            </a:r>
            <a:endParaRPr lang="en-CA" sz="4000" dirty="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135D92-8BBD-4972-E467-5B588F7585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656099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6391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F4F55-7A62-37F0-BC06-2D7D43345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CA" sz="4000">
                <a:solidFill>
                  <a:srgbClr val="FFFFFF"/>
                </a:solidFill>
              </a:rPr>
              <a:t>Structures de contrôle</a:t>
            </a:r>
            <a:endParaRPr lang="en-CA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C6EA17-0F5A-8203-5C5B-32819E4C20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92110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20773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custGeom>
            <a:avLst/>
            <a:gdLst>
              <a:gd name="connsiteX0" fmla="*/ 0 w 4890596"/>
              <a:gd name="connsiteY0" fmla="*/ 0 h 6858000"/>
              <a:gd name="connsiteX1" fmla="*/ 747563 w 4890596"/>
              <a:gd name="connsiteY1" fmla="*/ 0 h 6858000"/>
              <a:gd name="connsiteX2" fmla="*/ 1495125 w 4890596"/>
              <a:gd name="connsiteY2" fmla="*/ 0 h 6858000"/>
              <a:gd name="connsiteX3" fmla="*/ 2047064 w 4890596"/>
              <a:gd name="connsiteY3" fmla="*/ 0 h 6858000"/>
              <a:gd name="connsiteX4" fmla="*/ 2843532 w 4890596"/>
              <a:gd name="connsiteY4" fmla="*/ 0 h 6858000"/>
              <a:gd name="connsiteX5" fmla="*/ 3395471 w 4890596"/>
              <a:gd name="connsiteY5" fmla="*/ 0 h 6858000"/>
              <a:gd name="connsiteX6" fmla="*/ 4045222 w 4890596"/>
              <a:gd name="connsiteY6" fmla="*/ 0 h 6858000"/>
              <a:gd name="connsiteX7" fmla="*/ 4890596 w 4890596"/>
              <a:gd name="connsiteY7" fmla="*/ 0 h 6858000"/>
              <a:gd name="connsiteX8" fmla="*/ 4890596 w 4890596"/>
              <a:gd name="connsiteY8" fmla="*/ 822960 h 6858000"/>
              <a:gd name="connsiteX9" fmla="*/ 4890596 w 4890596"/>
              <a:gd name="connsiteY9" fmla="*/ 1508760 h 6858000"/>
              <a:gd name="connsiteX10" fmla="*/ 4890596 w 4890596"/>
              <a:gd name="connsiteY10" fmla="*/ 2194560 h 6858000"/>
              <a:gd name="connsiteX11" fmla="*/ 4890596 w 4890596"/>
              <a:gd name="connsiteY11" fmla="*/ 2948940 h 6858000"/>
              <a:gd name="connsiteX12" fmla="*/ 4890596 w 4890596"/>
              <a:gd name="connsiteY12" fmla="*/ 3566160 h 6858000"/>
              <a:gd name="connsiteX13" fmla="*/ 4890596 w 4890596"/>
              <a:gd name="connsiteY13" fmla="*/ 4046220 h 6858000"/>
              <a:gd name="connsiteX14" fmla="*/ 4890596 w 4890596"/>
              <a:gd name="connsiteY14" fmla="*/ 4594860 h 6858000"/>
              <a:gd name="connsiteX15" fmla="*/ 4890596 w 4890596"/>
              <a:gd name="connsiteY15" fmla="*/ 5349240 h 6858000"/>
              <a:gd name="connsiteX16" fmla="*/ 4890596 w 4890596"/>
              <a:gd name="connsiteY16" fmla="*/ 6103620 h 6858000"/>
              <a:gd name="connsiteX17" fmla="*/ 4890596 w 4890596"/>
              <a:gd name="connsiteY17" fmla="*/ 6858000 h 6858000"/>
              <a:gd name="connsiteX18" fmla="*/ 4240845 w 4890596"/>
              <a:gd name="connsiteY18" fmla="*/ 6858000 h 6858000"/>
              <a:gd name="connsiteX19" fmla="*/ 3444377 w 4890596"/>
              <a:gd name="connsiteY19" fmla="*/ 6858000 h 6858000"/>
              <a:gd name="connsiteX20" fmla="*/ 2843532 w 4890596"/>
              <a:gd name="connsiteY20" fmla="*/ 6858000 h 6858000"/>
              <a:gd name="connsiteX21" fmla="*/ 2291594 w 4890596"/>
              <a:gd name="connsiteY21" fmla="*/ 6858000 h 6858000"/>
              <a:gd name="connsiteX22" fmla="*/ 1592937 w 4890596"/>
              <a:gd name="connsiteY22" fmla="*/ 6858000 h 6858000"/>
              <a:gd name="connsiteX23" fmla="*/ 943186 w 4890596"/>
              <a:gd name="connsiteY23" fmla="*/ 6858000 h 6858000"/>
              <a:gd name="connsiteX24" fmla="*/ 0 w 4890596"/>
              <a:gd name="connsiteY24" fmla="*/ 6858000 h 6858000"/>
              <a:gd name="connsiteX25" fmla="*/ 0 w 4890596"/>
              <a:gd name="connsiteY25" fmla="*/ 6035040 h 6858000"/>
              <a:gd name="connsiteX26" fmla="*/ 0 w 4890596"/>
              <a:gd name="connsiteY26" fmla="*/ 5486400 h 6858000"/>
              <a:gd name="connsiteX27" fmla="*/ 0 w 4890596"/>
              <a:gd name="connsiteY27" fmla="*/ 4800600 h 6858000"/>
              <a:gd name="connsiteX28" fmla="*/ 0 w 4890596"/>
              <a:gd name="connsiteY28" fmla="*/ 4320540 h 6858000"/>
              <a:gd name="connsiteX29" fmla="*/ 0 w 4890596"/>
              <a:gd name="connsiteY29" fmla="*/ 3566160 h 6858000"/>
              <a:gd name="connsiteX30" fmla="*/ 0 w 4890596"/>
              <a:gd name="connsiteY30" fmla="*/ 2880360 h 6858000"/>
              <a:gd name="connsiteX31" fmla="*/ 0 w 4890596"/>
              <a:gd name="connsiteY31" fmla="*/ 2125980 h 6858000"/>
              <a:gd name="connsiteX32" fmla="*/ 0 w 4890596"/>
              <a:gd name="connsiteY32" fmla="*/ 1508760 h 6858000"/>
              <a:gd name="connsiteX33" fmla="*/ 0 w 4890596"/>
              <a:gd name="connsiteY33" fmla="*/ 891540 h 6858000"/>
              <a:gd name="connsiteX34" fmla="*/ 0 w 4890596"/>
              <a:gd name="connsiteY3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4890596" h="6858000" fill="none" extrusionOk="0">
                <a:moveTo>
                  <a:pt x="0" y="0"/>
                </a:moveTo>
                <a:cubicBezTo>
                  <a:pt x="270042" y="-6666"/>
                  <a:pt x="443863" y="-21014"/>
                  <a:pt x="747563" y="0"/>
                </a:cubicBezTo>
                <a:cubicBezTo>
                  <a:pt x="1051263" y="21014"/>
                  <a:pt x="1226326" y="417"/>
                  <a:pt x="1495125" y="0"/>
                </a:cubicBezTo>
                <a:cubicBezTo>
                  <a:pt x="1763924" y="-417"/>
                  <a:pt x="1809162" y="-17591"/>
                  <a:pt x="2047064" y="0"/>
                </a:cubicBezTo>
                <a:cubicBezTo>
                  <a:pt x="2284966" y="17591"/>
                  <a:pt x="2635640" y="-18087"/>
                  <a:pt x="2843532" y="0"/>
                </a:cubicBezTo>
                <a:cubicBezTo>
                  <a:pt x="3051424" y="18087"/>
                  <a:pt x="3280677" y="-19588"/>
                  <a:pt x="3395471" y="0"/>
                </a:cubicBezTo>
                <a:cubicBezTo>
                  <a:pt x="3510265" y="19588"/>
                  <a:pt x="3875489" y="8649"/>
                  <a:pt x="4045222" y="0"/>
                </a:cubicBezTo>
                <a:cubicBezTo>
                  <a:pt x="4214955" y="-8649"/>
                  <a:pt x="4664072" y="-12186"/>
                  <a:pt x="4890596" y="0"/>
                </a:cubicBezTo>
                <a:cubicBezTo>
                  <a:pt x="4910644" y="283820"/>
                  <a:pt x="4916887" y="561675"/>
                  <a:pt x="4890596" y="822960"/>
                </a:cubicBezTo>
                <a:cubicBezTo>
                  <a:pt x="4864305" y="1084245"/>
                  <a:pt x="4858871" y="1247769"/>
                  <a:pt x="4890596" y="1508760"/>
                </a:cubicBezTo>
                <a:cubicBezTo>
                  <a:pt x="4922321" y="1769751"/>
                  <a:pt x="4893155" y="1960579"/>
                  <a:pt x="4890596" y="2194560"/>
                </a:cubicBezTo>
                <a:cubicBezTo>
                  <a:pt x="4888037" y="2428541"/>
                  <a:pt x="4892810" y="2746373"/>
                  <a:pt x="4890596" y="2948940"/>
                </a:cubicBezTo>
                <a:cubicBezTo>
                  <a:pt x="4888382" y="3151507"/>
                  <a:pt x="4906286" y="3438558"/>
                  <a:pt x="4890596" y="3566160"/>
                </a:cubicBezTo>
                <a:cubicBezTo>
                  <a:pt x="4874906" y="3693762"/>
                  <a:pt x="4877602" y="3813885"/>
                  <a:pt x="4890596" y="4046220"/>
                </a:cubicBezTo>
                <a:cubicBezTo>
                  <a:pt x="4903590" y="4278555"/>
                  <a:pt x="4873847" y="4431370"/>
                  <a:pt x="4890596" y="4594860"/>
                </a:cubicBezTo>
                <a:cubicBezTo>
                  <a:pt x="4907345" y="4758350"/>
                  <a:pt x="4881505" y="5130007"/>
                  <a:pt x="4890596" y="5349240"/>
                </a:cubicBezTo>
                <a:cubicBezTo>
                  <a:pt x="4899687" y="5568473"/>
                  <a:pt x="4861516" y="5851707"/>
                  <a:pt x="4890596" y="6103620"/>
                </a:cubicBezTo>
                <a:cubicBezTo>
                  <a:pt x="4919676" y="6355533"/>
                  <a:pt x="4865841" y="6544704"/>
                  <a:pt x="4890596" y="6858000"/>
                </a:cubicBezTo>
                <a:cubicBezTo>
                  <a:pt x="4609586" y="6831891"/>
                  <a:pt x="4541208" y="6837857"/>
                  <a:pt x="4240845" y="6858000"/>
                </a:cubicBezTo>
                <a:cubicBezTo>
                  <a:pt x="3940482" y="6878143"/>
                  <a:pt x="3654622" y="6867191"/>
                  <a:pt x="3444377" y="6858000"/>
                </a:cubicBezTo>
                <a:cubicBezTo>
                  <a:pt x="3234132" y="6848809"/>
                  <a:pt x="2969404" y="6841021"/>
                  <a:pt x="2843532" y="6858000"/>
                </a:cubicBezTo>
                <a:cubicBezTo>
                  <a:pt x="2717661" y="6874979"/>
                  <a:pt x="2441541" y="6882426"/>
                  <a:pt x="2291594" y="6858000"/>
                </a:cubicBezTo>
                <a:cubicBezTo>
                  <a:pt x="2141647" y="6833574"/>
                  <a:pt x="1880219" y="6889226"/>
                  <a:pt x="1592937" y="6858000"/>
                </a:cubicBezTo>
                <a:cubicBezTo>
                  <a:pt x="1305655" y="6826774"/>
                  <a:pt x="1093036" y="6845703"/>
                  <a:pt x="943186" y="6858000"/>
                </a:cubicBezTo>
                <a:cubicBezTo>
                  <a:pt x="793336" y="6870297"/>
                  <a:pt x="407778" y="6883105"/>
                  <a:pt x="0" y="6858000"/>
                </a:cubicBezTo>
                <a:cubicBezTo>
                  <a:pt x="-558" y="6455092"/>
                  <a:pt x="5156" y="6337884"/>
                  <a:pt x="0" y="6035040"/>
                </a:cubicBezTo>
                <a:cubicBezTo>
                  <a:pt x="-5156" y="5732196"/>
                  <a:pt x="11357" y="5759260"/>
                  <a:pt x="0" y="5486400"/>
                </a:cubicBezTo>
                <a:cubicBezTo>
                  <a:pt x="-11357" y="5213540"/>
                  <a:pt x="32688" y="4968816"/>
                  <a:pt x="0" y="4800600"/>
                </a:cubicBezTo>
                <a:cubicBezTo>
                  <a:pt x="-32688" y="4632384"/>
                  <a:pt x="-3506" y="4475970"/>
                  <a:pt x="0" y="4320540"/>
                </a:cubicBezTo>
                <a:cubicBezTo>
                  <a:pt x="3506" y="4165110"/>
                  <a:pt x="-35469" y="3871485"/>
                  <a:pt x="0" y="3566160"/>
                </a:cubicBezTo>
                <a:cubicBezTo>
                  <a:pt x="35469" y="3260835"/>
                  <a:pt x="9395" y="3176046"/>
                  <a:pt x="0" y="2880360"/>
                </a:cubicBezTo>
                <a:cubicBezTo>
                  <a:pt x="-9395" y="2584674"/>
                  <a:pt x="13066" y="2374954"/>
                  <a:pt x="0" y="2125980"/>
                </a:cubicBezTo>
                <a:cubicBezTo>
                  <a:pt x="-13066" y="1877006"/>
                  <a:pt x="-21518" y="1665056"/>
                  <a:pt x="0" y="1508760"/>
                </a:cubicBezTo>
                <a:cubicBezTo>
                  <a:pt x="21518" y="1352464"/>
                  <a:pt x="-8022" y="1057026"/>
                  <a:pt x="0" y="891540"/>
                </a:cubicBezTo>
                <a:cubicBezTo>
                  <a:pt x="8022" y="726054"/>
                  <a:pt x="-143" y="220624"/>
                  <a:pt x="0" y="0"/>
                </a:cubicBezTo>
                <a:close/>
              </a:path>
              <a:path w="4890596" h="6858000" stroke="0" extrusionOk="0">
                <a:moveTo>
                  <a:pt x="0" y="0"/>
                </a:moveTo>
                <a:cubicBezTo>
                  <a:pt x="289476" y="-18556"/>
                  <a:pt x="491606" y="19338"/>
                  <a:pt x="796468" y="0"/>
                </a:cubicBezTo>
                <a:cubicBezTo>
                  <a:pt x="1101330" y="-19338"/>
                  <a:pt x="1241736" y="9357"/>
                  <a:pt x="1397313" y="0"/>
                </a:cubicBezTo>
                <a:cubicBezTo>
                  <a:pt x="1552890" y="-9357"/>
                  <a:pt x="1789902" y="-24931"/>
                  <a:pt x="2095970" y="0"/>
                </a:cubicBezTo>
                <a:cubicBezTo>
                  <a:pt x="2402038" y="24931"/>
                  <a:pt x="2513792" y="-4230"/>
                  <a:pt x="2892438" y="0"/>
                </a:cubicBezTo>
                <a:cubicBezTo>
                  <a:pt x="3271084" y="4230"/>
                  <a:pt x="3348420" y="25042"/>
                  <a:pt x="3591095" y="0"/>
                </a:cubicBezTo>
                <a:cubicBezTo>
                  <a:pt x="3833770" y="-25042"/>
                  <a:pt x="4015269" y="31133"/>
                  <a:pt x="4289751" y="0"/>
                </a:cubicBezTo>
                <a:cubicBezTo>
                  <a:pt x="4564233" y="-31133"/>
                  <a:pt x="4644325" y="-26782"/>
                  <a:pt x="4890596" y="0"/>
                </a:cubicBezTo>
                <a:cubicBezTo>
                  <a:pt x="4866333" y="310485"/>
                  <a:pt x="4875176" y="569454"/>
                  <a:pt x="4890596" y="754380"/>
                </a:cubicBezTo>
                <a:cubicBezTo>
                  <a:pt x="4906016" y="939306"/>
                  <a:pt x="4882335" y="1139555"/>
                  <a:pt x="4890596" y="1371600"/>
                </a:cubicBezTo>
                <a:cubicBezTo>
                  <a:pt x="4898857" y="1603645"/>
                  <a:pt x="4893165" y="1739547"/>
                  <a:pt x="4890596" y="1851660"/>
                </a:cubicBezTo>
                <a:cubicBezTo>
                  <a:pt x="4888027" y="1963773"/>
                  <a:pt x="4886386" y="2300960"/>
                  <a:pt x="4890596" y="2537460"/>
                </a:cubicBezTo>
                <a:cubicBezTo>
                  <a:pt x="4894806" y="2773960"/>
                  <a:pt x="4886528" y="2814179"/>
                  <a:pt x="4890596" y="3086100"/>
                </a:cubicBezTo>
                <a:cubicBezTo>
                  <a:pt x="4894664" y="3358021"/>
                  <a:pt x="4909402" y="3330373"/>
                  <a:pt x="4890596" y="3566160"/>
                </a:cubicBezTo>
                <a:cubicBezTo>
                  <a:pt x="4871790" y="3801947"/>
                  <a:pt x="4857918" y="3935803"/>
                  <a:pt x="4890596" y="4251960"/>
                </a:cubicBezTo>
                <a:cubicBezTo>
                  <a:pt x="4923274" y="4568117"/>
                  <a:pt x="4889249" y="4722820"/>
                  <a:pt x="4890596" y="4937760"/>
                </a:cubicBezTo>
                <a:cubicBezTo>
                  <a:pt x="4891943" y="5152700"/>
                  <a:pt x="4868366" y="5331158"/>
                  <a:pt x="4890596" y="5486400"/>
                </a:cubicBezTo>
                <a:cubicBezTo>
                  <a:pt x="4912826" y="5641642"/>
                  <a:pt x="4905191" y="5869229"/>
                  <a:pt x="4890596" y="6035040"/>
                </a:cubicBezTo>
                <a:cubicBezTo>
                  <a:pt x="4876001" y="6200851"/>
                  <a:pt x="4865570" y="6447417"/>
                  <a:pt x="4890596" y="6858000"/>
                </a:cubicBezTo>
                <a:cubicBezTo>
                  <a:pt x="4608978" y="6835919"/>
                  <a:pt x="4379210" y="6843438"/>
                  <a:pt x="4143033" y="6858000"/>
                </a:cubicBezTo>
                <a:cubicBezTo>
                  <a:pt x="3906856" y="6872562"/>
                  <a:pt x="3809701" y="6865645"/>
                  <a:pt x="3542189" y="6858000"/>
                </a:cubicBezTo>
                <a:cubicBezTo>
                  <a:pt x="3274677" y="6850355"/>
                  <a:pt x="3178763" y="6864369"/>
                  <a:pt x="2941344" y="6858000"/>
                </a:cubicBezTo>
                <a:cubicBezTo>
                  <a:pt x="2703926" y="6851631"/>
                  <a:pt x="2499313" y="6837084"/>
                  <a:pt x="2291594" y="6858000"/>
                </a:cubicBezTo>
                <a:cubicBezTo>
                  <a:pt x="2083875" y="6878917"/>
                  <a:pt x="1794236" y="6860224"/>
                  <a:pt x="1641843" y="6858000"/>
                </a:cubicBezTo>
                <a:cubicBezTo>
                  <a:pt x="1489450" y="6855776"/>
                  <a:pt x="1289651" y="6863910"/>
                  <a:pt x="992092" y="6858000"/>
                </a:cubicBezTo>
                <a:cubicBezTo>
                  <a:pt x="694533" y="6852090"/>
                  <a:pt x="199446" y="6865802"/>
                  <a:pt x="0" y="6858000"/>
                </a:cubicBezTo>
                <a:cubicBezTo>
                  <a:pt x="-7781" y="6635164"/>
                  <a:pt x="-12651" y="6530911"/>
                  <a:pt x="0" y="6377940"/>
                </a:cubicBezTo>
                <a:cubicBezTo>
                  <a:pt x="12651" y="6224969"/>
                  <a:pt x="-35477" y="5924206"/>
                  <a:pt x="0" y="5623560"/>
                </a:cubicBezTo>
                <a:cubicBezTo>
                  <a:pt x="35477" y="5322914"/>
                  <a:pt x="-24105" y="5243763"/>
                  <a:pt x="0" y="4937760"/>
                </a:cubicBezTo>
                <a:cubicBezTo>
                  <a:pt x="24105" y="4631757"/>
                  <a:pt x="13249" y="4577712"/>
                  <a:pt x="0" y="4251960"/>
                </a:cubicBezTo>
                <a:cubicBezTo>
                  <a:pt x="-13249" y="3926208"/>
                  <a:pt x="-2978" y="3886096"/>
                  <a:pt x="0" y="3771900"/>
                </a:cubicBezTo>
                <a:cubicBezTo>
                  <a:pt x="2978" y="3657704"/>
                  <a:pt x="-64" y="3306698"/>
                  <a:pt x="0" y="2948940"/>
                </a:cubicBezTo>
                <a:cubicBezTo>
                  <a:pt x="64" y="2591182"/>
                  <a:pt x="-10711" y="2578896"/>
                  <a:pt x="0" y="2468880"/>
                </a:cubicBezTo>
                <a:cubicBezTo>
                  <a:pt x="10711" y="2358864"/>
                  <a:pt x="-580" y="2173542"/>
                  <a:pt x="0" y="1988820"/>
                </a:cubicBezTo>
                <a:cubicBezTo>
                  <a:pt x="580" y="1804098"/>
                  <a:pt x="39816" y="1393673"/>
                  <a:pt x="0" y="1165860"/>
                </a:cubicBezTo>
                <a:cubicBezTo>
                  <a:pt x="-39816" y="938047"/>
                  <a:pt x="10281" y="426165"/>
                  <a:pt x="0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2958104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B1E87E-36C1-55BF-D310-622FB0520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fr-CA" sz="3400" dirty="0">
                <a:solidFill>
                  <a:schemeClr val="bg1"/>
                </a:solidFill>
              </a:rPr>
              <a:t>Développement arithmétique</a:t>
            </a:r>
            <a:endParaRPr lang="en-CA" sz="3400" dirty="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45670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232056-620C-4787-DFEA-5D4E123846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2273560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41081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E1B78-DC67-9E87-3D2C-645D1CE3A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  <a:hlinkClick r:id="rId3"/>
              </a:rPr>
              <a:t>Quiz Kahoot</a:t>
            </a: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49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A02B93"/>
      </a:accent2>
      <a:accent3>
        <a:srgbClr val="0F4861"/>
      </a:accent3>
      <a:accent4>
        <a:srgbClr val="0F9ED5"/>
      </a:accent4>
      <a:accent5>
        <a:srgbClr val="A02B93"/>
      </a:accent5>
      <a:accent6>
        <a:srgbClr val="4EA72E"/>
      </a:accent6>
      <a:hlink>
        <a:srgbClr val="A6C9EB"/>
      </a:hlink>
      <a:folHlink>
        <a:srgbClr val="D5BEC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</TotalTime>
  <Words>894</Words>
  <Application>Microsoft Office PowerPoint</Application>
  <PresentationFormat>Widescreen</PresentationFormat>
  <Paragraphs>115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Meiryo</vt:lpstr>
      <vt:lpstr>Aptos</vt:lpstr>
      <vt:lpstr>Aptos Display</vt:lpstr>
      <vt:lpstr>Arial</vt:lpstr>
      <vt:lpstr>Office Theme</vt:lpstr>
      <vt:lpstr>INF1070      Lab 12</vt:lpstr>
      <vt:lpstr>Rappel Scripts Shell (Lab 11)</vt:lpstr>
      <vt:lpstr>Test (1/2)</vt:lpstr>
      <vt:lpstr>Test (2/2): Autres Opérateurs Courants</vt:lpstr>
      <vt:lpstr>Structures de contrôle</vt:lpstr>
      <vt:lpstr>Développement arithmétique</vt:lpstr>
      <vt:lpstr>Quiz Kahoot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Fam</dc:creator>
  <cp:lastModifiedBy>George Fam</cp:lastModifiedBy>
  <cp:revision>2</cp:revision>
  <dcterms:created xsi:type="dcterms:W3CDTF">2025-04-10T17:02:24Z</dcterms:created>
  <dcterms:modified xsi:type="dcterms:W3CDTF">2025-04-10T19:43:12Z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