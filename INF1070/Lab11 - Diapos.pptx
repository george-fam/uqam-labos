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8C4751-B7E8-45C9-80BF-9BCD38B92B00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1D9C94D-E234-4D65-9AF3-561834FFCC67}">
      <dgm:prSet/>
      <dgm:spPr/>
      <dgm:t>
        <a:bodyPr/>
        <a:lstStyle/>
        <a:p>
          <a:r>
            <a:rPr lang="en-CA" dirty="0"/>
            <a:t>&gt; 	</a:t>
          </a:r>
          <a:r>
            <a:rPr lang="en-CA" dirty="0" err="1"/>
            <a:t>Redirige</a:t>
          </a:r>
          <a:r>
            <a:rPr lang="en-CA" dirty="0"/>
            <a:t> </a:t>
          </a:r>
          <a:r>
            <a:rPr lang="en-CA" dirty="0" err="1"/>
            <a:t>stdout</a:t>
          </a:r>
          <a:r>
            <a:rPr lang="en-CA" dirty="0"/>
            <a:t> (overwrite)</a:t>
          </a:r>
          <a:endParaRPr lang="en-US" dirty="0"/>
        </a:p>
      </dgm:t>
    </dgm:pt>
    <dgm:pt modelId="{286E96F1-08AD-4590-9816-8AA6B967E154}" type="parTrans" cxnId="{C974D7F0-EFC8-4120-9BF8-6531B5EE3844}">
      <dgm:prSet/>
      <dgm:spPr/>
      <dgm:t>
        <a:bodyPr/>
        <a:lstStyle/>
        <a:p>
          <a:endParaRPr lang="en-US"/>
        </a:p>
      </dgm:t>
    </dgm:pt>
    <dgm:pt modelId="{75A465BF-152B-4B39-9E3E-F8D8DCC387AE}" type="sibTrans" cxnId="{C974D7F0-EFC8-4120-9BF8-6531B5EE3844}">
      <dgm:prSet/>
      <dgm:spPr/>
      <dgm:t>
        <a:bodyPr/>
        <a:lstStyle/>
        <a:p>
          <a:endParaRPr lang="en-US"/>
        </a:p>
      </dgm:t>
    </dgm:pt>
    <dgm:pt modelId="{F6999B19-DC9C-40A8-93D4-BE22FD00E8EA}">
      <dgm:prSet/>
      <dgm:spPr/>
      <dgm:t>
        <a:bodyPr/>
        <a:lstStyle/>
        <a:p>
          <a:r>
            <a:rPr lang="en-CA" dirty="0"/>
            <a:t>&gt;&gt; 	</a:t>
          </a:r>
          <a:r>
            <a:rPr lang="en-CA" dirty="0" err="1"/>
            <a:t>Redirige</a:t>
          </a:r>
          <a:r>
            <a:rPr lang="en-CA" dirty="0"/>
            <a:t> </a:t>
          </a:r>
          <a:r>
            <a:rPr lang="en-CA" dirty="0" err="1"/>
            <a:t>stdout</a:t>
          </a:r>
          <a:r>
            <a:rPr lang="en-CA" dirty="0"/>
            <a:t> </a:t>
          </a:r>
          <a:r>
            <a:rPr lang="en-CA" dirty="0" err="1"/>
            <a:t>en</a:t>
          </a:r>
          <a:r>
            <a:rPr lang="en-CA" dirty="0"/>
            <a:t> </a:t>
          </a:r>
          <a:r>
            <a:rPr lang="en-CA" dirty="0" err="1"/>
            <a:t>ajoutant</a:t>
          </a:r>
          <a:r>
            <a:rPr lang="en-CA" dirty="0"/>
            <a:t> (append)</a:t>
          </a:r>
          <a:endParaRPr lang="en-US" dirty="0"/>
        </a:p>
      </dgm:t>
    </dgm:pt>
    <dgm:pt modelId="{3290C389-8ACF-4639-A1B3-75829A48018F}" type="parTrans" cxnId="{4E25A163-8940-46F4-9580-49A7CA912D25}">
      <dgm:prSet/>
      <dgm:spPr/>
      <dgm:t>
        <a:bodyPr/>
        <a:lstStyle/>
        <a:p>
          <a:endParaRPr lang="en-US"/>
        </a:p>
      </dgm:t>
    </dgm:pt>
    <dgm:pt modelId="{425CF7BF-1969-48AC-9846-DDF45F713119}" type="sibTrans" cxnId="{4E25A163-8940-46F4-9580-49A7CA912D25}">
      <dgm:prSet/>
      <dgm:spPr/>
      <dgm:t>
        <a:bodyPr/>
        <a:lstStyle/>
        <a:p>
          <a:endParaRPr lang="en-US"/>
        </a:p>
      </dgm:t>
    </dgm:pt>
    <dgm:pt modelId="{FA92397F-51B7-4488-8835-42C417F2DA24}">
      <dgm:prSet/>
      <dgm:spPr/>
      <dgm:t>
        <a:bodyPr/>
        <a:lstStyle/>
        <a:p>
          <a:r>
            <a:rPr lang="en-CA" dirty="0"/>
            <a:t>&lt;	Utilise </a:t>
          </a:r>
          <a:r>
            <a:rPr lang="en-CA" dirty="0" err="1"/>
            <a:t>fichier</a:t>
          </a:r>
          <a:r>
            <a:rPr lang="en-CA" dirty="0"/>
            <a:t> </a:t>
          </a:r>
          <a:r>
            <a:rPr lang="en-CA" dirty="0" err="1"/>
            <a:t>comme</a:t>
          </a:r>
          <a:r>
            <a:rPr lang="en-CA" dirty="0"/>
            <a:t> stdin</a:t>
          </a:r>
          <a:endParaRPr lang="en-US" dirty="0"/>
        </a:p>
      </dgm:t>
    </dgm:pt>
    <dgm:pt modelId="{2D43805A-D9EF-4322-A3A2-E9BC9B4C4D39}" type="parTrans" cxnId="{1F765220-F6EF-4875-8042-F7623802A87A}">
      <dgm:prSet/>
      <dgm:spPr/>
      <dgm:t>
        <a:bodyPr/>
        <a:lstStyle/>
        <a:p>
          <a:endParaRPr lang="en-US"/>
        </a:p>
      </dgm:t>
    </dgm:pt>
    <dgm:pt modelId="{C81C9B6A-40E5-4B33-B8E2-37055E35C8F0}" type="sibTrans" cxnId="{1F765220-F6EF-4875-8042-F7623802A87A}">
      <dgm:prSet/>
      <dgm:spPr/>
      <dgm:t>
        <a:bodyPr/>
        <a:lstStyle/>
        <a:p>
          <a:endParaRPr lang="en-US"/>
        </a:p>
      </dgm:t>
    </dgm:pt>
    <dgm:pt modelId="{B656F7A0-42DB-459D-A3F5-791870689AC0}">
      <dgm:prSet/>
      <dgm:spPr/>
      <dgm:t>
        <a:bodyPr/>
        <a:lstStyle/>
        <a:p>
          <a:r>
            <a:rPr lang="en-CA" dirty="0"/>
            <a:t>2&gt;	</a:t>
          </a:r>
          <a:r>
            <a:rPr lang="en-CA" dirty="0" err="1"/>
            <a:t>Redirigie</a:t>
          </a:r>
          <a:r>
            <a:rPr lang="en-CA" dirty="0"/>
            <a:t> stderr</a:t>
          </a:r>
          <a:endParaRPr lang="en-US" dirty="0"/>
        </a:p>
      </dgm:t>
    </dgm:pt>
    <dgm:pt modelId="{72909C49-23D8-432A-8B46-68076AE35318}" type="parTrans" cxnId="{7E0EE510-B876-46A5-BCF0-1FC2648F4FED}">
      <dgm:prSet/>
      <dgm:spPr/>
      <dgm:t>
        <a:bodyPr/>
        <a:lstStyle/>
        <a:p>
          <a:endParaRPr lang="en-US"/>
        </a:p>
      </dgm:t>
    </dgm:pt>
    <dgm:pt modelId="{9DFC1599-2E70-4FFA-ADA9-9754A53E0E14}" type="sibTrans" cxnId="{7E0EE510-B876-46A5-BCF0-1FC2648F4FED}">
      <dgm:prSet/>
      <dgm:spPr/>
      <dgm:t>
        <a:bodyPr/>
        <a:lstStyle/>
        <a:p>
          <a:endParaRPr lang="en-US"/>
        </a:p>
      </dgm:t>
    </dgm:pt>
    <dgm:pt modelId="{42BB8508-2600-44FB-928B-D79BC32DCE57}" type="pres">
      <dgm:prSet presAssocID="{4C8C4751-B7E8-45C9-80BF-9BCD38B92B00}" presName="vert0" presStyleCnt="0">
        <dgm:presLayoutVars>
          <dgm:dir/>
          <dgm:animOne val="branch"/>
          <dgm:animLvl val="lvl"/>
        </dgm:presLayoutVars>
      </dgm:prSet>
      <dgm:spPr/>
    </dgm:pt>
    <dgm:pt modelId="{636327F5-7EBA-4C65-8C45-941F37E3DF99}" type="pres">
      <dgm:prSet presAssocID="{91D9C94D-E234-4D65-9AF3-561834FFCC67}" presName="thickLine" presStyleLbl="alignNode1" presStyleIdx="0" presStyleCnt="4"/>
      <dgm:spPr/>
    </dgm:pt>
    <dgm:pt modelId="{D6F7F6BB-EFDC-4E4D-A49D-1438FE70E344}" type="pres">
      <dgm:prSet presAssocID="{91D9C94D-E234-4D65-9AF3-561834FFCC67}" presName="horz1" presStyleCnt="0"/>
      <dgm:spPr/>
    </dgm:pt>
    <dgm:pt modelId="{5385469B-9AE2-4A99-AE8F-C86730CFE85E}" type="pres">
      <dgm:prSet presAssocID="{91D9C94D-E234-4D65-9AF3-561834FFCC67}" presName="tx1" presStyleLbl="revTx" presStyleIdx="0" presStyleCnt="4"/>
      <dgm:spPr/>
    </dgm:pt>
    <dgm:pt modelId="{FC3C08F8-B9BD-487D-89F5-7A82D5B7E5ED}" type="pres">
      <dgm:prSet presAssocID="{91D9C94D-E234-4D65-9AF3-561834FFCC67}" presName="vert1" presStyleCnt="0"/>
      <dgm:spPr/>
    </dgm:pt>
    <dgm:pt modelId="{BACF0788-9A9A-4663-9C9D-461D96E64550}" type="pres">
      <dgm:prSet presAssocID="{F6999B19-DC9C-40A8-93D4-BE22FD00E8EA}" presName="thickLine" presStyleLbl="alignNode1" presStyleIdx="1" presStyleCnt="4"/>
      <dgm:spPr/>
    </dgm:pt>
    <dgm:pt modelId="{D222747E-9912-4BF1-8A83-CEBFE773ACE3}" type="pres">
      <dgm:prSet presAssocID="{F6999B19-DC9C-40A8-93D4-BE22FD00E8EA}" presName="horz1" presStyleCnt="0"/>
      <dgm:spPr/>
    </dgm:pt>
    <dgm:pt modelId="{3CE0809C-DF91-4A68-9DFD-39385E9859B5}" type="pres">
      <dgm:prSet presAssocID="{F6999B19-DC9C-40A8-93D4-BE22FD00E8EA}" presName="tx1" presStyleLbl="revTx" presStyleIdx="1" presStyleCnt="4"/>
      <dgm:spPr/>
    </dgm:pt>
    <dgm:pt modelId="{DED54402-6AE1-4EC5-9D6E-AFAAB32B08BA}" type="pres">
      <dgm:prSet presAssocID="{F6999B19-DC9C-40A8-93D4-BE22FD00E8EA}" presName="vert1" presStyleCnt="0"/>
      <dgm:spPr/>
    </dgm:pt>
    <dgm:pt modelId="{91141993-30C0-4086-B80D-4FBAF7D93758}" type="pres">
      <dgm:prSet presAssocID="{FA92397F-51B7-4488-8835-42C417F2DA24}" presName="thickLine" presStyleLbl="alignNode1" presStyleIdx="2" presStyleCnt="4"/>
      <dgm:spPr/>
    </dgm:pt>
    <dgm:pt modelId="{796B52A3-EC09-44FA-9966-0C358A50F1BE}" type="pres">
      <dgm:prSet presAssocID="{FA92397F-51B7-4488-8835-42C417F2DA24}" presName="horz1" presStyleCnt="0"/>
      <dgm:spPr/>
    </dgm:pt>
    <dgm:pt modelId="{48CB4082-98DB-4372-8ABB-DD3CCC461531}" type="pres">
      <dgm:prSet presAssocID="{FA92397F-51B7-4488-8835-42C417F2DA24}" presName="tx1" presStyleLbl="revTx" presStyleIdx="2" presStyleCnt="4"/>
      <dgm:spPr/>
    </dgm:pt>
    <dgm:pt modelId="{9B33DD37-578D-4FEB-887A-CA485D7E7E1E}" type="pres">
      <dgm:prSet presAssocID="{FA92397F-51B7-4488-8835-42C417F2DA24}" presName="vert1" presStyleCnt="0"/>
      <dgm:spPr/>
    </dgm:pt>
    <dgm:pt modelId="{6858BFFD-E5A7-49E4-BE92-67EEF55F5E86}" type="pres">
      <dgm:prSet presAssocID="{B656F7A0-42DB-459D-A3F5-791870689AC0}" presName="thickLine" presStyleLbl="alignNode1" presStyleIdx="3" presStyleCnt="4"/>
      <dgm:spPr/>
    </dgm:pt>
    <dgm:pt modelId="{BF03402D-6B73-4769-8EF0-0C981B6BDB78}" type="pres">
      <dgm:prSet presAssocID="{B656F7A0-42DB-459D-A3F5-791870689AC0}" presName="horz1" presStyleCnt="0"/>
      <dgm:spPr/>
    </dgm:pt>
    <dgm:pt modelId="{1CB7300A-4C04-46C3-BA10-9DE69F67D3BC}" type="pres">
      <dgm:prSet presAssocID="{B656F7A0-42DB-459D-A3F5-791870689AC0}" presName="tx1" presStyleLbl="revTx" presStyleIdx="3" presStyleCnt="4"/>
      <dgm:spPr/>
    </dgm:pt>
    <dgm:pt modelId="{36C15A73-23FC-4D97-BD0C-7ED9D37F8D25}" type="pres">
      <dgm:prSet presAssocID="{B656F7A0-42DB-459D-A3F5-791870689AC0}" presName="vert1" presStyleCnt="0"/>
      <dgm:spPr/>
    </dgm:pt>
  </dgm:ptLst>
  <dgm:cxnLst>
    <dgm:cxn modelId="{7E0EE510-B876-46A5-BCF0-1FC2648F4FED}" srcId="{4C8C4751-B7E8-45C9-80BF-9BCD38B92B00}" destId="{B656F7A0-42DB-459D-A3F5-791870689AC0}" srcOrd="3" destOrd="0" parTransId="{72909C49-23D8-432A-8B46-68076AE35318}" sibTransId="{9DFC1599-2E70-4FFA-ADA9-9754A53E0E14}"/>
    <dgm:cxn modelId="{1F765220-F6EF-4875-8042-F7623802A87A}" srcId="{4C8C4751-B7E8-45C9-80BF-9BCD38B92B00}" destId="{FA92397F-51B7-4488-8835-42C417F2DA24}" srcOrd="2" destOrd="0" parTransId="{2D43805A-D9EF-4322-A3A2-E9BC9B4C4D39}" sibTransId="{C81C9B6A-40E5-4B33-B8E2-37055E35C8F0}"/>
    <dgm:cxn modelId="{4E25A163-8940-46F4-9580-49A7CA912D25}" srcId="{4C8C4751-B7E8-45C9-80BF-9BCD38B92B00}" destId="{F6999B19-DC9C-40A8-93D4-BE22FD00E8EA}" srcOrd="1" destOrd="0" parTransId="{3290C389-8ACF-4639-A1B3-75829A48018F}" sibTransId="{425CF7BF-1969-48AC-9846-DDF45F713119}"/>
    <dgm:cxn modelId="{557B0A7A-1DFC-4520-8098-901A8E00C51F}" type="presOf" srcId="{4C8C4751-B7E8-45C9-80BF-9BCD38B92B00}" destId="{42BB8508-2600-44FB-928B-D79BC32DCE57}" srcOrd="0" destOrd="0" presId="urn:microsoft.com/office/officeart/2008/layout/LinedList"/>
    <dgm:cxn modelId="{A7BAAF91-14EF-4540-971C-839716A062ED}" type="presOf" srcId="{FA92397F-51B7-4488-8835-42C417F2DA24}" destId="{48CB4082-98DB-4372-8ABB-DD3CCC461531}" srcOrd="0" destOrd="0" presId="urn:microsoft.com/office/officeart/2008/layout/LinedList"/>
    <dgm:cxn modelId="{AAD3D391-990D-42C0-8914-DCD33C7E08D7}" type="presOf" srcId="{B656F7A0-42DB-459D-A3F5-791870689AC0}" destId="{1CB7300A-4C04-46C3-BA10-9DE69F67D3BC}" srcOrd="0" destOrd="0" presId="urn:microsoft.com/office/officeart/2008/layout/LinedList"/>
    <dgm:cxn modelId="{C76912BA-6B56-4953-8DB0-3AA3D134E5E3}" type="presOf" srcId="{91D9C94D-E234-4D65-9AF3-561834FFCC67}" destId="{5385469B-9AE2-4A99-AE8F-C86730CFE85E}" srcOrd="0" destOrd="0" presId="urn:microsoft.com/office/officeart/2008/layout/LinedList"/>
    <dgm:cxn modelId="{FF1BBED5-852B-4C13-9DF8-CA1C417C10E1}" type="presOf" srcId="{F6999B19-DC9C-40A8-93D4-BE22FD00E8EA}" destId="{3CE0809C-DF91-4A68-9DFD-39385E9859B5}" srcOrd="0" destOrd="0" presId="urn:microsoft.com/office/officeart/2008/layout/LinedList"/>
    <dgm:cxn modelId="{C974D7F0-EFC8-4120-9BF8-6531B5EE3844}" srcId="{4C8C4751-B7E8-45C9-80BF-9BCD38B92B00}" destId="{91D9C94D-E234-4D65-9AF3-561834FFCC67}" srcOrd="0" destOrd="0" parTransId="{286E96F1-08AD-4590-9816-8AA6B967E154}" sibTransId="{75A465BF-152B-4B39-9E3E-F8D8DCC387AE}"/>
    <dgm:cxn modelId="{64E6A07F-99CA-4D0D-8571-BE1ABA212FC5}" type="presParOf" srcId="{42BB8508-2600-44FB-928B-D79BC32DCE57}" destId="{636327F5-7EBA-4C65-8C45-941F37E3DF99}" srcOrd="0" destOrd="0" presId="urn:microsoft.com/office/officeart/2008/layout/LinedList"/>
    <dgm:cxn modelId="{16C9788D-69EA-448C-81A8-173659C097C4}" type="presParOf" srcId="{42BB8508-2600-44FB-928B-D79BC32DCE57}" destId="{D6F7F6BB-EFDC-4E4D-A49D-1438FE70E344}" srcOrd="1" destOrd="0" presId="urn:microsoft.com/office/officeart/2008/layout/LinedList"/>
    <dgm:cxn modelId="{AF988AEF-09F3-4311-8086-E295197082F2}" type="presParOf" srcId="{D6F7F6BB-EFDC-4E4D-A49D-1438FE70E344}" destId="{5385469B-9AE2-4A99-AE8F-C86730CFE85E}" srcOrd="0" destOrd="0" presId="urn:microsoft.com/office/officeart/2008/layout/LinedList"/>
    <dgm:cxn modelId="{FC135C10-AB19-4496-9A2C-DEE0A9C7E393}" type="presParOf" srcId="{D6F7F6BB-EFDC-4E4D-A49D-1438FE70E344}" destId="{FC3C08F8-B9BD-487D-89F5-7A82D5B7E5ED}" srcOrd="1" destOrd="0" presId="urn:microsoft.com/office/officeart/2008/layout/LinedList"/>
    <dgm:cxn modelId="{1099026D-1BBE-40EE-BFC3-C9D58F2A1A23}" type="presParOf" srcId="{42BB8508-2600-44FB-928B-D79BC32DCE57}" destId="{BACF0788-9A9A-4663-9C9D-461D96E64550}" srcOrd="2" destOrd="0" presId="urn:microsoft.com/office/officeart/2008/layout/LinedList"/>
    <dgm:cxn modelId="{0F60BA7A-042B-461D-9971-BEC4C7A303A2}" type="presParOf" srcId="{42BB8508-2600-44FB-928B-D79BC32DCE57}" destId="{D222747E-9912-4BF1-8A83-CEBFE773ACE3}" srcOrd="3" destOrd="0" presId="urn:microsoft.com/office/officeart/2008/layout/LinedList"/>
    <dgm:cxn modelId="{E1182C50-B2B6-4C25-9924-BFAF634C925D}" type="presParOf" srcId="{D222747E-9912-4BF1-8A83-CEBFE773ACE3}" destId="{3CE0809C-DF91-4A68-9DFD-39385E9859B5}" srcOrd="0" destOrd="0" presId="urn:microsoft.com/office/officeart/2008/layout/LinedList"/>
    <dgm:cxn modelId="{ED3DD8A1-8A91-421B-ACA9-E0898F0B27DB}" type="presParOf" srcId="{D222747E-9912-4BF1-8A83-CEBFE773ACE3}" destId="{DED54402-6AE1-4EC5-9D6E-AFAAB32B08BA}" srcOrd="1" destOrd="0" presId="urn:microsoft.com/office/officeart/2008/layout/LinedList"/>
    <dgm:cxn modelId="{DFD07772-A566-4314-95E0-6B6219503D1A}" type="presParOf" srcId="{42BB8508-2600-44FB-928B-D79BC32DCE57}" destId="{91141993-30C0-4086-B80D-4FBAF7D93758}" srcOrd="4" destOrd="0" presId="urn:microsoft.com/office/officeart/2008/layout/LinedList"/>
    <dgm:cxn modelId="{535EA44A-3830-4D1B-97FC-D98EC4A0F503}" type="presParOf" srcId="{42BB8508-2600-44FB-928B-D79BC32DCE57}" destId="{796B52A3-EC09-44FA-9966-0C358A50F1BE}" srcOrd="5" destOrd="0" presId="urn:microsoft.com/office/officeart/2008/layout/LinedList"/>
    <dgm:cxn modelId="{AAE425B4-F9E7-407E-A71B-6828F7AAD449}" type="presParOf" srcId="{796B52A3-EC09-44FA-9966-0C358A50F1BE}" destId="{48CB4082-98DB-4372-8ABB-DD3CCC461531}" srcOrd="0" destOrd="0" presId="urn:microsoft.com/office/officeart/2008/layout/LinedList"/>
    <dgm:cxn modelId="{4E177CF6-F2F0-4BB5-940E-01D02CBABA44}" type="presParOf" srcId="{796B52A3-EC09-44FA-9966-0C358A50F1BE}" destId="{9B33DD37-578D-4FEB-887A-CA485D7E7E1E}" srcOrd="1" destOrd="0" presId="urn:microsoft.com/office/officeart/2008/layout/LinedList"/>
    <dgm:cxn modelId="{219EC746-CEB9-478B-B6A5-99EED174AFE1}" type="presParOf" srcId="{42BB8508-2600-44FB-928B-D79BC32DCE57}" destId="{6858BFFD-E5A7-49E4-BE92-67EEF55F5E86}" srcOrd="6" destOrd="0" presId="urn:microsoft.com/office/officeart/2008/layout/LinedList"/>
    <dgm:cxn modelId="{31A34AEA-A62F-4DB8-B03A-1DA22AE2F4D0}" type="presParOf" srcId="{42BB8508-2600-44FB-928B-D79BC32DCE57}" destId="{BF03402D-6B73-4769-8EF0-0C981B6BDB78}" srcOrd="7" destOrd="0" presId="urn:microsoft.com/office/officeart/2008/layout/LinedList"/>
    <dgm:cxn modelId="{A6876BE0-DBBB-49D6-A0F3-672BA659F82D}" type="presParOf" srcId="{BF03402D-6B73-4769-8EF0-0C981B6BDB78}" destId="{1CB7300A-4C04-46C3-BA10-9DE69F67D3BC}" srcOrd="0" destOrd="0" presId="urn:microsoft.com/office/officeart/2008/layout/LinedList"/>
    <dgm:cxn modelId="{DAA9190A-8F48-4750-8FF8-913C9AA8D4D2}" type="presParOf" srcId="{BF03402D-6B73-4769-8EF0-0C981B6BDB78}" destId="{36C15A73-23FC-4D97-BD0C-7ED9D37F8D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FB10A3-F299-49D0-B28B-86309E226926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9D83B0-4D81-4F91-AEEA-1D7374C945F2}">
      <dgm:prSet/>
      <dgm:spPr/>
      <dgm:t>
        <a:bodyPr/>
        <a:lstStyle/>
        <a:p>
          <a:r>
            <a:rPr lang="fr-CA"/>
            <a:t>n </a:t>
          </a:r>
          <a:r>
            <a:rPr lang="en-CA"/>
            <a:t>&gt; &amp;m</a:t>
          </a:r>
          <a:endParaRPr lang="en-US"/>
        </a:p>
      </dgm:t>
    </dgm:pt>
    <dgm:pt modelId="{9C2CEC01-3819-4A5C-8440-234A3EC8092C}" type="parTrans" cxnId="{8F8147B7-1EC9-479A-988A-CE44D0900DA3}">
      <dgm:prSet/>
      <dgm:spPr/>
      <dgm:t>
        <a:bodyPr/>
        <a:lstStyle/>
        <a:p>
          <a:endParaRPr lang="en-US"/>
        </a:p>
      </dgm:t>
    </dgm:pt>
    <dgm:pt modelId="{F34618DF-C439-4CEA-BB4E-D5F874955B90}" type="sibTrans" cxnId="{8F8147B7-1EC9-479A-988A-CE44D0900DA3}">
      <dgm:prSet/>
      <dgm:spPr/>
      <dgm:t>
        <a:bodyPr/>
        <a:lstStyle/>
        <a:p>
          <a:endParaRPr lang="en-US"/>
        </a:p>
      </dgm:t>
    </dgm:pt>
    <dgm:pt modelId="{73CC1491-16E1-404D-937B-F807F5A82DB8}">
      <dgm:prSet/>
      <dgm:spPr/>
      <dgm:t>
        <a:bodyPr/>
        <a:lstStyle/>
        <a:p>
          <a:r>
            <a:rPr lang="en-CA"/>
            <a:t>Redirige d</a:t>
          </a:r>
          <a:r>
            <a:rPr lang="fr-CA"/>
            <a:t>éscripteur n vers descripteur &amp;m</a:t>
          </a:r>
          <a:endParaRPr lang="en-US"/>
        </a:p>
      </dgm:t>
    </dgm:pt>
    <dgm:pt modelId="{E92F5548-22D3-48C7-84E1-E29688F8235B}" type="parTrans" cxnId="{1CDAA1B8-896C-43FD-91B8-D6691CCF9C88}">
      <dgm:prSet/>
      <dgm:spPr/>
      <dgm:t>
        <a:bodyPr/>
        <a:lstStyle/>
        <a:p>
          <a:endParaRPr lang="en-US"/>
        </a:p>
      </dgm:t>
    </dgm:pt>
    <dgm:pt modelId="{F84F708A-1577-4F62-B0F7-CAE573E63977}" type="sibTrans" cxnId="{1CDAA1B8-896C-43FD-91B8-D6691CCF9C88}">
      <dgm:prSet/>
      <dgm:spPr/>
      <dgm:t>
        <a:bodyPr/>
        <a:lstStyle/>
        <a:p>
          <a:endParaRPr lang="en-US"/>
        </a:p>
      </dgm:t>
    </dgm:pt>
    <dgm:pt modelId="{D4D0FA69-A91E-4B2A-9D5B-7CABBD2D464F}">
      <dgm:prSet/>
      <dgm:spPr/>
      <dgm:t>
        <a:bodyPr/>
        <a:lstStyle/>
        <a:p>
          <a:r>
            <a:rPr lang="fr-CA" dirty="0"/>
            <a:t>Descripteur</a:t>
          </a:r>
          <a:endParaRPr lang="en-US" dirty="0"/>
        </a:p>
      </dgm:t>
    </dgm:pt>
    <dgm:pt modelId="{7FC219AE-9C66-4D04-9D42-D6E4BD7F1F28}" type="parTrans" cxnId="{E7C9EABE-15CA-46A1-8F5E-F880F67BECE5}">
      <dgm:prSet/>
      <dgm:spPr/>
      <dgm:t>
        <a:bodyPr/>
        <a:lstStyle/>
        <a:p>
          <a:endParaRPr lang="en-US"/>
        </a:p>
      </dgm:t>
    </dgm:pt>
    <dgm:pt modelId="{4612843D-0751-4125-B26E-2BF9C54DB28C}" type="sibTrans" cxnId="{E7C9EABE-15CA-46A1-8F5E-F880F67BECE5}">
      <dgm:prSet/>
      <dgm:spPr/>
      <dgm:t>
        <a:bodyPr/>
        <a:lstStyle/>
        <a:p>
          <a:endParaRPr lang="en-US"/>
        </a:p>
      </dgm:t>
    </dgm:pt>
    <dgm:pt modelId="{5F363A40-96F5-4969-8ED4-0B7BB1242672}">
      <dgm:prSet/>
      <dgm:spPr/>
      <dgm:t>
        <a:bodyPr/>
        <a:lstStyle/>
        <a:p>
          <a:r>
            <a:rPr lang="fr-CA"/>
            <a:t>0 – STDIN</a:t>
          </a:r>
          <a:endParaRPr lang="en-US"/>
        </a:p>
      </dgm:t>
    </dgm:pt>
    <dgm:pt modelId="{AE29404F-56F4-42B5-8C91-0E80FE37CAB2}" type="parTrans" cxnId="{45FD2CF9-015C-40A4-A652-A60FB20C2E18}">
      <dgm:prSet/>
      <dgm:spPr/>
      <dgm:t>
        <a:bodyPr/>
        <a:lstStyle/>
        <a:p>
          <a:endParaRPr lang="en-US"/>
        </a:p>
      </dgm:t>
    </dgm:pt>
    <dgm:pt modelId="{694E7EB7-3F90-42A4-9C3C-7969C58AC238}" type="sibTrans" cxnId="{45FD2CF9-015C-40A4-A652-A60FB20C2E18}">
      <dgm:prSet/>
      <dgm:spPr/>
      <dgm:t>
        <a:bodyPr/>
        <a:lstStyle/>
        <a:p>
          <a:endParaRPr lang="en-US"/>
        </a:p>
      </dgm:t>
    </dgm:pt>
    <dgm:pt modelId="{59218010-E20A-458B-A6DA-1BF7EF8FE90E}">
      <dgm:prSet/>
      <dgm:spPr/>
      <dgm:t>
        <a:bodyPr/>
        <a:lstStyle/>
        <a:p>
          <a:r>
            <a:rPr lang="fr-CA"/>
            <a:t>1 – STDOUT</a:t>
          </a:r>
          <a:endParaRPr lang="en-US"/>
        </a:p>
      </dgm:t>
    </dgm:pt>
    <dgm:pt modelId="{8549B418-A249-40F6-BF48-D0B78AFA0769}" type="parTrans" cxnId="{7BC15724-0AB7-4C06-997F-DBCB420831F1}">
      <dgm:prSet/>
      <dgm:spPr/>
      <dgm:t>
        <a:bodyPr/>
        <a:lstStyle/>
        <a:p>
          <a:endParaRPr lang="en-US"/>
        </a:p>
      </dgm:t>
    </dgm:pt>
    <dgm:pt modelId="{7BEE9422-B75E-4C19-B629-70A343004089}" type="sibTrans" cxnId="{7BC15724-0AB7-4C06-997F-DBCB420831F1}">
      <dgm:prSet/>
      <dgm:spPr/>
      <dgm:t>
        <a:bodyPr/>
        <a:lstStyle/>
        <a:p>
          <a:endParaRPr lang="en-US"/>
        </a:p>
      </dgm:t>
    </dgm:pt>
    <dgm:pt modelId="{3325211A-D34D-4F3B-BDAA-8CACCFC9E6BC}">
      <dgm:prSet/>
      <dgm:spPr/>
      <dgm:t>
        <a:bodyPr/>
        <a:lstStyle/>
        <a:p>
          <a:r>
            <a:rPr lang="fr-CA"/>
            <a:t>2 – STDERR</a:t>
          </a:r>
          <a:endParaRPr lang="en-US"/>
        </a:p>
      </dgm:t>
    </dgm:pt>
    <dgm:pt modelId="{B598430E-E7A7-4583-BFEF-95759383E6B8}" type="parTrans" cxnId="{16FA2207-ADAA-4E28-9068-B4C3F5B1024A}">
      <dgm:prSet/>
      <dgm:spPr/>
      <dgm:t>
        <a:bodyPr/>
        <a:lstStyle/>
        <a:p>
          <a:endParaRPr lang="en-US"/>
        </a:p>
      </dgm:t>
    </dgm:pt>
    <dgm:pt modelId="{A8CEB001-A127-4054-B386-22CAA901FB49}" type="sibTrans" cxnId="{16FA2207-ADAA-4E28-9068-B4C3F5B1024A}">
      <dgm:prSet/>
      <dgm:spPr/>
      <dgm:t>
        <a:bodyPr/>
        <a:lstStyle/>
        <a:p>
          <a:endParaRPr lang="en-US"/>
        </a:p>
      </dgm:t>
    </dgm:pt>
    <dgm:pt modelId="{23174BE0-1D4C-4A04-AABC-3A31228246C4}">
      <dgm:prSet/>
      <dgm:spPr/>
      <dgm:t>
        <a:bodyPr/>
        <a:lstStyle/>
        <a:p>
          <a:r>
            <a:rPr lang="fr-CA"/>
            <a:t>Tube redirige seulement stdout vers stdin</a:t>
          </a:r>
          <a:endParaRPr lang="en-US"/>
        </a:p>
      </dgm:t>
    </dgm:pt>
    <dgm:pt modelId="{13BC47EC-7E33-4DFB-AA1F-7F3A3AE13702}" type="parTrans" cxnId="{C86BF708-519A-4293-B911-D2E8929E602E}">
      <dgm:prSet/>
      <dgm:spPr/>
      <dgm:t>
        <a:bodyPr/>
        <a:lstStyle/>
        <a:p>
          <a:endParaRPr lang="en-US"/>
        </a:p>
      </dgm:t>
    </dgm:pt>
    <dgm:pt modelId="{4D27430D-8D81-48E5-A0E7-DAAC5CEE9CF6}" type="sibTrans" cxnId="{C86BF708-519A-4293-B911-D2E8929E602E}">
      <dgm:prSet/>
      <dgm:spPr/>
      <dgm:t>
        <a:bodyPr/>
        <a:lstStyle/>
        <a:p>
          <a:endParaRPr lang="en-US"/>
        </a:p>
      </dgm:t>
    </dgm:pt>
    <dgm:pt modelId="{D83362A2-7FED-4F22-85B7-FD82F3E9F5BD}">
      <dgm:prSet/>
      <dgm:spPr/>
      <dgm:t>
        <a:bodyPr/>
        <a:lstStyle/>
        <a:p>
          <a:r>
            <a:rPr lang="fr-CA"/>
            <a:t>Pour contourner, on peut utiliser 2&gt;&amp;1</a:t>
          </a:r>
          <a:endParaRPr lang="en-US"/>
        </a:p>
      </dgm:t>
    </dgm:pt>
    <dgm:pt modelId="{A75A2C91-F508-484C-BBAD-96CD1187693A}" type="parTrans" cxnId="{BC408ABD-5B5C-4BAC-8EB6-AD8C93775515}">
      <dgm:prSet/>
      <dgm:spPr/>
      <dgm:t>
        <a:bodyPr/>
        <a:lstStyle/>
        <a:p>
          <a:endParaRPr lang="en-US"/>
        </a:p>
      </dgm:t>
    </dgm:pt>
    <dgm:pt modelId="{CC428E26-5000-488D-969B-CA37DFAF5908}" type="sibTrans" cxnId="{BC408ABD-5B5C-4BAC-8EB6-AD8C93775515}">
      <dgm:prSet/>
      <dgm:spPr/>
      <dgm:t>
        <a:bodyPr/>
        <a:lstStyle/>
        <a:p>
          <a:endParaRPr lang="en-US"/>
        </a:p>
      </dgm:t>
    </dgm:pt>
    <dgm:pt modelId="{00E43E5C-0033-4C52-AF0D-1F44767FE008}" type="pres">
      <dgm:prSet presAssocID="{CCFB10A3-F299-49D0-B28B-86309E226926}" presName="linear" presStyleCnt="0">
        <dgm:presLayoutVars>
          <dgm:dir/>
          <dgm:animLvl val="lvl"/>
          <dgm:resizeHandles val="exact"/>
        </dgm:presLayoutVars>
      </dgm:prSet>
      <dgm:spPr/>
    </dgm:pt>
    <dgm:pt modelId="{FD30556D-F2AC-493B-A9F8-C8D717A2E995}" type="pres">
      <dgm:prSet presAssocID="{8F9D83B0-4D81-4F91-AEEA-1D7374C945F2}" presName="parentLin" presStyleCnt="0"/>
      <dgm:spPr/>
    </dgm:pt>
    <dgm:pt modelId="{32026E66-30DB-44ED-811C-A8B82E7201CF}" type="pres">
      <dgm:prSet presAssocID="{8F9D83B0-4D81-4F91-AEEA-1D7374C945F2}" presName="parentLeftMargin" presStyleLbl="node1" presStyleIdx="0" presStyleCnt="2"/>
      <dgm:spPr/>
    </dgm:pt>
    <dgm:pt modelId="{8885B16E-C6F2-4C9F-B29B-0CF80C514D05}" type="pres">
      <dgm:prSet presAssocID="{8F9D83B0-4D81-4F91-AEEA-1D7374C945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91B2B0-E49D-4922-B5A7-2540BB1B639B}" type="pres">
      <dgm:prSet presAssocID="{8F9D83B0-4D81-4F91-AEEA-1D7374C945F2}" presName="negativeSpace" presStyleCnt="0"/>
      <dgm:spPr/>
    </dgm:pt>
    <dgm:pt modelId="{0E3324EB-09A6-4C0E-9B35-EF87153875AA}" type="pres">
      <dgm:prSet presAssocID="{8F9D83B0-4D81-4F91-AEEA-1D7374C945F2}" presName="childText" presStyleLbl="conFgAcc1" presStyleIdx="0" presStyleCnt="2">
        <dgm:presLayoutVars>
          <dgm:bulletEnabled val="1"/>
        </dgm:presLayoutVars>
      </dgm:prSet>
      <dgm:spPr/>
    </dgm:pt>
    <dgm:pt modelId="{3CBFA0CE-AAC0-486A-8F01-89E4A4403E86}" type="pres">
      <dgm:prSet presAssocID="{F34618DF-C439-4CEA-BB4E-D5F874955B90}" presName="spaceBetweenRectangles" presStyleCnt="0"/>
      <dgm:spPr/>
    </dgm:pt>
    <dgm:pt modelId="{5D68D1C5-3B91-4625-96D8-4F0605069894}" type="pres">
      <dgm:prSet presAssocID="{23174BE0-1D4C-4A04-AABC-3A31228246C4}" presName="parentLin" presStyleCnt="0"/>
      <dgm:spPr/>
    </dgm:pt>
    <dgm:pt modelId="{19CCEFAC-67D2-4090-854A-B5B528BEF384}" type="pres">
      <dgm:prSet presAssocID="{23174BE0-1D4C-4A04-AABC-3A31228246C4}" presName="parentLeftMargin" presStyleLbl="node1" presStyleIdx="0" presStyleCnt="2"/>
      <dgm:spPr/>
    </dgm:pt>
    <dgm:pt modelId="{5DB002DA-E081-4C2A-BEA7-4897F60AE881}" type="pres">
      <dgm:prSet presAssocID="{23174BE0-1D4C-4A04-AABC-3A31228246C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1842696-B7F3-4370-A359-7CF95D4A14ED}" type="pres">
      <dgm:prSet presAssocID="{23174BE0-1D4C-4A04-AABC-3A31228246C4}" presName="negativeSpace" presStyleCnt="0"/>
      <dgm:spPr/>
    </dgm:pt>
    <dgm:pt modelId="{3EE128E4-5490-4C29-9E9C-ABE1859159C6}" type="pres">
      <dgm:prSet presAssocID="{23174BE0-1D4C-4A04-AABC-3A31228246C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6FA2207-ADAA-4E28-9068-B4C3F5B1024A}" srcId="{D4D0FA69-A91E-4B2A-9D5B-7CABBD2D464F}" destId="{3325211A-D34D-4F3B-BDAA-8CACCFC9E6BC}" srcOrd="2" destOrd="0" parTransId="{B598430E-E7A7-4583-BFEF-95759383E6B8}" sibTransId="{A8CEB001-A127-4054-B386-22CAA901FB49}"/>
    <dgm:cxn modelId="{C86BF708-519A-4293-B911-D2E8929E602E}" srcId="{CCFB10A3-F299-49D0-B28B-86309E226926}" destId="{23174BE0-1D4C-4A04-AABC-3A31228246C4}" srcOrd="1" destOrd="0" parTransId="{13BC47EC-7E33-4DFB-AA1F-7F3A3AE13702}" sibTransId="{4D27430D-8D81-48E5-A0E7-DAAC5CEE9CF6}"/>
    <dgm:cxn modelId="{7BC15724-0AB7-4C06-997F-DBCB420831F1}" srcId="{D4D0FA69-A91E-4B2A-9D5B-7CABBD2D464F}" destId="{59218010-E20A-458B-A6DA-1BF7EF8FE90E}" srcOrd="1" destOrd="0" parTransId="{8549B418-A249-40F6-BF48-D0B78AFA0769}" sibTransId="{7BEE9422-B75E-4C19-B629-70A343004089}"/>
    <dgm:cxn modelId="{DF0E282E-95A7-4811-B2FF-72FB0888ED27}" type="presOf" srcId="{8F9D83B0-4D81-4F91-AEEA-1D7374C945F2}" destId="{32026E66-30DB-44ED-811C-A8B82E7201CF}" srcOrd="0" destOrd="0" presId="urn:microsoft.com/office/officeart/2005/8/layout/list1"/>
    <dgm:cxn modelId="{51959E31-7F0A-46CD-B8CC-C0AE5A132B74}" type="presOf" srcId="{D4D0FA69-A91E-4B2A-9D5B-7CABBD2D464F}" destId="{0E3324EB-09A6-4C0E-9B35-EF87153875AA}" srcOrd="0" destOrd="1" presId="urn:microsoft.com/office/officeart/2005/8/layout/list1"/>
    <dgm:cxn modelId="{D856275E-20B1-4435-81B9-B8F48C3F4BA5}" type="presOf" srcId="{5F363A40-96F5-4969-8ED4-0B7BB1242672}" destId="{0E3324EB-09A6-4C0E-9B35-EF87153875AA}" srcOrd="0" destOrd="2" presId="urn:microsoft.com/office/officeart/2005/8/layout/list1"/>
    <dgm:cxn modelId="{D32A8544-41AE-4DDC-B0AE-DAFA1602C65F}" type="presOf" srcId="{CCFB10A3-F299-49D0-B28B-86309E226926}" destId="{00E43E5C-0033-4C52-AF0D-1F44767FE008}" srcOrd="0" destOrd="0" presId="urn:microsoft.com/office/officeart/2005/8/layout/list1"/>
    <dgm:cxn modelId="{80749350-CE0D-4A90-86C1-1D0AC0B6C531}" type="presOf" srcId="{73CC1491-16E1-404D-937B-F807F5A82DB8}" destId="{0E3324EB-09A6-4C0E-9B35-EF87153875AA}" srcOrd="0" destOrd="0" presId="urn:microsoft.com/office/officeart/2005/8/layout/list1"/>
    <dgm:cxn modelId="{E8B3B887-46B4-4303-B07B-50296012FF2D}" type="presOf" srcId="{8F9D83B0-4D81-4F91-AEEA-1D7374C945F2}" destId="{8885B16E-C6F2-4C9F-B29B-0CF80C514D05}" srcOrd="1" destOrd="0" presId="urn:microsoft.com/office/officeart/2005/8/layout/list1"/>
    <dgm:cxn modelId="{7413CA8C-98F3-45D1-8F54-08B99E436AED}" type="presOf" srcId="{23174BE0-1D4C-4A04-AABC-3A31228246C4}" destId="{19CCEFAC-67D2-4090-854A-B5B528BEF384}" srcOrd="0" destOrd="0" presId="urn:microsoft.com/office/officeart/2005/8/layout/list1"/>
    <dgm:cxn modelId="{F2F05991-EF70-474A-A112-E80D18FE0F74}" type="presOf" srcId="{23174BE0-1D4C-4A04-AABC-3A31228246C4}" destId="{5DB002DA-E081-4C2A-BEA7-4897F60AE881}" srcOrd="1" destOrd="0" presId="urn:microsoft.com/office/officeart/2005/8/layout/list1"/>
    <dgm:cxn modelId="{8F8147B7-1EC9-479A-988A-CE44D0900DA3}" srcId="{CCFB10A3-F299-49D0-B28B-86309E226926}" destId="{8F9D83B0-4D81-4F91-AEEA-1D7374C945F2}" srcOrd="0" destOrd="0" parTransId="{9C2CEC01-3819-4A5C-8440-234A3EC8092C}" sibTransId="{F34618DF-C439-4CEA-BB4E-D5F874955B90}"/>
    <dgm:cxn modelId="{1CDAA1B8-896C-43FD-91B8-D6691CCF9C88}" srcId="{8F9D83B0-4D81-4F91-AEEA-1D7374C945F2}" destId="{73CC1491-16E1-404D-937B-F807F5A82DB8}" srcOrd="0" destOrd="0" parTransId="{E92F5548-22D3-48C7-84E1-E29688F8235B}" sibTransId="{F84F708A-1577-4F62-B0F7-CAE573E63977}"/>
    <dgm:cxn modelId="{BC408ABD-5B5C-4BAC-8EB6-AD8C93775515}" srcId="{23174BE0-1D4C-4A04-AABC-3A31228246C4}" destId="{D83362A2-7FED-4F22-85B7-FD82F3E9F5BD}" srcOrd="0" destOrd="0" parTransId="{A75A2C91-F508-484C-BBAD-96CD1187693A}" sibTransId="{CC428E26-5000-488D-969B-CA37DFAF5908}"/>
    <dgm:cxn modelId="{E7C9EABE-15CA-46A1-8F5E-F880F67BECE5}" srcId="{8F9D83B0-4D81-4F91-AEEA-1D7374C945F2}" destId="{D4D0FA69-A91E-4B2A-9D5B-7CABBD2D464F}" srcOrd="1" destOrd="0" parTransId="{7FC219AE-9C66-4D04-9D42-D6E4BD7F1F28}" sibTransId="{4612843D-0751-4125-B26E-2BF9C54DB28C}"/>
    <dgm:cxn modelId="{49098BC9-50E1-4CB1-B0AA-1FCD81A69186}" type="presOf" srcId="{3325211A-D34D-4F3B-BDAA-8CACCFC9E6BC}" destId="{0E3324EB-09A6-4C0E-9B35-EF87153875AA}" srcOrd="0" destOrd="4" presId="urn:microsoft.com/office/officeart/2005/8/layout/list1"/>
    <dgm:cxn modelId="{331C4DDC-B32B-4D7F-8262-9A8BBA0FA6D3}" type="presOf" srcId="{59218010-E20A-458B-A6DA-1BF7EF8FE90E}" destId="{0E3324EB-09A6-4C0E-9B35-EF87153875AA}" srcOrd="0" destOrd="3" presId="urn:microsoft.com/office/officeart/2005/8/layout/list1"/>
    <dgm:cxn modelId="{45FD2CF9-015C-40A4-A652-A60FB20C2E18}" srcId="{D4D0FA69-A91E-4B2A-9D5B-7CABBD2D464F}" destId="{5F363A40-96F5-4969-8ED4-0B7BB1242672}" srcOrd="0" destOrd="0" parTransId="{AE29404F-56F4-42B5-8C91-0E80FE37CAB2}" sibTransId="{694E7EB7-3F90-42A4-9C3C-7969C58AC238}"/>
    <dgm:cxn modelId="{149AD7FF-9B9E-414C-9E96-B41D5049B745}" type="presOf" srcId="{D83362A2-7FED-4F22-85B7-FD82F3E9F5BD}" destId="{3EE128E4-5490-4C29-9E9C-ABE1859159C6}" srcOrd="0" destOrd="0" presId="urn:microsoft.com/office/officeart/2005/8/layout/list1"/>
    <dgm:cxn modelId="{5E354708-30D0-4DAF-8683-FD6781FA978F}" type="presParOf" srcId="{00E43E5C-0033-4C52-AF0D-1F44767FE008}" destId="{FD30556D-F2AC-493B-A9F8-C8D717A2E995}" srcOrd="0" destOrd="0" presId="urn:microsoft.com/office/officeart/2005/8/layout/list1"/>
    <dgm:cxn modelId="{F7C2ADE1-0002-4D99-9C36-A0DB1706A1D3}" type="presParOf" srcId="{FD30556D-F2AC-493B-A9F8-C8D717A2E995}" destId="{32026E66-30DB-44ED-811C-A8B82E7201CF}" srcOrd="0" destOrd="0" presId="urn:microsoft.com/office/officeart/2005/8/layout/list1"/>
    <dgm:cxn modelId="{3EAF2B32-1D3A-49ED-85BC-300BE1686B37}" type="presParOf" srcId="{FD30556D-F2AC-493B-A9F8-C8D717A2E995}" destId="{8885B16E-C6F2-4C9F-B29B-0CF80C514D05}" srcOrd="1" destOrd="0" presId="urn:microsoft.com/office/officeart/2005/8/layout/list1"/>
    <dgm:cxn modelId="{98B7BEF8-3210-4E47-95C2-E809325439B7}" type="presParOf" srcId="{00E43E5C-0033-4C52-AF0D-1F44767FE008}" destId="{4191B2B0-E49D-4922-B5A7-2540BB1B639B}" srcOrd="1" destOrd="0" presId="urn:microsoft.com/office/officeart/2005/8/layout/list1"/>
    <dgm:cxn modelId="{C90EF3B1-7D9E-462A-B585-752951E1013C}" type="presParOf" srcId="{00E43E5C-0033-4C52-AF0D-1F44767FE008}" destId="{0E3324EB-09A6-4C0E-9B35-EF87153875AA}" srcOrd="2" destOrd="0" presId="urn:microsoft.com/office/officeart/2005/8/layout/list1"/>
    <dgm:cxn modelId="{33F5EFF2-8B8B-4947-BEB8-97EF2FC6CB92}" type="presParOf" srcId="{00E43E5C-0033-4C52-AF0D-1F44767FE008}" destId="{3CBFA0CE-AAC0-486A-8F01-89E4A4403E86}" srcOrd="3" destOrd="0" presId="urn:microsoft.com/office/officeart/2005/8/layout/list1"/>
    <dgm:cxn modelId="{80477526-07A1-4804-9850-9AB96F32BCC7}" type="presParOf" srcId="{00E43E5C-0033-4C52-AF0D-1F44767FE008}" destId="{5D68D1C5-3B91-4625-96D8-4F0605069894}" srcOrd="4" destOrd="0" presId="urn:microsoft.com/office/officeart/2005/8/layout/list1"/>
    <dgm:cxn modelId="{0305B66D-77A7-4624-A2EA-7C88BA5BCD0A}" type="presParOf" srcId="{5D68D1C5-3B91-4625-96D8-4F0605069894}" destId="{19CCEFAC-67D2-4090-854A-B5B528BEF384}" srcOrd="0" destOrd="0" presId="urn:microsoft.com/office/officeart/2005/8/layout/list1"/>
    <dgm:cxn modelId="{F5E079B7-4DA8-4AE9-91F2-4ED66CC35015}" type="presParOf" srcId="{5D68D1C5-3B91-4625-96D8-4F0605069894}" destId="{5DB002DA-E081-4C2A-BEA7-4897F60AE881}" srcOrd="1" destOrd="0" presId="urn:microsoft.com/office/officeart/2005/8/layout/list1"/>
    <dgm:cxn modelId="{3EDB7698-174F-44B5-A558-9B9F5E7094F0}" type="presParOf" srcId="{00E43E5C-0033-4C52-AF0D-1F44767FE008}" destId="{51842696-B7F3-4370-A359-7CF95D4A14ED}" srcOrd="5" destOrd="0" presId="urn:microsoft.com/office/officeart/2005/8/layout/list1"/>
    <dgm:cxn modelId="{9CC707D1-174F-498E-8DD9-B51D26A214AE}" type="presParOf" srcId="{00E43E5C-0033-4C52-AF0D-1F44767FE008}" destId="{3EE128E4-5490-4C29-9E9C-ABE1859159C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D8D4C4-398F-4276-AFF8-CBCCD4F24C94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4238B51-A6F8-4BEC-BE78-C559F30FC38D}">
      <dgm:prSet/>
      <dgm:spPr/>
      <dgm:t>
        <a:bodyPr/>
        <a:lstStyle/>
        <a:p>
          <a:r>
            <a:rPr lang="en-CA" dirty="0"/>
            <a:t>Assignment de variable</a:t>
          </a:r>
          <a:endParaRPr lang="en-US" dirty="0"/>
        </a:p>
      </dgm:t>
    </dgm:pt>
    <dgm:pt modelId="{B903836F-6056-478C-B117-747061B4FD92}" type="parTrans" cxnId="{EBA590D2-B532-43F1-83F0-1F0C8056646A}">
      <dgm:prSet/>
      <dgm:spPr/>
      <dgm:t>
        <a:bodyPr/>
        <a:lstStyle/>
        <a:p>
          <a:endParaRPr lang="en-US"/>
        </a:p>
      </dgm:t>
    </dgm:pt>
    <dgm:pt modelId="{2DCB6401-3528-485D-A9CD-C946DEC46AEB}" type="sibTrans" cxnId="{EBA590D2-B532-43F1-83F0-1F0C8056646A}">
      <dgm:prSet/>
      <dgm:spPr/>
      <dgm:t>
        <a:bodyPr/>
        <a:lstStyle/>
        <a:p>
          <a:endParaRPr lang="en-US"/>
        </a:p>
      </dgm:t>
    </dgm:pt>
    <dgm:pt modelId="{DB87722F-1D12-4999-98E2-EED90749C9C6}">
      <dgm:prSet/>
      <dgm:spPr/>
      <dgm:t>
        <a:bodyPr/>
        <a:lstStyle/>
        <a:p>
          <a:r>
            <a:rPr lang="en-CA" dirty="0"/>
            <a:t>Pas </a:t>
          </a:r>
          <a:r>
            <a:rPr lang="en-CA" dirty="0" err="1"/>
            <a:t>d’espace</a:t>
          </a:r>
          <a:r>
            <a:rPr lang="en-CA" dirty="0"/>
            <a:t> </a:t>
          </a:r>
          <a:r>
            <a:rPr lang="fr-CA" dirty="0"/>
            <a:t>au tour de =</a:t>
          </a:r>
          <a:endParaRPr lang="en-US" dirty="0"/>
        </a:p>
      </dgm:t>
    </dgm:pt>
    <dgm:pt modelId="{8721AEE3-0C48-405B-AD78-B5DAF4AD8A9E}" type="parTrans" cxnId="{BC7C416C-BEF3-4CCA-AAC3-B15B03F78981}">
      <dgm:prSet/>
      <dgm:spPr/>
      <dgm:t>
        <a:bodyPr/>
        <a:lstStyle/>
        <a:p>
          <a:endParaRPr lang="en-US"/>
        </a:p>
      </dgm:t>
    </dgm:pt>
    <dgm:pt modelId="{B55E51A3-FC2E-4604-ACA0-3A6FB948D634}" type="sibTrans" cxnId="{BC7C416C-BEF3-4CCA-AAC3-B15B03F78981}">
      <dgm:prSet/>
      <dgm:spPr/>
      <dgm:t>
        <a:bodyPr/>
        <a:lstStyle/>
        <a:p>
          <a:endParaRPr lang="en-US"/>
        </a:p>
      </dgm:t>
    </dgm:pt>
    <dgm:pt modelId="{B138359C-77AD-425C-A469-F9DF0DEA7EC4}">
      <dgm:prSet/>
      <dgm:spPr/>
      <dgm:t>
        <a:bodyPr/>
        <a:lstStyle/>
        <a:p>
          <a:r>
            <a:rPr lang="fr-CA" dirty="0"/>
            <a:t>Déréférencement de variable</a:t>
          </a:r>
          <a:endParaRPr lang="en-US" dirty="0"/>
        </a:p>
      </dgm:t>
    </dgm:pt>
    <dgm:pt modelId="{12695365-D893-480F-AC57-F5CF430E5CAE}" type="parTrans" cxnId="{1FD03049-2EAA-4903-9434-FCE4A39D90D3}">
      <dgm:prSet/>
      <dgm:spPr/>
      <dgm:t>
        <a:bodyPr/>
        <a:lstStyle/>
        <a:p>
          <a:endParaRPr lang="en-US"/>
        </a:p>
      </dgm:t>
    </dgm:pt>
    <dgm:pt modelId="{3E7FB465-4DC8-4F15-AABB-9B9ECECA8147}" type="sibTrans" cxnId="{1FD03049-2EAA-4903-9434-FCE4A39D90D3}">
      <dgm:prSet/>
      <dgm:spPr/>
      <dgm:t>
        <a:bodyPr/>
        <a:lstStyle/>
        <a:p>
          <a:endParaRPr lang="en-US"/>
        </a:p>
      </dgm:t>
    </dgm:pt>
    <dgm:pt modelId="{FBE4300B-40C1-48C3-BB3C-B2BBC138DE4F}">
      <dgm:prSet/>
      <dgm:spPr/>
      <dgm:t>
        <a:bodyPr/>
        <a:lstStyle/>
        <a:p>
          <a:r>
            <a:rPr lang="fr-CA" dirty="0"/>
            <a:t>$VAR</a:t>
          </a:r>
          <a:endParaRPr lang="en-US" dirty="0"/>
        </a:p>
      </dgm:t>
    </dgm:pt>
    <dgm:pt modelId="{60B8713F-F3A4-4608-9AE6-D5CE0F3DBC3B}" type="parTrans" cxnId="{3CBF1870-73F1-4E62-9246-533912766EF8}">
      <dgm:prSet/>
      <dgm:spPr/>
      <dgm:t>
        <a:bodyPr/>
        <a:lstStyle/>
        <a:p>
          <a:endParaRPr lang="en-US"/>
        </a:p>
      </dgm:t>
    </dgm:pt>
    <dgm:pt modelId="{E6D4B964-7DD7-42D0-B380-87987CD3BD43}" type="sibTrans" cxnId="{3CBF1870-73F1-4E62-9246-533912766EF8}">
      <dgm:prSet/>
      <dgm:spPr/>
      <dgm:t>
        <a:bodyPr/>
        <a:lstStyle/>
        <a:p>
          <a:endParaRPr lang="en-US"/>
        </a:p>
      </dgm:t>
    </dgm:pt>
    <dgm:pt modelId="{06AA84D3-1674-481B-9071-F424ED6F4508}">
      <dgm:prSet/>
      <dgm:spPr/>
      <dgm:t>
        <a:bodyPr/>
        <a:lstStyle/>
        <a:p>
          <a:r>
            <a:rPr lang="en-CA" dirty="0"/>
            <a:t>VAR=</a:t>
          </a:r>
          <a:r>
            <a:rPr lang="en-CA" dirty="0" err="1"/>
            <a:t>valeur</a:t>
          </a:r>
          <a:endParaRPr lang="en-US" dirty="0"/>
        </a:p>
      </dgm:t>
    </dgm:pt>
    <dgm:pt modelId="{5AD46443-F4FE-42A0-A7EF-108A5A6AFAB1}" type="parTrans" cxnId="{51F19352-44C8-4895-A893-93242669CDEE}">
      <dgm:prSet/>
      <dgm:spPr/>
      <dgm:t>
        <a:bodyPr/>
        <a:lstStyle/>
        <a:p>
          <a:endParaRPr lang="en-CA"/>
        </a:p>
      </dgm:t>
    </dgm:pt>
    <dgm:pt modelId="{4A61DC2E-1AC5-4C6A-A883-DA35236DFDE6}" type="sibTrans" cxnId="{51F19352-44C8-4895-A893-93242669CDEE}">
      <dgm:prSet/>
      <dgm:spPr/>
      <dgm:t>
        <a:bodyPr/>
        <a:lstStyle/>
        <a:p>
          <a:endParaRPr lang="en-CA"/>
        </a:p>
      </dgm:t>
    </dgm:pt>
    <dgm:pt modelId="{3B5EE972-A068-40F0-906A-58E91CBA5122}" type="pres">
      <dgm:prSet presAssocID="{4ED8D4C4-398F-4276-AFF8-CBCCD4F24C94}" presName="linear" presStyleCnt="0">
        <dgm:presLayoutVars>
          <dgm:dir/>
          <dgm:animLvl val="lvl"/>
          <dgm:resizeHandles val="exact"/>
        </dgm:presLayoutVars>
      </dgm:prSet>
      <dgm:spPr/>
    </dgm:pt>
    <dgm:pt modelId="{880CE934-A90F-45B0-87C2-A80844288FF3}" type="pres">
      <dgm:prSet presAssocID="{F4238B51-A6F8-4BEC-BE78-C559F30FC38D}" presName="parentLin" presStyleCnt="0"/>
      <dgm:spPr/>
    </dgm:pt>
    <dgm:pt modelId="{F59BEAE0-EB65-4C24-B481-50A2E72CD900}" type="pres">
      <dgm:prSet presAssocID="{F4238B51-A6F8-4BEC-BE78-C559F30FC38D}" presName="parentLeftMargin" presStyleLbl="node1" presStyleIdx="0" presStyleCnt="2"/>
      <dgm:spPr/>
    </dgm:pt>
    <dgm:pt modelId="{A5CAD376-F38D-4934-9249-BAB4E71B7DAD}" type="pres">
      <dgm:prSet presAssocID="{F4238B51-A6F8-4BEC-BE78-C559F30FC38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14513EF-C305-4E3C-B01E-8551EC02B60E}" type="pres">
      <dgm:prSet presAssocID="{F4238B51-A6F8-4BEC-BE78-C559F30FC38D}" presName="negativeSpace" presStyleCnt="0"/>
      <dgm:spPr/>
    </dgm:pt>
    <dgm:pt modelId="{B1110A16-624E-4AD9-AA5F-B10671AAAD19}" type="pres">
      <dgm:prSet presAssocID="{F4238B51-A6F8-4BEC-BE78-C559F30FC38D}" presName="childText" presStyleLbl="conFgAcc1" presStyleIdx="0" presStyleCnt="2">
        <dgm:presLayoutVars>
          <dgm:bulletEnabled val="1"/>
        </dgm:presLayoutVars>
      </dgm:prSet>
      <dgm:spPr/>
    </dgm:pt>
    <dgm:pt modelId="{FC1F0793-3F2E-4D50-85CA-4A5D08767C9A}" type="pres">
      <dgm:prSet presAssocID="{2DCB6401-3528-485D-A9CD-C946DEC46AEB}" presName="spaceBetweenRectangles" presStyleCnt="0"/>
      <dgm:spPr/>
    </dgm:pt>
    <dgm:pt modelId="{BE98FD36-94C1-4BC9-9CB2-127EC970161E}" type="pres">
      <dgm:prSet presAssocID="{B138359C-77AD-425C-A469-F9DF0DEA7EC4}" presName="parentLin" presStyleCnt="0"/>
      <dgm:spPr/>
    </dgm:pt>
    <dgm:pt modelId="{9A6358DB-0CBC-4341-95A2-7B92B6239241}" type="pres">
      <dgm:prSet presAssocID="{B138359C-77AD-425C-A469-F9DF0DEA7EC4}" presName="parentLeftMargin" presStyleLbl="node1" presStyleIdx="0" presStyleCnt="2"/>
      <dgm:spPr/>
    </dgm:pt>
    <dgm:pt modelId="{34BE701A-F701-49FD-B9D2-1361E3008E8E}" type="pres">
      <dgm:prSet presAssocID="{B138359C-77AD-425C-A469-F9DF0DEA7EC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1CDE183-5183-4718-8274-25981F864D07}" type="pres">
      <dgm:prSet presAssocID="{B138359C-77AD-425C-A469-F9DF0DEA7EC4}" presName="negativeSpace" presStyleCnt="0"/>
      <dgm:spPr/>
    </dgm:pt>
    <dgm:pt modelId="{01B0B298-F0C2-438D-848C-548A8FB228E0}" type="pres">
      <dgm:prSet presAssocID="{B138359C-77AD-425C-A469-F9DF0DEA7EC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7F3D209-903E-488A-8E8D-73F9DC263C1F}" type="presOf" srcId="{F4238B51-A6F8-4BEC-BE78-C559F30FC38D}" destId="{A5CAD376-F38D-4934-9249-BAB4E71B7DAD}" srcOrd="1" destOrd="0" presId="urn:microsoft.com/office/officeart/2005/8/layout/list1"/>
    <dgm:cxn modelId="{DF1A880C-4502-4CFE-B693-DE5555CA8F71}" type="presOf" srcId="{06AA84D3-1674-481B-9071-F424ED6F4508}" destId="{B1110A16-624E-4AD9-AA5F-B10671AAAD19}" srcOrd="0" destOrd="0" presId="urn:microsoft.com/office/officeart/2005/8/layout/list1"/>
    <dgm:cxn modelId="{944D9C60-3F34-4D08-90A7-AFEF0A244433}" type="presOf" srcId="{4ED8D4C4-398F-4276-AFF8-CBCCD4F24C94}" destId="{3B5EE972-A068-40F0-906A-58E91CBA5122}" srcOrd="0" destOrd="0" presId="urn:microsoft.com/office/officeart/2005/8/layout/list1"/>
    <dgm:cxn modelId="{825A7A45-A9EA-4C21-AB17-7BDB49396457}" type="presOf" srcId="{DB87722F-1D12-4999-98E2-EED90749C9C6}" destId="{B1110A16-624E-4AD9-AA5F-B10671AAAD19}" srcOrd="0" destOrd="1" presId="urn:microsoft.com/office/officeart/2005/8/layout/list1"/>
    <dgm:cxn modelId="{1FD03049-2EAA-4903-9434-FCE4A39D90D3}" srcId="{4ED8D4C4-398F-4276-AFF8-CBCCD4F24C94}" destId="{B138359C-77AD-425C-A469-F9DF0DEA7EC4}" srcOrd="1" destOrd="0" parTransId="{12695365-D893-480F-AC57-F5CF430E5CAE}" sibTransId="{3E7FB465-4DC8-4F15-AABB-9B9ECECA8147}"/>
    <dgm:cxn modelId="{BC7C416C-BEF3-4CCA-AAC3-B15B03F78981}" srcId="{06AA84D3-1674-481B-9071-F424ED6F4508}" destId="{DB87722F-1D12-4999-98E2-EED90749C9C6}" srcOrd="0" destOrd="0" parTransId="{8721AEE3-0C48-405B-AD78-B5DAF4AD8A9E}" sibTransId="{B55E51A3-FC2E-4604-ACA0-3A6FB948D634}"/>
    <dgm:cxn modelId="{3CBF1870-73F1-4E62-9246-533912766EF8}" srcId="{B138359C-77AD-425C-A469-F9DF0DEA7EC4}" destId="{FBE4300B-40C1-48C3-BB3C-B2BBC138DE4F}" srcOrd="0" destOrd="0" parTransId="{60B8713F-F3A4-4608-9AE6-D5CE0F3DBC3B}" sibTransId="{E6D4B964-7DD7-42D0-B380-87987CD3BD43}"/>
    <dgm:cxn modelId="{59D66450-4E2C-4870-BE16-835299B260B1}" type="presOf" srcId="{B138359C-77AD-425C-A469-F9DF0DEA7EC4}" destId="{9A6358DB-0CBC-4341-95A2-7B92B6239241}" srcOrd="0" destOrd="0" presId="urn:microsoft.com/office/officeart/2005/8/layout/list1"/>
    <dgm:cxn modelId="{51F19352-44C8-4895-A893-93242669CDEE}" srcId="{F4238B51-A6F8-4BEC-BE78-C559F30FC38D}" destId="{06AA84D3-1674-481B-9071-F424ED6F4508}" srcOrd="0" destOrd="0" parTransId="{5AD46443-F4FE-42A0-A7EF-108A5A6AFAB1}" sibTransId="{4A61DC2E-1AC5-4C6A-A883-DA35236DFDE6}"/>
    <dgm:cxn modelId="{9CFAAC94-6A40-4451-9F03-FCB28CA91F93}" type="presOf" srcId="{B138359C-77AD-425C-A469-F9DF0DEA7EC4}" destId="{34BE701A-F701-49FD-B9D2-1361E3008E8E}" srcOrd="1" destOrd="0" presId="urn:microsoft.com/office/officeart/2005/8/layout/list1"/>
    <dgm:cxn modelId="{B0A920C6-8654-4690-9863-C7E9E117A1AB}" type="presOf" srcId="{F4238B51-A6F8-4BEC-BE78-C559F30FC38D}" destId="{F59BEAE0-EB65-4C24-B481-50A2E72CD900}" srcOrd="0" destOrd="0" presId="urn:microsoft.com/office/officeart/2005/8/layout/list1"/>
    <dgm:cxn modelId="{2E9FF5D1-9C36-427C-9EB3-BADB65C27F7D}" type="presOf" srcId="{FBE4300B-40C1-48C3-BB3C-B2BBC138DE4F}" destId="{01B0B298-F0C2-438D-848C-548A8FB228E0}" srcOrd="0" destOrd="0" presId="urn:microsoft.com/office/officeart/2005/8/layout/list1"/>
    <dgm:cxn modelId="{EBA590D2-B532-43F1-83F0-1F0C8056646A}" srcId="{4ED8D4C4-398F-4276-AFF8-CBCCD4F24C94}" destId="{F4238B51-A6F8-4BEC-BE78-C559F30FC38D}" srcOrd="0" destOrd="0" parTransId="{B903836F-6056-478C-B117-747061B4FD92}" sibTransId="{2DCB6401-3528-485D-A9CD-C946DEC46AEB}"/>
    <dgm:cxn modelId="{7EB3DAA8-A087-4A38-BFAE-2A79E544AC2C}" type="presParOf" srcId="{3B5EE972-A068-40F0-906A-58E91CBA5122}" destId="{880CE934-A90F-45B0-87C2-A80844288FF3}" srcOrd="0" destOrd="0" presId="urn:microsoft.com/office/officeart/2005/8/layout/list1"/>
    <dgm:cxn modelId="{248B25EB-797F-4383-86EE-92A2CC8AE522}" type="presParOf" srcId="{880CE934-A90F-45B0-87C2-A80844288FF3}" destId="{F59BEAE0-EB65-4C24-B481-50A2E72CD900}" srcOrd="0" destOrd="0" presId="urn:microsoft.com/office/officeart/2005/8/layout/list1"/>
    <dgm:cxn modelId="{9BF35CD9-C87A-4420-AE56-29134506F55E}" type="presParOf" srcId="{880CE934-A90F-45B0-87C2-A80844288FF3}" destId="{A5CAD376-F38D-4934-9249-BAB4E71B7DAD}" srcOrd="1" destOrd="0" presId="urn:microsoft.com/office/officeart/2005/8/layout/list1"/>
    <dgm:cxn modelId="{9B3A6079-C5B7-4E93-BED9-60FF78029542}" type="presParOf" srcId="{3B5EE972-A068-40F0-906A-58E91CBA5122}" destId="{014513EF-C305-4E3C-B01E-8551EC02B60E}" srcOrd="1" destOrd="0" presId="urn:microsoft.com/office/officeart/2005/8/layout/list1"/>
    <dgm:cxn modelId="{7C353475-C5D4-4354-88AC-31E4F3757981}" type="presParOf" srcId="{3B5EE972-A068-40F0-906A-58E91CBA5122}" destId="{B1110A16-624E-4AD9-AA5F-B10671AAAD19}" srcOrd="2" destOrd="0" presId="urn:microsoft.com/office/officeart/2005/8/layout/list1"/>
    <dgm:cxn modelId="{656B68ED-0ED2-4A9C-B4EB-A067DB5A19EE}" type="presParOf" srcId="{3B5EE972-A068-40F0-906A-58E91CBA5122}" destId="{FC1F0793-3F2E-4D50-85CA-4A5D08767C9A}" srcOrd="3" destOrd="0" presId="urn:microsoft.com/office/officeart/2005/8/layout/list1"/>
    <dgm:cxn modelId="{8703F771-CA94-4793-90BD-F7FE0A4FCDC5}" type="presParOf" srcId="{3B5EE972-A068-40F0-906A-58E91CBA5122}" destId="{BE98FD36-94C1-4BC9-9CB2-127EC970161E}" srcOrd="4" destOrd="0" presId="urn:microsoft.com/office/officeart/2005/8/layout/list1"/>
    <dgm:cxn modelId="{7A1904AF-012E-4BFC-A290-02882E97CD25}" type="presParOf" srcId="{BE98FD36-94C1-4BC9-9CB2-127EC970161E}" destId="{9A6358DB-0CBC-4341-95A2-7B92B6239241}" srcOrd="0" destOrd="0" presId="urn:microsoft.com/office/officeart/2005/8/layout/list1"/>
    <dgm:cxn modelId="{1CBB88EA-F710-412D-B3D9-E7036D71EEC6}" type="presParOf" srcId="{BE98FD36-94C1-4BC9-9CB2-127EC970161E}" destId="{34BE701A-F701-49FD-B9D2-1361E3008E8E}" srcOrd="1" destOrd="0" presId="urn:microsoft.com/office/officeart/2005/8/layout/list1"/>
    <dgm:cxn modelId="{B396075B-DBD4-405E-A0E1-545187846BCA}" type="presParOf" srcId="{3B5EE972-A068-40F0-906A-58E91CBA5122}" destId="{E1CDE183-5183-4718-8274-25981F864D07}" srcOrd="5" destOrd="0" presId="urn:microsoft.com/office/officeart/2005/8/layout/list1"/>
    <dgm:cxn modelId="{7EE6C9B5-92B5-4608-9D82-034ACB0FC123}" type="presParOf" srcId="{3B5EE972-A068-40F0-906A-58E91CBA5122}" destId="{01B0B298-F0C2-438D-848C-548A8FB228E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D94D45-4BA7-4FC6-8649-A61F5498718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8EBD4E-8095-458E-BFBC-B95C82F3794C}">
      <dgm:prSet/>
      <dgm:spPr/>
      <dgm:t>
        <a:bodyPr/>
        <a:lstStyle/>
        <a:p>
          <a:r>
            <a:rPr lang="fr-CA"/>
            <a:t>Paramètres positionnels</a:t>
          </a:r>
          <a:endParaRPr lang="en-US"/>
        </a:p>
      </dgm:t>
    </dgm:pt>
    <dgm:pt modelId="{4F6C1450-D63D-450D-9A96-6F9A68815D09}" type="parTrans" cxnId="{AE7C431A-DB24-43FA-B074-86162107AA0D}">
      <dgm:prSet/>
      <dgm:spPr/>
      <dgm:t>
        <a:bodyPr/>
        <a:lstStyle/>
        <a:p>
          <a:endParaRPr lang="en-US"/>
        </a:p>
      </dgm:t>
    </dgm:pt>
    <dgm:pt modelId="{4F54655F-6F70-4E72-BB6D-B4A5E399E19F}" type="sibTrans" cxnId="{AE7C431A-DB24-43FA-B074-86162107AA0D}">
      <dgm:prSet/>
      <dgm:spPr/>
      <dgm:t>
        <a:bodyPr/>
        <a:lstStyle/>
        <a:p>
          <a:endParaRPr lang="en-US"/>
        </a:p>
      </dgm:t>
    </dgm:pt>
    <dgm:pt modelId="{2C1A7D5E-F65E-4612-A3C2-0B73F9E2824D}">
      <dgm:prSet/>
      <dgm:spPr/>
      <dgm:t>
        <a:bodyPr/>
        <a:lstStyle/>
        <a:p>
          <a:r>
            <a:rPr lang="fr-CA"/>
            <a:t>$n où n est le num d’argument</a:t>
          </a:r>
          <a:endParaRPr lang="en-US"/>
        </a:p>
      </dgm:t>
    </dgm:pt>
    <dgm:pt modelId="{C0A6B8D3-EC1B-4C7E-A092-B7398AC077AC}" type="parTrans" cxnId="{4E119126-121B-4632-932B-B2B5B9D986E0}">
      <dgm:prSet/>
      <dgm:spPr/>
      <dgm:t>
        <a:bodyPr/>
        <a:lstStyle/>
        <a:p>
          <a:endParaRPr lang="en-US"/>
        </a:p>
      </dgm:t>
    </dgm:pt>
    <dgm:pt modelId="{5F9B83FE-3366-448D-97B9-0730023FFC1E}" type="sibTrans" cxnId="{4E119126-121B-4632-932B-B2B5B9D986E0}">
      <dgm:prSet/>
      <dgm:spPr/>
      <dgm:t>
        <a:bodyPr/>
        <a:lstStyle/>
        <a:p>
          <a:endParaRPr lang="en-US"/>
        </a:p>
      </dgm:t>
    </dgm:pt>
    <dgm:pt modelId="{54A61A63-EDE6-471D-B153-4E2B221AAFD8}">
      <dgm:prSet/>
      <dgm:spPr/>
      <dgm:t>
        <a:bodyPr/>
        <a:lstStyle/>
        <a:p>
          <a:r>
            <a:rPr lang="en-CA"/>
            <a:t>$0 - nom de la commande. Ex: echo “Bonjour”</a:t>
          </a:r>
          <a:endParaRPr lang="en-US"/>
        </a:p>
      </dgm:t>
    </dgm:pt>
    <dgm:pt modelId="{2D7C17E3-799B-4364-B287-B058DDAA7A63}" type="parTrans" cxnId="{7C14D9E3-B568-4D23-9655-E6AAD5E84107}">
      <dgm:prSet/>
      <dgm:spPr/>
      <dgm:t>
        <a:bodyPr/>
        <a:lstStyle/>
        <a:p>
          <a:endParaRPr lang="en-US"/>
        </a:p>
      </dgm:t>
    </dgm:pt>
    <dgm:pt modelId="{6A178426-0779-46C3-A7BE-0BB6DEE08D48}" type="sibTrans" cxnId="{7C14D9E3-B568-4D23-9655-E6AAD5E84107}">
      <dgm:prSet/>
      <dgm:spPr/>
      <dgm:t>
        <a:bodyPr/>
        <a:lstStyle/>
        <a:p>
          <a:endParaRPr lang="en-US"/>
        </a:p>
      </dgm:t>
    </dgm:pt>
    <dgm:pt modelId="{10FE90C2-7847-4CE9-8AE4-B43EECACE42C}">
      <dgm:prSet/>
      <dgm:spPr/>
      <dgm:t>
        <a:bodyPr/>
        <a:lstStyle/>
        <a:p>
          <a:r>
            <a:rPr lang="en-CA"/>
            <a:t>Paramètres sp</a:t>
          </a:r>
          <a:r>
            <a:rPr lang="fr-CA"/>
            <a:t>éciaux</a:t>
          </a:r>
          <a:endParaRPr lang="en-US"/>
        </a:p>
      </dgm:t>
    </dgm:pt>
    <dgm:pt modelId="{3C061D4B-D22F-4DC1-ADCA-D4AF09006B2F}" type="parTrans" cxnId="{76E0657E-C4F3-4CB4-A725-7BC092D21639}">
      <dgm:prSet/>
      <dgm:spPr/>
      <dgm:t>
        <a:bodyPr/>
        <a:lstStyle/>
        <a:p>
          <a:endParaRPr lang="en-US"/>
        </a:p>
      </dgm:t>
    </dgm:pt>
    <dgm:pt modelId="{E696CAB7-AC71-461F-A9A6-5D1EC1F5563D}" type="sibTrans" cxnId="{76E0657E-C4F3-4CB4-A725-7BC092D21639}">
      <dgm:prSet/>
      <dgm:spPr/>
      <dgm:t>
        <a:bodyPr/>
        <a:lstStyle/>
        <a:p>
          <a:endParaRPr lang="en-US"/>
        </a:p>
      </dgm:t>
    </dgm:pt>
    <dgm:pt modelId="{7F800D79-BE30-440B-9ECC-FE222BD31D57}">
      <dgm:prSet/>
      <dgm:spPr/>
      <dgm:t>
        <a:bodyPr/>
        <a:lstStyle/>
        <a:p>
          <a:r>
            <a:rPr lang="fr-CA"/>
            <a:t>$@ 	Ensemble de param positionnels</a:t>
          </a:r>
          <a:endParaRPr lang="en-US"/>
        </a:p>
      </dgm:t>
    </dgm:pt>
    <dgm:pt modelId="{B996FA81-7336-4AA5-9612-9527F133B34B}" type="parTrans" cxnId="{76A7DCA4-171B-47A3-A44B-CFF1ECACD314}">
      <dgm:prSet/>
      <dgm:spPr/>
      <dgm:t>
        <a:bodyPr/>
        <a:lstStyle/>
        <a:p>
          <a:endParaRPr lang="en-US"/>
        </a:p>
      </dgm:t>
    </dgm:pt>
    <dgm:pt modelId="{D0B05364-061A-4137-B5B5-C632D6CD6C36}" type="sibTrans" cxnId="{76A7DCA4-171B-47A3-A44B-CFF1ECACD314}">
      <dgm:prSet/>
      <dgm:spPr/>
      <dgm:t>
        <a:bodyPr/>
        <a:lstStyle/>
        <a:p>
          <a:endParaRPr lang="en-US"/>
        </a:p>
      </dgm:t>
    </dgm:pt>
    <dgm:pt modelId="{92020AFC-D4C5-40F5-B755-B5DE23E58104}">
      <dgm:prSet/>
      <dgm:spPr/>
      <dgm:t>
        <a:bodyPr/>
        <a:lstStyle/>
        <a:p>
          <a:r>
            <a:rPr lang="fr-CA"/>
            <a:t>$* même but mais avec différent comportement entre guillemets doubles</a:t>
          </a:r>
          <a:endParaRPr lang="en-US"/>
        </a:p>
      </dgm:t>
    </dgm:pt>
    <dgm:pt modelId="{BCC2757A-6929-4BAF-AE22-D6FB8623217B}" type="parTrans" cxnId="{9BC2119D-A6D2-46A1-A1F9-C5255A95354F}">
      <dgm:prSet/>
      <dgm:spPr/>
      <dgm:t>
        <a:bodyPr/>
        <a:lstStyle/>
        <a:p>
          <a:endParaRPr lang="en-US"/>
        </a:p>
      </dgm:t>
    </dgm:pt>
    <dgm:pt modelId="{4DC58AD0-D54B-4391-BFF3-0D709DEA7325}" type="sibTrans" cxnId="{9BC2119D-A6D2-46A1-A1F9-C5255A95354F}">
      <dgm:prSet/>
      <dgm:spPr/>
      <dgm:t>
        <a:bodyPr/>
        <a:lstStyle/>
        <a:p>
          <a:endParaRPr lang="en-US"/>
        </a:p>
      </dgm:t>
    </dgm:pt>
    <dgm:pt modelId="{BA5E0DA0-AC5D-4C4A-970B-5ECA1F3BB4B2}">
      <dgm:prSet/>
      <dgm:spPr/>
      <dgm:t>
        <a:bodyPr/>
        <a:lstStyle/>
        <a:p>
          <a:r>
            <a:rPr lang="fr-CA"/>
            <a:t>$# 	Nombre de  param positionnels</a:t>
          </a:r>
          <a:endParaRPr lang="en-US"/>
        </a:p>
      </dgm:t>
    </dgm:pt>
    <dgm:pt modelId="{6CFA5141-0CFA-4E29-8BF4-D2B1D091A760}" type="parTrans" cxnId="{42B38B9E-2D20-4007-AC46-F4E0B0E6BE42}">
      <dgm:prSet/>
      <dgm:spPr/>
      <dgm:t>
        <a:bodyPr/>
        <a:lstStyle/>
        <a:p>
          <a:endParaRPr lang="en-US"/>
        </a:p>
      </dgm:t>
    </dgm:pt>
    <dgm:pt modelId="{42962D7A-B3A5-48D3-B8BC-9FA306A6CF69}" type="sibTrans" cxnId="{42B38B9E-2D20-4007-AC46-F4E0B0E6BE42}">
      <dgm:prSet/>
      <dgm:spPr/>
      <dgm:t>
        <a:bodyPr/>
        <a:lstStyle/>
        <a:p>
          <a:endParaRPr lang="en-US"/>
        </a:p>
      </dgm:t>
    </dgm:pt>
    <dgm:pt modelId="{28B1A7FF-2591-4576-A2CF-5267E6056D96}">
      <dgm:prSet/>
      <dgm:spPr/>
      <dgm:t>
        <a:bodyPr/>
        <a:lstStyle/>
        <a:p>
          <a:r>
            <a:rPr lang="en-CA"/>
            <a:t>$$	PID du shell</a:t>
          </a:r>
          <a:endParaRPr lang="en-US"/>
        </a:p>
      </dgm:t>
    </dgm:pt>
    <dgm:pt modelId="{13416E33-091E-480F-B92A-81DFEE4AD9DF}" type="parTrans" cxnId="{18739058-8821-4BB0-9C4E-A7DA7B30BB8A}">
      <dgm:prSet/>
      <dgm:spPr/>
      <dgm:t>
        <a:bodyPr/>
        <a:lstStyle/>
        <a:p>
          <a:endParaRPr lang="en-US"/>
        </a:p>
      </dgm:t>
    </dgm:pt>
    <dgm:pt modelId="{E319BF10-DF51-4FED-9A9F-3054ED0229C8}" type="sibTrans" cxnId="{18739058-8821-4BB0-9C4E-A7DA7B30BB8A}">
      <dgm:prSet/>
      <dgm:spPr/>
      <dgm:t>
        <a:bodyPr/>
        <a:lstStyle/>
        <a:p>
          <a:endParaRPr lang="en-US"/>
        </a:p>
      </dgm:t>
    </dgm:pt>
    <dgm:pt modelId="{354585E7-3BB6-4656-8FD3-7A086964022C}" type="pres">
      <dgm:prSet presAssocID="{86D94D45-4BA7-4FC6-8649-A61F5498718F}" presName="linear" presStyleCnt="0">
        <dgm:presLayoutVars>
          <dgm:animLvl val="lvl"/>
          <dgm:resizeHandles val="exact"/>
        </dgm:presLayoutVars>
      </dgm:prSet>
      <dgm:spPr/>
    </dgm:pt>
    <dgm:pt modelId="{45ECF890-F9C8-4E72-800C-C4C178E21B07}" type="pres">
      <dgm:prSet presAssocID="{5E8EBD4E-8095-458E-BFBC-B95C82F3794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F683CA9-CC7C-466C-BA37-4F09459DF3BA}" type="pres">
      <dgm:prSet presAssocID="{5E8EBD4E-8095-458E-BFBC-B95C82F3794C}" presName="childText" presStyleLbl="revTx" presStyleIdx="0" presStyleCnt="2">
        <dgm:presLayoutVars>
          <dgm:bulletEnabled val="1"/>
        </dgm:presLayoutVars>
      </dgm:prSet>
      <dgm:spPr/>
    </dgm:pt>
    <dgm:pt modelId="{27DF9954-FD81-4415-9B00-CD09D8B664F4}" type="pres">
      <dgm:prSet presAssocID="{10FE90C2-7847-4CE9-8AE4-B43EECACE42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79AB52C-2014-4718-AFAE-90FE35DE073A}" type="pres">
      <dgm:prSet presAssocID="{10FE90C2-7847-4CE9-8AE4-B43EECACE42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ABB1308-7FBB-4415-A97B-7DB95B0BCB6C}" type="presOf" srcId="{BA5E0DA0-AC5D-4C4A-970B-5ECA1F3BB4B2}" destId="{579AB52C-2014-4718-AFAE-90FE35DE073A}" srcOrd="0" destOrd="2" presId="urn:microsoft.com/office/officeart/2005/8/layout/vList2"/>
    <dgm:cxn modelId="{30F65514-F923-48D5-9557-2F7D6AEDE6DD}" type="presOf" srcId="{54A61A63-EDE6-471D-B153-4E2B221AAFD8}" destId="{AF683CA9-CC7C-466C-BA37-4F09459DF3BA}" srcOrd="0" destOrd="1" presId="urn:microsoft.com/office/officeart/2005/8/layout/vList2"/>
    <dgm:cxn modelId="{AE7C431A-DB24-43FA-B074-86162107AA0D}" srcId="{86D94D45-4BA7-4FC6-8649-A61F5498718F}" destId="{5E8EBD4E-8095-458E-BFBC-B95C82F3794C}" srcOrd="0" destOrd="0" parTransId="{4F6C1450-D63D-450D-9A96-6F9A68815D09}" sibTransId="{4F54655F-6F70-4E72-BB6D-B4A5E399E19F}"/>
    <dgm:cxn modelId="{4E119126-121B-4632-932B-B2B5B9D986E0}" srcId="{5E8EBD4E-8095-458E-BFBC-B95C82F3794C}" destId="{2C1A7D5E-F65E-4612-A3C2-0B73F9E2824D}" srcOrd="0" destOrd="0" parTransId="{C0A6B8D3-EC1B-4C7E-A092-B7398AC077AC}" sibTransId="{5F9B83FE-3366-448D-97B9-0730023FFC1E}"/>
    <dgm:cxn modelId="{51D01434-F2A7-4649-8A1D-2F758B30D023}" type="presOf" srcId="{2C1A7D5E-F65E-4612-A3C2-0B73F9E2824D}" destId="{AF683CA9-CC7C-466C-BA37-4F09459DF3BA}" srcOrd="0" destOrd="0" presId="urn:microsoft.com/office/officeart/2005/8/layout/vList2"/>
    <dgm:cxn modelId="{48401D45-D853-4ED8-87FE-C2D3B01548FC}" type="presOf" srcId="{5E8EBD4E-8095-458E-BFBC-B95C82F3794C}" destId="{45ECF890-F9C8-4E72-800C-C4C178E21B07}" srcOrd="0" destOrd="0" presId="urn:microsoft.com/office/officeart/2005/8/layout/vList2"/>
    <dgm:cxn modelId="{951E5969-E51C-426E-87E4-12B3086F36B7}" type="presOf" srcId="{92020AFC-D4C5-40F5-B755-B5DE23E58104}" destId="{579AB52C-2014-4718-AFAE-90FE35DE073A}" srcOrd="0" destOrd="1" presId="urn:microsoft.com/office/officeart/2005/8/layout/vList2"/>
    <dgm:cxn modelId="{FEAE566B-374E-4D0D-BCAC-3192A7CCF905}" type="presOf" srcId="{10FE90C2-7847-4CE9-8AE4-B43EECACE42C}" destId="{27DF9954-FD81-4415-9B00-CD09D8B664F4}" srcOrd="0" destOrd="0" presId="urn:microsoft.com/office/officeart/2005/8/layout/vList2"/>
    <dgm:cxn modelId="{13460753-C8C4-4DFF-A121-9C11798B103E}" type="presOf" srcId="{7F800D79-BE30-440B-9ECC-FE222BD31D57}" destId="{579AB52C-2014-4718-AFAE-90FE35DE073A}" srcOrd="0" destOrd="0" presId="urn:microsoft.com/office/officeart/2005/8/layout/vList2"/>
    <dgm:cxn modelId="{18739058-8821-4BB0-9C4E-A7DA7B30BB8A}" srcId="{10FE90C2-7847-4CE9-8AE4-B43EECACE42C}" destId="{28B1A7FF-2591-4576-A2CF-5267E6056D96}" srcOrd="2" destOrd="0" parTransId="{13416E33-091E-480F-B92A-81DFEE4AD9DF}" sibTransId="{E319BF10-DF51-4FED-9A9F-3054ED0229C8}"/>
    <dgm:cxn modelId="{76E0657E-C4F3-4CB4-A725-7BC092D21639}" srcId="{86D94D45-4BA7-4FC6-8649-A61F5498718F}" destId="{10FE90C2-7847-4CE9-8AE4-B43EECACE42C}" srcOrd="1" destOrd="0" parTransId="{3C061D4B-D22F-4DC1-ADCA-D4AF09006B2F}" sibTransId="{E696CAB7-AC71-461F-A9A6-5D1EC1F5563D}"/>
    <dgm:cxn modelId="{C065467F-8CEE-4CFA-9AC9-6947C9EB8692}" type="presOf" srcId="{86D94D45-4BA7-4FC6-8649-A61F5498718F}" destId="{354585E7-3BB6-4656-8FD3-7A086964022C}" srcOrd="0" destOrd="0" presId="urn:microsoft.com/office/officeart/2005/8/layout/vList2"/>
    <dgm:cxn modelId="{9BC2119D-A6D2-46A1-A1F9-C5255A95354F}" srcId="{7F800D79-BE30-440B-9ECC-FE222BD31D57}" destId="{92020AFC-D4C5-40F5-B755-B5DE23E58104}" srcOrd="0" destOrd="0" parTransId="{BCC2757A-6929-4BAF-AE22-D6FB8623217B}" sibTransId="{4DC58AD0-D54B-4391-BFF3-0D709DEA7325}"/>
    <dgm:cxn modelId="{42B38B9E-2D20-4007-AC46-F4E0B0E6BE42}" srcId="{10FE90C2-7847-4CE9-8AE4-B43EECACE42C}" destId="{BA5E0DA0-AC5D-4C4A-970B-5ECA1F3BB4B2}" srcOrd="1" destOrd="0" parTransId="{6CFA5141-0CFA-4E29-8BF4-D2B1D091A760}" sibTransId="{42962D7A-B3A5-48D3-B8BC-9FA306A6CF69}"/>
    <dgm:cxn modelId="{76A7DCA4-171B-47A3-A44B-CFF1ECACD314}" srcId="{10FE90C2-7847-4CE9-8AE4-B43EECACE42C}" destId="{7F800D79-BE30-440B-9ECC-FE222BD31D57}" srcOrd="0" destOrd="0" parTransId="{B996FA81-7336-4AA5-9612-9527F133B34B}" sibTransId="{D0B05364-061A-4137-B5B5-C632D6CD6C36}"/>
    <dgm:cxn modelId="{1BC694D3-9A19-4500-9A08-E1860FEDFB50}" type="presOf" srcId="{28B1A7FF-2591-4576-A2CF-5267E6056D96}" destId="{579AB52C-2014-4718-AFAE-90FE35DE073A}" srcOrd="0" destOrd="3" presId="urn:microsoft.com/office/officeart/2005/8/layout/vList2"/>
    <dgm:cxn modelId="{7C14D9E3-B568-4D23-9655-E6AAD5E84107}" srcId="{5E8EBD4E-8095-458E-BFBC-B95C82F3794C}" destId="{54A61A63-EDE6-471D-B153-4E2B221AAFD8}" srcOrd="1" destOrd="0" parTransId="{2D7C17E3-799B-4364-B287-B058DDAA7A63}" sibTransId="{6A178426-0779-46C3-A7BE-0BB6DEE08D48}"/>
    <dgm:cxn modelId="{F33163C1-EFB3-49EC-9408-9C3D9C441B6B}" type="presParOf" srcId="{354585E7-3BB6-4656-8FD3-7A086964022C}" destId="{45ECF890-F9C8-4E72-800C-C4C178E21B07}" srcOrd="0" destOrd="0" presId="urn:microsoft.com/office/officeart/2005/8/layout/vList2"/>
    <dgm:cxn modelId="{038A4AE3-4044-48AD-8576-42A635FB8B17}" type="presParOf" srcId="{354585E7-3BB6-4656-8FD3-7A086964022C}" destId="{AF683CA9-CC7C-466C-BA37-4F09459DF3BA}" srcOrd="1" destOrd="0" presId="urn:microsoft.com/office/officeart/2005/8/layout/vList2"/>
    <dgm:cxn modelId="{72BE8DB8-7936-4729-B739-8DCAD10285F7}" type="presParOf" srcId="{354585E7-3BB6-4656-8FD3-7A086964022C}" destId="{27DF9954-FD81-4415-9B00-CD09D8B664F4}" srcOrd="2" destOrd="0" presId="urn:microsoft.com/office/officeart/2005/8/layout/vList2"/>
    <dgm:cxn modelId="{BF00A160-9267-47D3-BDCB-1216546D5E94}" type="presParOf" srcId="{354585E7-3BB6-4656-8FD3-7A086964022C}" destId="{579AB52C-2014-4718-AFAE-90FE35DE073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070534-FD3C-4743-9E68-377919D1912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A53DFC-02C0-40E1-9179-B9742BFD8943}">
      <dgm:prSet/>
      <dgm:spPr/>
      <dgm:t>
        <a:bodyPr/>
        <a:lstStyle/>
        <a:p>
          <a:r>
            <a:rPr lang="en-CA"/>
            <a:t>$(commande)</a:t>
          </a:r>
          <a:endParaRPr lang="en-US"/>
        </a:p>
      </dgm:t>
    </dgm:pt>
    <dgm:pt modelId="{C201C8AD-5837-4777-90B0-363474583030}" type="parTrans" cxnId="{DC1A5DD5-4AAC-435A-AB6C-2189BE1BDD14}">
      <dgm:prSet/>
      <dgm:spPr/>
      <dgm:t>
        <a:bodyPr/>
        <a:lstStyle/>
        <a:p>
          <a:endParaRPr lang="en-US"/>
        </a:p>
      </dgm:t>
    </dgm:pt>
    <dgm:pt modelId="{CC0545FB-8CEC-49A4-92C0-A0E56F206BC8}" type="sibTrans" cxnId="{DC1A5DD5-4AAC-435A-AB6C-2189BE1BDD14}">
      <dgm:prSet/>
      <dgm:spPr/>
      <dgm:t>
        <a:bodyPr/>
        <a:lstStyle/>
        <a:p>
          <a:endParaRPr lang="en-US"/>
        </a:p>
      </dgm:t>
    </dgm:pt>
    <dgm:pt modelId="{34E90423-8A08-4857-B7FD-DD4167A4C501}">
      <dgm:prSet/>
      <dgm:spPr/>
      <dgm:t>
        <a:bodyPr/>
        <a:lstStyle/>
        <a:p>
          <a:r>
            <a:rPr lang="en-CA"/>
            <a:t>Remplace commande par son r</a:t>
          </a:r>
          <a:r>
            <a:rPr lang="fr-CA"/>
            <a:t>ésultat</a:t>
          </a:r>
          <a:endParaRPr lang="en-US"/>
        </a:p>
      </dgm:t>
    </dgm:pt>
    <dgm:pt modelId="{5F6BAD0F-D7E9-4932-B111-EC8DC09B6E1C}" type="parTrans" cxnId="{CCC882B1-8070-4C3B-8065-66DDED9B4C71}">
      <dgm:prSet/>
      <dgm:spPr/>
      <dgm:t>
        <a:bodyPr/>
        <a:lstStyle/>
        <a:p>
          <a:endParaRPr lang="en-US"/>
        </a:p>
      </dgm:t>
    </dgm:pt>
    <dgm:pt modelId="{145537D6-017F-45DB-B664-1D77E0DB6593}" type="sibTrans" cxnId="{CCC882B1-8070-4C3B-8065-66DDED9B4C71}">
      <dgm:prSet/>
      <dgm:spPr/>
      <dgm:t>
        <a:bodyPr/>
        <a:lstStyle/>
        <a:p>
          <a:endParaRPr lang="en-US"/>
        </a:p>
      </dgm:t>
    </dgm:pt>
    <dgm:pt modelId="{983F35D3-A9D2-4FC3-9BFA-8F14BF4AB5B5}">
      <dgm:prSet/>
      <dgm:spPr/>
      <dgm:t>
        <a:bodyPr/>
        <a:lstStyle/>
        <a:p>
          <a:r>
            <a:rPr lang="fr-FR"/>
            <a:t>Utile pour stocker la sortie d'une commande dans une variable, au lieu de l'exécuter plusieurs fois</a:t>
          </a:r>
          <a:endParaRPr lang="en-US"/>
        </a:p>
      </dgm:t>
    </dgm:pt>
    <dgm:pt modelId="{A2A57E03-74E4-4138-BA80-E989AC32ED61}" type="parTrans" cxnId="{3D2B966F-1D75-45BD-A77F-A079EC15C6E0}">
      <dgm:prSet/>
      <dgm:spPr/>
      <dgm:t>
        <a:bodyPr/>
        <a:lstStyle/>
        <a:p>
          <a:endParaRPr lang="en-US"/>
        </a:p>
      </dgm:t>
    </dgm:pt>
    <dgm:pt modelId="{D6BAC48B-0805-457C-B8E8-7F877BB8D8E3}" type="sibTrans" cxnId="{3D2B966F-1D75-45BD-A77F-A079EC15C6E0}">
      <dgm:prSet/>
      <dgm:spPr/>
      <dgm:t>
        <a:bodyPr/>
        <a:lstStyle/>
        <a:p>
          <a:endParaRPr lang="en-US"/>
        </a:p>
      </dgm:t>
    </dgm:pt>
    <dgm:pt modelId="{409D4A03-54D2-4512-AD3F-D8517BCA202F}">
      <dgm:prSet/>
      <dgm:spPr/>
      <dgm:t>
        <a:bodyPr/>
        <a:lstStyle/>
        <a:p>
          <a:r>
            <a:rPr lang="fr-FR"/>
            <a:t>Exécuté dans un sous-shell –&gt; Variables modifiées </a:t>
          </a:r>
          <a:r>
            <a:rPr lang="fr-FR" b="1"/>
            <a:t>à l'intérieur</a:t>
          </a:r>
          <a:r>
            <a:rPr lang="fr-FR"/>
            <a:t> ne sont </a:t>
          </a:r>
          <a:r>
            <a:rPr lang="fr-FR" b="1"/>
            <a:t>pas visibles après</a:t>
          </a:r>
          <a:r>
            <a:rPr lang="fr-FR"/>
            <a:t>.</a:t>
          </a:r>
          <a:endParaRPr lang="en-US"/>
        </a:p>
      </dgm:t>
    </dgm:pt>
    <dgm:pt modelId="{884EECA4-2BCC-46FE-B155-A51876DE211B}" type="parTrans" cxnId="{A917037C-8750-4297-AC9B-AC767A608020}">
      <dgm:prSet/>
      <dgm:spPr/>
      <dgm:t>
        <a:bodyPr/>
        <a:lstStyle/>
        <a:p>
          <a:endParaRPr lang="en-US"/>
        </a:p>
      </dgm:t>
    </dgm:pt>
    <dgm:pt modelId="{46D26781-586D-48D2-8078-E62E56B200CE}" type="sibTrans" cxnId="{A917037C-8750-4297-AC9B-AC767A608020}">
      <dgm:prSet/>
      <dgm:spPr/>
      <dgm:t>
        <a:bodyPr/>
        <a:lstStyle/>
        <a:p>
          <a:endParaRPr lang="en-US"/>
        </a:p>
      </dgm:t>
    </dgm:pt>
    <dgm:pt modelId="{B1AB1B1A-24ED-4BAC-BBF3-D3A33C876BB3}">
      <dgm:prSet/>
      <dgm:spPr/>
      <dgm:t>
        <a:bodyPr/>
        <a:lstStyle/>
        <a:p>
          <a:r>
            <a:rPr lang="fr-FR"/>
            <a:t>Format alternatif </a:t>
          </a:r>
          <a:r>
            <a:rPr lang="en-CA"/>
            <a:t>`commande`</a:t>
          </a:r>
          <a:endParaRPr lang="en-US"/>
        </a:p>
      </dgm:t>
    </dgm:pt>
    <dgm:pt modelId="{3BC0B16D-5BE7-4B44-B5BE-6E6BB57F23B3}" type="parTrans" cxnId="{D1D95C52-C45B-48A8-8243-A627F41C661B}">
      <dgm:prSet/>
      <dgm:spPr/>
      <dgm:t>
        <a:bodyPr/>
        <a:lstStyle/>
        <a:p>
          <a:endParaRPr lang="en-US"/>
        </a:p>
      </dgm:t>
    </dgm:pt>
    <dgm:pt modelId="{DC5DBA55-B5F6-4AEE-B14C-4910495B5A73}" type="sibTrans" cxnId="{D1D95C52-C45B-48A8-8243-A627F41C661B}">
      <dgm:prSet/>
      <dgm:spPr/>
      <dgm:t>
        <a:bodyPr/>
        <a:lstStyle/>
        <a:p>
          <a:endParaRPr lang="en-US"/>
        </a:p>
      </dgm:t>
    </dgm:pt>
    <dgm:pt modelId="{D33213B8-4F90-4D21-8DCF-28D94FAB8F70}">
      <dgm:prSet/>
      <dgm:spPr/>
      <dgm:t>
        <a:bodyPr/>
        <a:lstStyle/>
        <a:p>
          <a:r>
            <a:rPr lang="fr-CA"/>
            <a:t>À ÉVITER</a:t>
          </a:r>
          <a:endParaRPr lang="en-US"/>
        </a:p>
      </dgm:t>
    </dgm:pt>
    <dgm:pt modelId="{A3E01E54-ECAC-4A9B-9B90-93939FFAB6A8}" type="parTrans" cxnId="{4FB9AB90-323B-43CE-98B5-FC1E96EBD1EC}">
      <dgm:prSet/>
      <dgm:spPr/>
      <dgm:t>
        <a:bodyPr/>
        <a:lstStyle/>
        <a:p>
          <a:endParaRPr lang="en-US"/>
        </a:p>
      </dgm:t>
    </dgm:pt>
    <dgm:pt modelId="{1EF33F9F-F692-4966-904C-506ECEBDA332}" type="sibTrans" cxnId="{4FB9AB90-323B-43CE-98B5-FC1E96EBD1EC}">
      <dgm:prSet/>
      <dgm:spPr/>
      <dgm:t>
        <a:bodyPr/>
        <a:lstStyle/>
        <a:p>
          <a:endParaRPr lang="en-US"/>
        </a:p>
      </dgm:t>
    </dgm:pt>
    <dgm:pt modelId="{7D25CDD6-D599-4B5F-91DC-1921119E04F1}" type="pres">
      <dgm:prSet presAssocID="{11070534-FD3C-4743-9E68-377919D1912F}" presName="linear" presStyleCnt="0">
        <dgm:presLayoutVars>
          <dgm:animLvl val="lvl"/>
          <dgm:resizeHandles val="exact"/>
        </dgm:presLayoutVars>
      </dgm:prSet>
      <dgm:spPr/>
    </dgm:pt>
    <dgm:pt modelId="{FBC9BA54-0189-4259-BD32-4510BE5A80D4}" type="pres">
      <dgm:prSet presAssocID="{A0A53DFC-02C0-40E1-9179-B9742BFD89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227415D-5859-4EA2-A215-1FF35B47C4CE}" type="pres">
      <dgm:prSet presAssocID="{A0A53DFC-02C0-40E1-9179-B9742BFD8943}" presName="childText" presStyleLbl="revTx" presStyleIdx="0" presStyleCnt="2">
        <dgm:presLayoutVars>
          <dgm:bulletEnabled val="1"/>
        </dgm:presLayoutVars>
      </dgm:prSet>
      <dgm:spPr/>
    </dgm:pt>
    <dgm:pt modelId="{C9CF4AD5-8C74-43ED-8ED2-FBB7A8993068}" type="pres">
      <dgm:prSet presAssocID="{B1AB1B1A-24ED-4BAC-BBF3-D3A33C876BB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BFD6BB2-6E8B-4F50-8CC1-C11944FD2B75}" type="pres">
      <dgm:prSet presAssocID="{B1AB1B1A-24ED-4BAC-BBF3-D3A33C876BB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E1B510F-3D19-4DF2-B1C5-7A9BC8830AB3}" type="presOf" srcId="{11070534-FD3C-4743-9E68-377919D1912F}" destId="{7D25CDD6-D599-4B5F-91DC-1921119E04F1}" srcOrd="0" destOrd="0" presId="urn:microsoft.com/office/officeart/2005/8/layout/vList2"/>
    <dgm:cxn modelId="{4967EE1E-EB8D-41AB-ACF8-D8ED05E25CE8}" type="presOf" srcId="{D33213B8-4F90-4D21-8DCF-28D94FAB8F70}" destId="{CBFD6BB2-6E8B-4F50-8CC1-C11944FD2B75}" srcOrd="0" destOrd="0" presId="urn:microsoft.com/office/officeart/2005/8/layout/vList2"/>
    <dgm:cxn modelId="{95336A3F-F2FE-4DBC-828D-C3C010C01FA6}" type="presOf" srcId="{983F35D3-A9D2-4FC3-9BFA-8F14BF4AB5B5}" destId="{D227415D-5859-4EA2-A215-1FF35B47C4CE}" srcOrd="0" destOrd="1" presId="urn:microsoft.com/office/officeart/2005/8/layout/vList2"/>
    <dgm:cxn modelId="{3D2B966F-1D75-45BD-A77F-A079EC15C6E0}" srcId="{A0A53DFC-02C0-40E1-9179-B9742BFD8943}" destId="{983F35D3-A9D2-4FC3-9BFA-8F14BF4AB5B5}" srcOrd="1" destOrd="0" parTransId="{A2A57E03-74E4-4138-BA80-E989AC32ED61}" sibTransId="{D6BAC48B-0805-457C-B8E8-7F877BB8D8E3}"/>
    <dgm:cxn modelId="{D1D95C52-C45B-48A8-8243-A627F41C661B}" srcId="{11070534-FD3C-4743-9E68-377919D1912F}" destId="{B1AB1B1A-24ED-4BAC-BBF3-D3A33C876BB3}" srcOrd="1" destOrd="0" parTransId="{3BC0B16D-5BE7-4B44-B5BE-6E6BB57F23B3}" sibTransId="{DC5DBA55-B5F6-4AEE-B14C-4910495B5A73}"/>
    <dgm:cxn modelId="{A917037C-8750-4297-AC9B-AC767A608020}" srcId="{A0A53DFC-02C0-40E1-9179-B9742BFD8943}" destId="{409D4A03-54D2-4512-AD3F-D8517BCA202F}" srcOrd="2" destOrd="0" parTransId="{884EECA4-2BCC-46FE-B155-A51876DE211B}" sibTransId="{46D26781-586D-48D2-8078-E62E56B200CE}"/>
    <dgm:cxn modelId="{7FC1108D-FA35-444B-9324-FCF274F60BFD}" type="presOf" srcId="{409D4A03-54D2-4512-AD3F-D8517BCA202F}" destId="{D227415D-5859-4EA2-A215-1FF35B47C4CE}" srcOrd="0" destOrd="2" presId="urn:microsoft.com/office/officeart/2005/8/layout/vList2"/>
    <dgm:cxn modelId="{4FB9AB90-323B-43CE-98B5-FC1E96EBD1EC}" srcId="{B1AB1B1A-24ED-4BAC-BBF3-D3A33C876BB3}" destId="{D33213B8-4F90-4D21-8DCF-28D94FAB8F70}" srcOrd="0" destOrd="0" parTransId="{A3E01E54-ECAC-4A9B-9B90-93939FFAB6A8}" sibTransId="{1EF33F9F-F692-4966-904C-506ECEBDA332}"/>
    <dgm:cxn modelId="{725D9894-77E4-4598-B059-A3DE2DC8C73E}" type="presOf" srcId="{A0A53DFC-02C0-40E1-9179-B9742BFD8943}" destId="{FBC9BA54-0189-4259-BD32-4510BE5A80D4}" srcOrd="0" destOrd="0" presId="urn:microsoft.com/office/officeart/2005/8/layout/vList2"/>
    <dgm:cxn modelId="{CCC882B1-8070-4C3B-8065-66DDED9B4C71}" srcId="{A0A53DFC-02C0-40E1-9179-B9742BFD8943}" destId="{34E90423-8A08-4857-B7FD-DD4167A4C501}" srcOrd="0" destOrd="0" parTransId="{5F6BAD0F-D7E9-4932-B111-EC8DC09B6E1C}" sibTransId="{145537D6-017F-45DB-B664-1D77E0DB6593}"/>
    <dgm:cxn modelId="{DC1A5DD5-4AAC-435A-AB6C-2189BE1BDD14}" srcId="{11070534-FD3C-4743-9E68-377919D1912F}" destId="{A0A53DFC-02C0-40E1-9179-B9742BFD8943}" srcOrd="0" destOrd="0" parTransId="{C201C8AD-5837-4777-90B0-363474583030}" sibTransId="{CC0545FB-8CEC-49A4-92C0-A0E56F206BC8}"/>
    <dgm:cxn modelId="{2570DAD6-ABEB-4D26-8375-A30EF6DCD7D1}" type="presOf" srcId="{B1AB1B1A-24ED-4BAC-BBF3-D3A33C876BB3}" destId="{C9CF4AD5-8C74-43ED-8ED2-FBB7A8993068}" srcOrd="0" destOrd="0" presId="urn:microsoft.com/office/officeart/2005/8/layout/vList2"/>
    <dgm:cxn modelId="{EC9FEDE5-5DFC-4F49-9F35-345282A3B45C}" type="presOf" srcId="{34E90423-8A08-4857-B7FD-DD4167A4C501}" destId="{D227415D-5859-4EA2-A215-1FF35B47C4CE}" srcOrd="0" destOrd="0" presId="urn:microsoft.com/office/officeart/2005/8/layout/vList2"/>
    <dgm:cxn modelId="{62EC66A6-029C-4DEF-B772-858784EEC6D4}" type="presParOf" srcId="{7D25CDD6-D599-4B5F-91DC-1921119E04F1}" destId="{FBC9BA54-0189-4259-BD32-4510BE5A80D4}" srcOrd="0" destOrd="0" presId="urn:microsoft.com/office/officeart/2005/8/layout/vList2"/>
    <dgm:cxn modelId="{66F1098C-0E0B-4E15-B3DA-5E17E2AD33A7}" type="presParOf" srcId="{7D25CDD6-D599-4B5F-91DC-1921119E04F1}" destId="{D227415D-5859-4EA2-A215-1FF35B47C4CE}" srcOrd="1" destOrd="0" presId="urn:microsoft.com/office/officeart/2005/8/layout/vList2"/>
    <dgm:cxn modelId="{404446D7-C0F2-439E-A2EC-515BC19B5475}" type="presParOf" srcId="{7D25CDD6-D599-4B5F-91DC-1921119E04F1}" destId="{C9CF4AD5-8C74-43ED-8ED2-FBB7A8993068}" srcOrd="2" destOrd="0" presId="urn:microsoft.com/office/officeart/2005/8/layout/vList2"/>
    <dgm:cxn modelId="{5B27FDC2-FB89-4516-9591-B6C199DAC87B}" type="presParOf" srcId="{7D25CDD6-D599-4B5F-91DC-1921119E04F1}" destId="{CBFD6BB2-6E8B-4F50-8CC1-C11944FD2B7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327F5-7EBA-4C65-8C45-941F37E3DF99}">
      <dsp:nvSpPr>
        <dsp:cNvPr id="0" name=""/>
        <dsp:cNvSpPr/>
      </dsp:nvSpPr>
      <dsp:spPr>
        <a:xfrm>
          <a:off x="0" y="0"/>
          <a:ext cx="66927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85469B-9AE2-4A99-AE8F-C86730CFE85E}">
      <dsp:nvSpPr>
        <dsp:cNvPr id="0" name=""/>
        <dsp:cNvSpPr/>
      </dsp:nvSpPr>
      <dsp:spPr>
        <a:xfrm>
          <a:off x="0" y="0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 dirty="0"/>
            <a:t>&gt; 	</a:t>
          </a:r>
          <a:r>
            <a:rPr lang="en-CA" sz="3200" kern="1200" dirty="0" err="1"/>
            <a:t>Redirige</a:t>
          </a:r>
          <a:r>
            <a:rPr lang="en-CA" sz="3200" kern="1200" dirty="0"/>
            <a:t> </a:t>
          </a:r>
          <a:r>
            <a:rPr lang="en-CA" sz="3200" kern="1200" dirty="0" err="1"/>
            <a:t>stdout</a:t>
          </a:r>
          <a:r>
            <a:rPr lang="en-CA" sz="3200" kern="1200" dirty="0"/>
            <a:t> (overwrite)</a:t>
          </a:r>
          <a:endParaRPr lang="en-US" sz="3200" kern="1200" dirty="0"/>
        </a:p>
      </dsp:txBody>
      <dsp:txXfrm>
        <a:off x="0" y="0"/>
        <a:ext cx="6692748" cy="1063755"/>
      </dsp:txXfrm>
    </dsp:sp>
    <dsp:sp modelId="{BACF0788-9A9A-4663-9C9D-461D96E64550}">
      <dsp:nvSpPr>
        <dsp:cNvPr id="0" name=""/>
        <dsp:cNvSpPr/>
      </dsp:nvSpPr>
      <dsp:spPr>
        <a:xfrm>
          <a:off x="0" y="1063755"/>
          <a:ext cx="669274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E0809C-DF91-4A68-9DFD-39385E9859B5}">
      <dsp:nvSpPr>
        <dsp:cNvPr id="0" name=""/>
        <dsp:cNvSpPr/>
      </dsp:nvSpPr>
      <dsp:spPr>
        <a:xfrm>
          <a:off x="0" y="1063755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 dirty="0"/>
            <a:t>&gt;&gt; 	</a:t>
          </a:r>
          <a:r>
            <a:rPr lang="en-CA" sz="3200" kern="1200" dirty="0" err="1"/>
            <a:t>Redirige</a:t>
          </a:r>
          <a:r>
            <a:rPr lang="en-CA" sz="3200" kern="1200" dirty="0"/>
            <a:t> </a:t>
          </a:r>
          <a:r>
            <a:rPr lang="en-CA" sz="3200" kern="1200" dirty="0" err="1"/>
            <a:t>stdout</a:t>
          </a:r>
          <a:r>
            <a:rPr lang="en-CA" sz="3200" kern="1200" dirty="0"/>
            <a:t> </a:t>
          </a:r>
          <a:r>
            <a:rPr lang="en-CA" sz="3200" kern="1200" dirty="0" err="1"/>
            <a:t>en</a:t>
          </a:r>
          <a:r>
            <a:rPr lang="en-CA" sz="3200" kern="1200" dirty="0"/>
            <a:t> </a:t>
          </a:r>
          <a:r>
            <a:rPr lang="en-CA" sz="3200" kern="1200" dirty="0" err="1"/>
            <a:t>ajoutant</a:t>
          </a:r>
          <a:r>
            <a:rPr lang="en-CA" sz="3200" kern="1200" dirty="0"/>
            <a:t> (append)</a:t>
          </a:r>
          <a:endParaRPr lang="en-US" sz="3200" kern="1200" dirty="0"/>
        </a:p>
      </dsp:txBody>
      <dsp:txXfrm>
        <a:off x="0" y="1063755"/>
        <a:ext cx="6692748" cy="1063755"/>
      </dsp:txXfrm>
    </dsp:sp>
    <dsp:sp modelId="{91141993-30C0-4086-B80D-4FBAF7D93758}">
      <dsp:nvSpPr>
        <dsp:cNvPr id="0" name=""/>
        <dsp:cNvSpPr/>
      </dsp:nvSpPr>
      <dsp:spPr>
        <a:xfrm>
          <a:off x="0" y="2127511"/>
          <a:ext cx="669274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CB4082-98DB-4372-8ABB-DD3CCC461531}">
      <dsp:nvSpPr>
        <dsp:cNvPr id="0" name=""/>
        <dsp:cNvSpPr/>
      </dsp:nvSpPr>
      <dsp:spPr>
        <a:xfrm>
          <a:off x="0" y="2127511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 dirty="0"/>
            <a:t>&lt;	Utilise </a:t>
          </a:r>
          <a:r>
            <a:rPr lang="en-CA" sz="3200" kern="1200" dirty="0" err="1"/>
            <a:t>fichier</a:t>
          </a:r>
          <a:r>
            <a:rPr lang="en-CA" sz="3200" kern="1200" dirty="0"/>
            <a:t> </a:t>
          </a:r>
          <a:r>
            <a:rPr lang="en-CA" sz="3200" kern="1200" dirty="0" err="1"/>
            <a:t>comme</a:t>
          </a:r>
          <a:r>
            <a:rPr lang="en-CA" sz="3200" kern="1200" dirty="0"/>
            <a:t> stdin</a:t>
          </a:r>
          <a:endParaRPr lang="en-US" sz="3200" kern="1200" dirty="0"/>
        </a:p>
      </dsp:txBody>
      <dsp:txXfrm>
        <a:off x="0" y="2127511"/>
        <a:ext cx="6692748" cy="1063755"/>
      </dsp:txXfrm>
    </dsp:sp>
    <dsp:sp modelId="{6858BFFD-E5A7-49E4-BE92-67EEF55F5E86}">
      <dsp:nvSpPr>
        <dsp:cNvPr id="0" name=""/>
        <dsp:cNvSpPr/>
      </dsp:nvSpPr>
      <dsp:spPr>
        <a:xfrm>
          <a:off x="0" y="3191267"/>
          <a:ext cx="669274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B7300A-4C04-46C3-BA10-9DE69F67D3BC}">
      <dsp:nvSpPr>
        <dsp:cNvPr id="0" name=""/>
        <dsp:cNvSpPr/>
      </dsp:nvSpPr>
      <dsp:spPr>
        <a:xfrm>
          <a:off x="0" y="3191267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 dirty="0"/>
            <a:t>2&gt;	</a:t>
          </a:r>
          <a:r>
            <a:rPr lang="en-CA" sz="3200" kern="1200" dirty="0" err="1"/>
            <a:t>Redirigie</a:t>
          </a:r>
          <a:r>
            <a:rPr lang="en-CA" sz="3200" kern="1200" dirty="0"/>
            <a:t> stderr</a:t>
          </a:r>
          <a:endParaRPr lang="en-US" sz="3200" kern="1200" dirty="0"/>
        </a:p>
      </dsp:txBody>
      <dsp:txXfrm>
        <a:off x="0" y="3191267"/>
        <a:ext cx="6692748" cy="10637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324EB-09A6-4C0E-9B35-EF87153875AA}">
      <dsp:nvSpPr>
        <dsp:cNvPr id="0" name=""/>
        <dsp:cNvSpPr/>
      </dsp:nvSpPr>
      <dsp:spPr>
        <a:xfrm>
          <a:off x="0" y="380612"/>
          <a:ext cx="6692748" cy="2381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432" tIns="499872" rIns="519432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400" kern="1200"/>
            <a:t>Redirige d</a:t>
          </a:r>
          <a:r>
            <a:rPr lang="fr-CA" sz="2400" kern="1200"/>
            <a:t>éscripteur n vers descripteur &amp;m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400" kern="1200" dirty="0"/>
            <a:t>Descripteur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400" kern="1200"/>
            <a:t>0 – STDIN</a:t>
          </a:r>
          <a:endParaRPr lang="en-US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400" kern="1200"/>
            <a:t>1 – STDOUT</a:t>
          </a:r>
          <a:endParaRPr lang="en-US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400" kern="1200"/>
            <a:t>2 – STDERR</a:t>
          </a:r>
          <a:endParaRPr lang="en-US" sz="2400" kern="1200"/>
        </a:p>
      </dsp:txBody>
      <dsp:txXfrm>
        <a:off x="0" y="380612"/>
        <a:ext cx="6692748" cy="2381400"/>
      </dsp:txXfrm>
    </dsp:sp>
    <dsp:sp modelId="{8885B16E-C6F2-4C9F-B29B-0CF80C514D05}">
      <dsp:nvSpPr>
        <dsp:cNvPr id="0" name=""/>
        <dsp:cNvSpPr/>
      </dsp:nvSpPr>
      <dsp:spPr>
        <a:xfrm>
          <a:off x="334637" y="26372"/>
          <a:ext cx="468492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/>
            <a:t>n </a:t>
          </a:r>
          <a:r>
            <a:rPr lang="en-CA" sz="2400" kern="1200"/>
            <a:t>&gt; &amp;m</a:t>
          </a:r>
          <a:endParaRPr lang="en-US" sz="2400" kern="1200"/>
        </a:p>
      </dsp:txBody>
      <dsp:txXfrm>
        <a:off x="369222" y="60957"/>
        <a:ext cx="4615753" cy="639310"/>
      </dsp:txXfrm>
    </dsp:sp>
    <dsp:sp modelId="{3EE128E4-5490-4C29-9E9C-ABE1859159C6}">
      <dsp:nvSpPr>
        <dsp:cNvPr id="0" name=""/>
        <dsp:cNvSpPr/>
      </dsp:nvSpPr>
      <dsp:spPr>
        <a:xfrm>
          <a:off x="0" y="3245852"/>
          <a:ext cx="669274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88082"/>
              <a:satOff val="-14551"/>
              <a:lumOff val="-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432" tIns="499872" rIns="519432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400" kern="1200"/>
            <a:t>Pour contourner, on peut utiliser 2&gt;&amp;1</a:t>
          </a:r>
          <a:endParaRPr lang="en-US" sz="2400" kern="1200"/>
        </a:p>
      </dsp:txBody>
      <dsp:txXfrm>
        <a:off x="0" y="3245852"/>
        <a:ext cx="6692748" cy="982800"/>
      </dsp:txXfrm>
    </dsp:sp>
    <dsp:sp modelId="{5DB002DA-E081-4C2A-BEA7-4897F60AE881}">
      <dsp:nvSpPr>
        <dsp:cNvPr id="0" name=""/>
        <dsp:cNvSpPr/>
      </dsp:nvSpPr>
      <dsp:spPr>
        <a:xfrm>
          <a:off x="334637" y="2891612"/>
          <a:ext cx="4684923" cy="708480"/>
        </a:xfrm>
        <a:prstGeom prst="roundRect">
          <a:avLst/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/>
            <a:t>Tube redirige seulement stdout vers stdin</a:t>
          </a:r>
          <a:endParaRPr lang="en-US" sz="2400" kern="1200"/>
        </a:p>
      </dsp:txBody>
      <dsp:txXfrm>
        <a:off x="369222" y="2926197"/>
        <a:ext cx="4615753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10A16-624E-4AD9-AA5F-B10671AAAD19}">
      <dsp:nvSpPr>
        <dsp:cNvPr id="0" name=""/>
        <dsp:cNvSpPr/>
      </dsp:nvSpPr>
      <dsp:spPr>
        <a:xfrm>
          <a:off x="0" y="503912"/>
          <a:ext cx="6692748" cy="176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432" tIns="666496" rIns="519432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200" kern="1200" dirty="0"/>
            <a:t>VAR=</a:t>
          </a:r>
          <a:r>
            <a:rPr lang="en-CA" sz="3200" kern="1200" dirty="0" err="1"/>
            <a:t>valeur</a:t>
          </a:r>
          <a:endParaRPr lang="en-US" sz="3200" kern="1200" dirty="0"/>
        </a:p>
        <a:p>
          <a:pPr marL="571500" lvl="2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200" kern="1200" dirty="0"/>
            <a:t>Pas </a:t>
          </a:r>
          <a:r>
            <a:rPr lang="en-CA" sz="3200" kern="1200" dirty="0" err="1"/>
            <a:t>d’espace</a:t>
          </a:r>
          <a:r>
            <a:rPr lang="en-CA" sz="3200" kern="1200" dirty="0"/>
            <a:t> </a:t>
          </a:r>
          <a:r>
            <a:rPr lang="fr-CA" sz="3200" kern="1200" dirty="0"/>
            <a:t>au tour de =</a:t>
          </a:r>
          <a:endParaRPr lang="en-US" sz="3200" kern="1200" dirty="0"/>
        </a:p>
      </dsp:txBody>
      <dsp:txXfrm>
        <a:off x="0" y="503912"/>
        <a:ext cx="6692748" cy="1764000"/>
      </dsp:txXfrm>
    </dsp:sp>
    <dsp:sp modelId="{A5CAD376-F38D-4934-9249-BAB4E71B7DAD}">
      <dsp:nvSpPr>
        <dsp:cNvPr id="0" name=""/>
        <dsp:cNvSpPr/>
      </dsp:nvSpPr>
      <dsp:spPr>
        <a:xfrm>
          <a:off x="334637" y="31592"/>
          <a:ext cx="4684923" cy="9446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 dirty="0"/>
            <a:t>Assignment de variable</a:t>
          </a:r>
          <a:endParaRPr lang="en-US" sz="3200" kern="1200" dirty="0"/>
        </a:p>
      </dsp:txBody>
      <dsp:txXfrm>
        <a:off x="380751" y="77706"/>
        <a:ext cx="4592695" cy="852412"/>
      </dsp:txXfrm>
    </dsp:sp>
    <dsp:sp modelId="{01B0B298-F0C2-438D-848C-548A8FB228E0}">
      <dsp:nvSpPr>
        <dsp:cNvPr id="0" name=""/>
        <dsp:cNvSpPr/>
      </dsp:nvSpPr>
      <dsp:spPr>
        <a:xfrm>
          <a:off x="0" y="2913032"/>
          <a:ext cx="6692748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4261045"/>
              <a:satOff val="-28207"/>
              <a:lumOff val="-490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432" tIns="666496" rIns="519432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200" kern="1200" dirty="0"/>
            <a:t>$VAR</a:t>
          </a:r>
          <a:endParaRPr lang="en-US" sz="3200" kern="1200" dirty="0"/>
        </a:p>
      </dsp:txBody>
      <dsp:txXfrm>
        <a:off x="0" y="2913032"/>
        <a:ext cx="6692748" cy="1310400"/>
      </dsp:txXfrm>
    </dsp:sp>
    <dsp:sp modelId="{34BE701A-F701-49FD-B9D2-1361E3008E8E}">
      <dsp:nvSpPr>
        <dsp:cNvPr id="0" name=""/>
        <dsp:cNvSpPr/>
      </dsp:nvSpPr>
      <dsp:spPr>
        <a:xfrm>
          <a:off x="334637" y="2440712"/>
          <a:ext cx="4684923" cy="944640"/>
        </a:xfrm>
        <a:prstGeom prst="roundRect">
          <a:avLst/>
        </a:prstGeom>
        <a:gradFill rotWithShape="0">
          <a:gsLst>
            <a:gs pos="0">
              <a:schemeClr val="accent5">
                <a:hueOff val="4261045"/>
                <a:satOff val="-28207"/>
                <a:lumOff val="-490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4261045"/>
                <a:satOff val="-28207"/>
                <a:lumOff val="-490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Déréférencement de variable</a:t>
          </a:r>
          <a:endParaRPr lang="en-US" sz="3200" kern="1200" dirty="0"/>
        </a:p>
      </dsp:txBody>
      <dsp:txXfrm>
        <a:off x="380751" y="2486826"/>
        <a:ext cx="4592695" cy="85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CF890-F9C8-4E72-800C-C4C178E21B07}">
      <dsp:nvSpPr>
        <dsp:cNvPr id="0" name=""/>
        <dsp:cNvSpPr/>
      </dsp:nvSpPr>
      <dsp:spPr>
        <a:xfrm>
          <a:off x="0" y="80911"/>
          <a:ext cx="6692748" cy="7300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/>
            <a:t>Paramètres positionnels</a:t>
          </a:r>
          <a:endParaRPr lang="en-US" sz="3200" kern="1200"/>
        </a:p>
      </dsp:txBody>
      <dsp:txXfrm>
        <a:off x="35640" y="116551"/>
        <a:ext cx="6621468" cy="658799"/>
      </dsp:txXfrm>
    </dsp:sp>
    <dsp:sp modelId="{AF683CA9-CC7C-466C-BA37-4F09459DF3BA}">
      <dsp:nvSpPr>
        <dsp:cNvPr id="0" name=""/>
        <dsp:cNvSpPr/>
      </dsp:nvSpPr>
      <dsp:spPr>
        <a:xfrm>
          <a:off x="0" y="810991"/>
          <a:ext cx="6692748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495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$n où n est le num d’argument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500" kern="1200"/>
            <a:t>$0 - nom de la commande. Ex: echo “Bonjour”</a:t>
          </a:r>
          <a:endParaRPr lang="en-US" sz="2500" kern="1200"/>
        </a:p>
      </dsp:txBody>
      <dsp:txXfrm>
        <a:off x="0" y="810991"/>
        <a:ext cx="6692748" cy="778320"/>
      </dsp:txXfrm>
    </dsp:sp>
    <dsp:sp modelId="{27DF9954-FD81-4415-9B00-CD09D8B664F4}">
      <dsp:nvSpPr>
        <dsp:cNvPr id="0" name=""/>
        <dsp:cNvSpPr/>
      </dsp:nvSpPr>
      <dsp:spPr>
        <a:xfrm>
          <a:off x="0" y="1589312"/>
          <a:ext cx="6692748" cy="730079"/>
        </a:xfrm>
        <a:prstGeom prst="roundRect">
          <a:avLst/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Paramètres sp</a:t>
          </a:r>
          <a:r>
            <a:rPr lang="fr-CA" sz="3200" kern="1200"/>
            <a:t>éciaux</a:t>
          </a:r>
          <a:endParaRPr lang="en-US" sz="3200" kern="1200"/>
        </a:p>
      </dsp:txBody>
      <dsp:txXfrm>
        <a:off x="35640" y="1624952"/>
        <a:ext cx="6621468" cy="658799"/>
      </dsp:txXfrm>
    </dsp:sp>
    <dsp:sp modelId="{579AB52C-2014-4718-AFAE-90FE35DE073A}">
      <dsp:nvSpPr>
        <dsp:cNvPr id="0" name=""/>
        <dsp:cNvSpPr/>
      </dsp:nvSpPr>
      <dsp:spPr>
        <a:xfrm>
          <a:off x="0" y="2319392"/>
          <a:ext cx="6692748" cy="18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495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$@ 	Ensemble de param positionnels</a:t>
          </a:r>
          <a:endParaRPr lang="en-US" sz="2500" kern="1200"/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$* même but mais avec différent comportement entre guillemets doubles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$# 	Nombre de  param positionnels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500" kern="1200"/>
            <a:t>$$	PID du shell</a:t>
          </a:r>
          <a:endParaRPr lang="en-US" sz="2500" kern="1200"/>
        </a:p>
      </dsp:txBody>
      <dsp:txXfrm>
        <a:off x="0" y="2319392"/>
        <a:ext cx="6692748" cy="18547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C9BA54-0189-4259-BD32-4510BE5A80D4}">
      <dsp:nvSpPr>
        <dsp:cNvPr id="0" name=""/>
        <dsp:cNvSpPr/>
      </dsp:nvSpPr>
      <dsp:spPr>
        <a:xfrm>
          <a:off x="0" y="152889"/>
          <a:ext cx="6692748" cy="70726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$(commande)</a:t>
          </a:r>
          <a:endParaRPr lang="en-US" sz="3100" kern="1200"/>
        </a:p>
      </dsp:txBody>
      <dsp:txXfrm>
        <a:off x="34526" y="187415"/>
        <a:ext cx="6623696" cy="638212"/>
      </dsp:txXfrm>
    </dsp:sp>
    <dsp:sp modelId="{D227415D-5859-4EA2-A215-1FF35B47C4CE}">
      <dsp:nvSpPr>
        <dsp:cNvPr id="0" name=""/>
        <dsp:cNvSpPr/>
      </dsp:nvSpPr>
      <dsp:spPr>
        <a:xfrm>
          <a:off x="0" y="860154"/>
          <a:ext cx="6692748" cy="2021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495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/>
            <a:t>Remplace commande par son r</a:t>
          </a:r>
          <a:r>
            <a:rPr lang="fr-CA" sz="2400" kern="1200"/>
            <a:t>ésultat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400" kern="1200"/>
            <a:t>Utile pour stocker la sortie d'une commande dans une variable, au lieu de l'exécuter plusieurs fois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400" kern="1200"/>
            <a:t>Exécuté dans un sous-shell –&gt; Variables modifiées </a:t>
          </a:r>
          <a:r>
            <a:rPr lang="fr-FR" sz="2400" b="1" kern="1200"/>
            <a:t>à l'intérieur</a:t>
          </a:r>
          <a:r>
            <a:rPr lang="fr-FR" sz="2400" kern="1200"/>
            <a:t> ne sont </a:t>
          </a:r>
          <a:r>
            <a:rPr lang="fr-FR" sz="2400" b="1" kern="1200"/>
            <a:t>pas visibles après</a:t>
          </a:r>
          <a:r>
            <a:rPr lang="fr-FR" sz="2400" kern="1200"/>
            <a:t>.</a:t>
          </a:r>
          <a:endParaRPr lang="en-US" sz="2400" kern="1200"/>
        </a:p>
      </dsp:txBody>
      <dsp:txXfrm>
        <a:off x="0" y="860154"/>
        <a:ext cx="6692748" cy="2021355"/>
      </dsp:txXfrm>
    </dsp:sp>
    <dsp:sp modelId="{C9CF4AD5-8C74-43ED-8ED2-FBB7A8993068}">
      <dsp:nvSpPr>
        <dsp:cNvPr id="0" name=""/>
        <dsp:cNvSpPr/>
      </dsp:nvSpPr>
      <dsp:spPr>
        <a:xfrm>
          <a:off x="0" y="2881509"/>
          <a:ext cx="6692748" cy="707264"/>
        </a:xfrm>
        <a:prstGeom prst="roundRect">
          <a:avLst/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Format alternatif </a:t>
          </a:r>
          <a:r>
            <a:rPr lang="en-CA" sz="3100" kern="1200"/>
            <a:t>`commande`</a:t>
          </a:r>
          <a:endParaRPr lang="en-US" sz="3100" kern="1200"/>
        </a:p>
      </dsp:txBody>
      <dsp:txXfrm>
        <a:off x="34526" y="2916035"/>
        <a:ext cx="6623696" cy="638212"/>
      </dsp:txXfrm>
    </dsp:sp>
    <dsp:sp modelId="{CBFD6BB2-6E8B-4F50-8CC1-C11944FD2B75}">
      <dsp:nvSpPr>
        <dsp:cNvPr id="0" name=""/>
        <dsp:cNvSpPr/>
      </dsp:nvSpPr>
      <dsp:spPr>
        <a:xfrm>
          <a:off x="0" y="3588774"/>
          <a:ext cx="6692748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495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400" kern="1200"/>
            <a:t>À ÉVITER</a:t>
          </a:r>
          <a:endParaRPr lang="en-US" sz="2400" kern="1200"/>
        </a:p>
      </dsp:txBody>
      <dsp:txXfrm>
        <a:off x="0" y="3588774"/>
        <a:ext cx="6692748" cy="51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9FCD5-D11C-4BB2-9066-F7B4DF4504C0}" type="datetimeFigureOut">
              <a:rPr lang="en-CA" smtClean="0"/>
              <a:t>2025-04-03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EFD80-4D29-4B4F-B982-F78FE8E673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537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3EFD80-4D29-4B4F-B982-F78FE8E6739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478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inf1070.uqam.ca/07-script.pdf#page=25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hyperlink" Target="https://inf1070.uqam.ca/07-script.pdf#page=29" TargetMode="Externa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hyperlink" Target="https://inf1070.uqam.ca/07-script.pdf#page=46" TargetMode="External"/><Relationship Id="rId7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hyperlink" Target="https://inf1070.uqam.ca/07-script.pdf#page=51" TargetMode="External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hyperlink" Target="https://inf1070.uqam.ca/07-script.pdf#page=52" TargetMode="External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hyperlink" Target="https://inf1070.uqam.ca/07-script.pdf#page=62" TargetMode="External"/><Relationship Id="rId7" Type="http://schemas.openxmlformats.org/officeDocument/2006/relationships/diagramColors" Target="../diagrams/colors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f1070.uqam.ca/07-script.pdf#page=70" TargetMode="External"/><Relationship Id="rId2" Type="http://schemas.openxmlformats.org/officeDocument/2006/relationships/hyperlink" Target="https://inf1070.uqam.ca/07-script.pdf#page=4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f1070.uqam.ca/07-script.pdf#page=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B2CE-F0CC-D2C2-ACE4-56ED3163C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INF1070 Lab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998FE-D767-8914-A437-CDA826D47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317877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5D51F4-4B2C-4E92-AD42-C0F8079B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0ADF90-29DF-49C2-92C5-E75C306E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D94EBD0-9E98-49B5-BCBB-C0E75E65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234D58E-884C-476F-9B2D-7E6C29BCD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146033F-CB0A-44E4-A16A-95C026C9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2004D0A-5BA4-4D6F-AE5B-BCCF1CDB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9D61DD8-7030-4EF7-974E-9F87E8055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79CE806A-0577-41E9-8F07-B6A7EFB4E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F58E8F2-EAC5-477C-93D6-1AC0E034F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90C5478-265D-4D73-8259-A0369435C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B688B6B-CD3A-4D50-B661-3BFFEE2D3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222BB8A2-A9CF-40A0-92DC-F2456B8B7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920BBCC-C237-4B3E-B2DA-B8172A392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8A6B29A0-A4F7-448E-88D5-26F690D81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52A6476-E345-40C8-AE07-B93E8A7E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18D32FD-7EA1-4C43-AA4B-B9E10B684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4AA62115-722D-4045-AE1B-771314CA2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C94E681-7784-4E31-B5B5-DDBF9C614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9578B6A7-2499-4CFF-A6E5-0FDB1B8A2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16B8D001-28C9-49CB-9B96-4D67E218C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90576248-23CA-477D-A630-4EA4F06F8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9F00424-4DC1-4DD5-B429-EB428628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D03BC62-061A-46A3-AEB3-75C125F3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7C0B4D4C-7EC6-47E0-8F9C-E0C4BCCE1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346BF759-C964-4656-9724-9F6B9E75F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21A41F6C-9A3A-4A88-8369-173CEC967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7719558-E4BA-41E1-AE9B-8B7C2826D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5AD44B-443D-473E-BBE4-6877C1A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9D25FFB-6A08-4A00-8BE1-8C987B3D9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E642A42B-C95B-433E-9A81-2174F728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C3D77CC-6916-4BF8-8CDF-71E4BF2E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E8897B-113F-4BE0-A8B0-6467E5A2E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8C790BB1-DB5D-4D11-ACA1-045F7B5D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14E82C3E-2BBF-4E7A-A4F1-B092898AF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BBD9DCED-205F-40C0-A8F6-09CA8AC21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3E6B6536-B16B-44C8-BF75-0B51F159A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8673EBA-802C-469A-80AB-14A951A75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5BB5611-2E78-4C27-8778-E8A39B157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DCA85219-9A72-4256-A50C-799C0D0AE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46E28662-9979-4ACD-9DB1-9E4B1814F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A057C9FB-3B25-4A5E-A20E-B7773732E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596D5A52-895F-4C7B-BCEC-E4AB25C7E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3BFF1E9-0954-48E0-A32B-066414467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40592818-8A9B-429B-8166-22A0893CB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F52399E8-91EF-4363-81C4-4EBE3790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0DE18992-35FF-4D27-AAB7-88D9A7881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162D7313-86C3-45AF-AC7A-C5429A228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033A1EE-166E-4246-AB00-AA91D7B8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9F5BA15F-D1CD-44A2-B643-290576317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673D8FDD-D165-4834-B9F4-E15C5EBD5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314E2D52-365D-407E-A832-01E0F8604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299BE646-A2B8-42AB-8DE3-9E38BF21D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6CBF7F9-54D6-418C-B679-4A03F1AF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2B8FDD23-E511-4B50-8A45-E25C8EBFB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B04AC64C-ACEE-462D-95F2-3D82FF090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9E0086A8-06D1-484E-805F-460346EB5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952C3C6-3706-447A-A721-81155E748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F264C83C-EFE0-4E45-A20F-4A437FC28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7E1F77A7-8C12-430E-A0C7-386E9FECC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B9535DE4-FAFA-446C-A46C-F06D18D3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5B5E2C-591F-0242-567E-16D9101F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3"/>
            <a:ext cx="2743310" cy="4255024"/>
          </a:xfrm>
        </p:spPr>
        <p:txBody>
          <a:bodyPr>
            <a:normAutofit/>
          </a:bodyPr>
          <a:lstStyle/>
          <a:p>
            <a:r>
              <a:rPr lang="en-CA" sz="3300" dirty="0">
                <a:solidFill>
                  <a:srgbClr val="FFFFFF"/>
                </a:solidFill>
                <a:hlinkClick r:id="rId3"/>
              </a:rPr>
              <a:t>Redirections</a:t>
            </a:r>
            <a:r>
              <a:rPr lang="en-CA" sz="3300" dirty="0">
                <a:solidFill>
                  <a:srgbClr val="FFFFFF"/>
                </a:solidFill>
              </a:rPr>
              <a:t> de base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B979B6-D69E-C0E6-9F37-C9033A3481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791053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39206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5D51F4-4B2C-4E92-AD42-C0F8079B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0ADF90-29DF-49C2-92C5-E75C306E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D94EBD0-9E98-49B5-BCBB-C0E75E65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234D58E-884C-476F-9B2D-7E6C29BCD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146033F-CB0A-44E4-A16A-95C026C9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2004D0A-5BA4-4D6F-AE5B-BCCF1CDB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9D61DD8-7030-4EF7-974E-9F87E8055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79CE806A-0577-41E9-8F07-B6A7EFB4E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F58E8F2-EAC5-477C-93D6-1AC0E034F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90C5478-265D-4D73-8259-A0369435C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B688B6B-CD3A-4D50-B661-3BFFEE2D3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222BB8A2-A9CF-40A0-92DC-F2456B8B7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920BBCC-C237-4B3E-B2DA-B8172A392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8A6B29A0-A4F7-448E-88D5-26F690D81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52A6476-E345-40C8-AE07-B93E8A7E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18D32FD-7EA1-4C43-AA4B-B9E10B684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4AA62115-722D-4045-AE1B-771314CA2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C94E681-7784-4E31-B5B5-DDBF9C614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9578B6A7-2499-4CFF-A6E5-0FDB1B8A2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16B8D001-28C9-49CB-9B96-4D67E218C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90576248-23CA-477D-A630-4EA4F06F8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9F00424-4DC1-4DD5-B429-EB428628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D03BC62-061A-46A3-AEB3-75C125F3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7C0B4D4C-7EC6-47E0-8F9C-E0C4BCCE1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346BF759-C964-4656-9724-9F6B9E75F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21A41F6C-9A3A-4A88-8369-173CEC967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7719558-E4BA-41E1-AE9B-8B7C2826D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5AD44B-443D-473E-BBE4-6877C1A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9D25FFB-6A08-4A00-8BE1-8C987B3D9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E642A42B-C95B-433E-9A81-2174F728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C3D77CC-6916-4BF8-8CDF-71E4BF2E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E8897B-113F-4BE0-A8B0-6467E5A2E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8C790BB1-DB5D-4D11-ACA1-045F7B5D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14E82C3E-2BBF-4E7A-A4F1-B092898AF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BBD9DCED-205F-40C0-A8F6-09CA8AC21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3E6B6536-B16B-44C8-BF75-0B51F159A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8673EBA-802C-469A-80AB-14A951A75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5BB5611-2E78-4C27-8778-E8A39B157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DCA85219-9A72-4256-A50C-799C0D0AE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46E28662-9979-4ACD-9DB1-9E4B1814F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A057C9FB-3B25-4A5E-A20E-B7773732E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596D5A52-895F-4C7B-BCEC-E4AB25C7E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3BFF1E9-0954-48E0-A32B-066414467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40592818-8A9B-429B-8166-22A0893CB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F52399E8-91EF-4363-81C4-4EBE3790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0DE18992-35FF-4D27-AAB7-88D9A7881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162D7313-86C3-45AF-AC7A-C5429A228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033A1EE-166E-4246-AB00-AA91D7B8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9F5BA15F-D1CD-44A2-B643-290576317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673D8FDD-D165-4834-B9F4-E15C5EBD5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314E2D52-365D-407E-A832-01E0F8604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299BE646-A2B8-42AB-8DE3-9E38BF21D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6CBF7F9-54D6-418C-B679-4A03F1AF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2B8FDD23-E511-4B50-8A45-E25C8EBFB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B04AC64C-ACEE-462D-95F2-3D82FF090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9E0086A8-06D1-484E-805F-460346EB5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952C3C6-3706-447A-A721-81155E748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F264C83C-EFE0-4E45-A20F-4A437FC28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7E1F77A7-8C12-430E-A0C7-386E9FECC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B9535DE4-FAFA-446C-A46C-F06D18D3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2E112-C397-AEC2-B754-329F3E44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3"/>
            <a:ext cx="2743310" cy="4255024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  <a:hlinkClick r:id="rId4"/>
              </a:rPr>
              <a:t>Redirection </a:t>
            </a:r>
            <a:r>
              <a:rPr lang="en-CA" dirty="0" err="1">
                <a:solidFill>
                  <a:srgbClr val="FFFFFF"/>
                </a:solidFill>
                <a:hlinkClick r:id="rId4"/>
              </a:rPr>
              <a:t>avanc</a:t>
            </a:r>
            <a:r>
              <a:rPr lang="fr-CA" dirty="0" err="1">
                <a:solidFill>
                  <a:srgbClr val="FFFFFF"/>
                </a:solidFill>
                <a:hlinkClick r:id="rId4"/>
              </a:rPr>
              <a:t>ée</a:t>
            </a:r>
            <a:endParaRPr lang="en-CA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1F336D-A73F-CE75-A293-E351346E9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587077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07129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E5D51F4-4B2C-4E92-AD42-C0F8079B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0ADF90-29DF-49C2-92C5-E75C306E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D94EBD0-9E98-49B5-BCBB-C0E75E65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234D58E-884C-476F-9B2D-7E6C29BCD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146033F-CB0A-44E4-A16A-95C026C9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2004D0A-5BA4-4D6F-AE5B-BCCF1CDB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9D61DD8-7030-4EF7-974E-9F87E8055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79CE806A-0577-41E9-8F07-B6A7EFB4E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F58E8F2-EAC5-477C-93D6-1AC0E034F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90C5478-265D-4D73-8259-A0369435C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B688B6B-CD3A-4D50-B661-3BFFEE2D3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222BB8A2-A9CF-40A0-92DC-F2456B8B7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920BBCC-C237-4B3E-B2DA-B8172A392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8A6B29A0-A4F7-448E-88D5-26F690D81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52A6476-E345-40C8-AE07-B93E8A7E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18D32FD-7EA1-4C43-AA4B-B9E10B684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4AA62115-722D-4045-AE1B-771314CA2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C94E681-7784-4E31-B5B5-DDBF9C614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9578B6A7-2499-4CFF-A6E5-0FDB1B8A2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16B8D001-28C9-49CB-9B96-4D67E218C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90576248-23CA-477D-A630-4EA4F06F8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9F00424-4DC1-4DD5-B429-EB428628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D03BC62-061A-46A3-AEB3-75C125F3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7C0B4D4C-7EC6-47E0-8F9C-E0C4BCCE1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346BF759-C964-4656-9724-9F6B9E75F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21A41F6C-9A3A-4A88-8369-173CEC967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7719558-E4BA-41E1-AE9B-8B7C2826D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5AD44B-443D-473E-BBE4-6877C1A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9D25FFB-6A08-4A00-8BE1-8C987B3D9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E642A42B-C95B-433E-9A81-2174F728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C3D77CC-6916-4BF8-8CDF-71E4BF2E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E8897B-113F-4BE0-A8B0-6467E5A2E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8C790BB1-DB5D-4D11-ACA1-045F7B5D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14E82C3E-2BBF-4E7A-A4F1-B092898AF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BBD9DCED-205F-40C0-A8F6-09CA8AC21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3E6B6536-B16B-44C8-BF75-0B51F159A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8673EBA-802C-469A-80AB-14A951A75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5BB5611-2E78-4C27-8778-E8A39B157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DCA85219-9A72-4256-A50C-799C0D0AE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46E28662-9979-4ACD-9DB1-9E4B1814F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A057C9FB-3B25-4A5E-A20E-B7773732E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596D5A52-895F-4C7B-BCEC-E4AB25C7E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3BFF1E9-0954-48E0-A32B-066414467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40592818-8A9B-429B-8166-22A0893CB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F52399E8-91EF-4363-81C4-4EBE3790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0DE18992-35FF-4D27-AAB7-88D9A7881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162D7313-86C3-45AF-AC7A-C5429A228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033A1EE-166E-4246-AB00-AA91D7B8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9F5BA15F-D1CD-44A2-B643-290576317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673D8FDD-D165-4834-B9F4-E15C5EBD5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314E2D52-365D-407E-A832-01E0F8604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299BE646-A2B8-42AB-8DE3-9E38BF21D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6CBF7F9-54D6-418C-B679-4A03F1AF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2B8FDD23-E511-4B50-8A45-E25C8EBFB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B04AC64C-ACEE-462D-95F2-3D82FF090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9E0086A8-06D1-484E-805F-460346EB5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952C3C6-3706-447A-A721-81155E748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F264C83C-EFE0-4E45-A20F-4A437FC28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7E1F77A7-8C12-430E-A0C7-386E9FECC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B9535DE4-FAFA-446C-A46C-F06D18D3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DFA44-D761-9FD1-39C0-A42B4EB3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3"/>
            <a:ext cx="2743310" cy="4255024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  <a:hlinkClick r:id="rId3"/>
              </a:rPr>
              <a:t>Variables</a:t>
            </a:r>
            <a:endParaRPr lang="en-CA" dirty="0">
              <a:solidFill>
                <a:srgbClr val="FFFFFF"/>
              </a:solidFill>
            </a:endParaRP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929130DB-210B-1510-2874-A03CF150B2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528677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05521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5D51F4-4B2C-4E92-AD42-C0F8079B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0ADF90-29DF-49C2-92C5-E75C306E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D94EBD0-9E98-49B5-BCBB-C0E75E65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234D58E-884C-476F-9B2D-7E6C29BCD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146033F-CB0A-44E4-A16A-95C026C9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2004D0A-5BA4-4D6F-AE5B-BCCF1CDB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9D61DD8-7030-4EF7-974E-9F87E8055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79CE806A-0577-41E9-8F07-B6A7EFB4E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F58E8F2-EAC5-477C-93D6-1AC0E034F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90C5478-265D-4D73-8259-A0369435C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B688B6B-CD3A-4D50-B661-3BFFEE2D3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222BB8A2-A9CF-40A0-92DC-F2456B8B7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920BBCC-C237-4B3E-B2DA-B8172A392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8A6B29A0-A4F7-448E-88D5-26F690D81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52A6476-E345-40C8-AE07-B93E8A7E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18D32FD-7EA1-4C43-AA4B-B9E10B684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4AA62115-722D-4045-AE1B-771314CA2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C94E681-7784-4E31-B5B5-DDBF9C614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9578B6A7-2499-4CFF-A6E5-0FDB1B8A2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16B8D001-28C9-49CB-9B96-4D67E218C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90576248-23CA-477D-A630-4EA4F06F8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9F00424-4DC1-4DD5-B429-EB428628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D03BC62-061A-46A3-AEB3-75C125F3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7C0B4D4C-7EC6-47E0-8F9C-E0C4BCCE1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346BF759-C964-4656-9724-9F6B9E75F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21A41F6C-9A3A-4A88-8369-173CEC967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7719558-E4BA-41E1-AE9B-8B7C2826D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5AD44B-443D-473E-BBE4-6877C1A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9D25FFB-6A08-4A00-8BE1-8C987B3D9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E642A42B-C95B-433E-9A81-2174F728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C3D77CC-6916-4BF8-8CDF-71E4BF2E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E8897B-113F-4BE0-A8B0-6467E5A2E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8C790BB1-DB5D-4D11-ACA1-045F7B5D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14E82C3E-2BBF-4E7A-A4F1-B092898AF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BBD9DCED-205F-40C0-A8F6-09CA8AC21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3E6B6536-B16B-44C8-BF75-0B51F159A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8673EBA-802C-469A-80AB-14A951A75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5BB5611-2E78-4C27-8778-E8A39B157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DCA85219-9A72-4256-A50C-799C0D0AE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46E28662-9979-4ACD-9DB1-9E4B1814F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A057C9FB-3B25-4A5E-A20E-B7773732E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596D5A52-895F-4C7B-BCEC-E4AB25C7E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3BFF1E9-0954-48E0-A32B-066414467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40592818-8A9B-429B-8166-22A0893CB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F52399E8-91EF-4363-81C4-4EBE3790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0DE18992-35FF-4D27-AAB7-88D9A7881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162D7313-86C3-45AF-AC7A-C5429A228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033A1EE-166E-4246-AB00-AA91D7B8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9F5BA15F-D1CD-44A2-B643-290576317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673D8FDD-D165-4834-B9F4-E15C5EBD5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314E2D52-365D-407E-A832-01E0F8604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299BE646-A2B8-42AB-8DE3-9E38BF21D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6CBF7F9-54D6-418C-B679-4A03F1AF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2B8FDD23-E511-4B50-8A45-E25C8EBFB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B04AC64C-ACEE-462D-95F2-3D82FF090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9E0086A8-06D1-484E-805F-460346EB5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952C3C6-3706-447A-A721-81155E748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F264C83C-EFE0-4E45-A20F-4A437FC28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7E1F77A7-8C12-430E-A0C7-386E9FECC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B9535DE4-FAFA-446C-A46C-F06D18D3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E32D57-059A-2298-AF71-A69740FC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3"/>
            <a:ext cx="2743310" cy="4255024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Param</a:t>
            </a:r>
            <a:r>
              <a:rPr lang="fr-CA" dirty="0" err="1">
                <a:solidFill>
                  <a:srgbClr val="FFFFFF"/>
                </a:solidFill>
              </a:rPr>
              <a:t>ètre</a:t>
            </a:r>
            <a:r>
              <a:rPr lang="fr-CA" dirty="0">
                <a:solidFill>
                  <a:srgbClr val="FFFFFF"/>
                </a:solidFill>
              </a:rPr>
              <a:t> </a:t>
            </a:r>
            <a:r>
              <a:rPr lang="fr-CA" dirty="0">
                <a:solidFill>
                  <a:srgbClr val="FFFFFF"/>
                </a:solidFill>
                <a:hlinkClick r:id="rId3"/>
              </a:rPr>
              <a:t>positionnel</a:t>
            </a:r>
            <a:r>
              <a:rPr lang="fr-CA" dirty="0">
                <a:solidFill>
                  <a:srgbClr val="FFFFFF"/>
                </a:solidFill>
              </a:rPr>
              <a:t> et </a:t>
            </a:r>
            <a:r>
              <a:rPr lang="fr-CA" dirty="0">
                <a:solidFill>
                  <a:srgbClr val="FFFFFF"/>
                </a:solidFill>
                <a:hlinkClick r:id="rId4"/>
              </a:rPr>
              <a:t>spécial</a:t>
            </a:r>
            <a:endParaRPr lang="en-CA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9F8340D-B782-CF16-3945-4443F1388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887913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5066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5D51F4-4B2C-4E92-AD42-C0F8079B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0ADF90-29DF-49C2-92C5-E75C306E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94EBD0-9E98-49B5-BCBB-C0E75E65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234D58E-884C-476F-9B2D-7E6C29BCD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146033F-CB0A-44E4-A16A-95C026C9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22004D0A-5BA4-4D6F-AE5B-BCCF1CDB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19D61DD8-7030-4EF7-974E-9F87E8055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79CE806A-0577-41E9-8F07-B6A7EFB4E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F58E8F2-EAC5-477C-93D6-1AC0E034F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 12">
              <a:extLst>
                <a:ext uri="{FF2B5EF4-FFF2-40B4-BE49-F238E27FC236}">
                  <a16:creationId xmlns:a16="http://schemas.microsoft.com/office/drawing/2014/main" id="{E90C5478-265D-4D73-8259-A0369435C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AB688B6B-CD3A-4D50-B661-3BFFEE2D3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222BB8A2-A9CF-40A0-92DC-F2456B8B7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E920BBCC-C237-4B3E-B2DA-B8172A392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Line 16">
              <a:extLst>
                <a:ext uri="{FF2B5EF4-FFF2-40B4-BE49-F238E27FC236}">
                  <a16:creationId xmlns:a16="http://schemas.microsoft.com/office/drawing/2014/main" id="{8A6B29A0-A4F7-448E-88D5-26F690D81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B52A6476-E345-40C8-AE07-B93E8A7E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518D32FD-7EA1-4C43-AA4B-B9E10B684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4AA62115-722D-4045-AE1B-771314CA2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2C94E681-7784-4E31-B5B5-DDBF9C614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Rectangle 21">
              <a:extLst>
                <a:ext uri="{FF2B5EF4-FFF2-40B4-BE49-F238E27FC236}">
                  <a16:creationId xmlns:a16="http://schemas.microsoft.com/office/drawing/2014/main" id="{9578B6A7-2499-4CFF-A6E5-0FDB1B8A2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16B8D001-28C9-49CB-9B96-4D67E218C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90576248-23CA-477D-A630-4EA4F06F8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5" name="Freeform 24">
              <a:extLst>
                <a:ext uri="{FF2B5EF4-FFF2-40B4-BE49-F238E27FC236}">
                  <a16:creationId xmlns:a16="http://schemas.microsoft.com/office/drawing/2014/main" id="{29F00424-4DC1-4DD5-B429-EB428628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6" name="Freeform 25">
              <a:extLst>
                <a:ext uri="{FF2B5EF4-FFF2-40B4-BE49-F238E27FC236}">
                  <a16:creationId xmlns:a16="http://schemas.microsoft.com/office/drawing/2014/main" id="{4D03BC62-061A-46A3-AEB3-75C125F3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Freeform 26">
              <a:extLst>
                <a:ext uri="{FF2B5EF4-FFF2-40B4-BE49-F238E27FC236}">
                  <a16:creationId xmlns:a16="http://schemas.microsoft.com/office/drawing/2014/main" id="{7C0B4D4C-7EC6-47E0-8F9C-E0C4BCCE1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Freeform 27">
              <a:extLst>
                <a:ext uri="{FF2B5EF4-FFF2-40B4-BE49-F238E27FC236}">
                  <a16:creationId xmlns:a16="http://schemas.microsoft.com/office/drawing/2014/main" id="{346BF759-C964-4656-9724-9F6B9E75F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Freeform 28">
              <a:extLst>
                <a:ext uri="{FF2B5EF4-FFF2-40B4-BE49-F238E27FC236}">
                  <a16:creationId xmlns:a16="http://schemas.microsoft.com/office/drawing/2014/main" id="{21A41F6C-9A3A-4A88-8369-173CEC967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C7719558-E4BA-41E1-AE9B-8B7C2826D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Freeform 30">
              <a:extLst>
                <a:ext uri="{FF2B5EF4-FFF2-40B4-BE49-F238E27FC236}">
                  <a16:creationId xmlns:a16="http://schemas.microsoft.com/office/drawing/2014/main" id="{685AD44B-443D-473E-BBE4-6877C1A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2" name="Freeform 31">
              <a:extLst>
                <a:ext uri="{FF2B5EF4-FFF2-40B4-BE49-F238E27FC236}">
                  <a16:creationId xmlns:a16="http://schemas.microsoft.com/office/drawing/2014/main" id="{59D25FFB-6A08-4A00-8BE1-8C987B3D9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E642A42B-C95B-433E-9A81-2174F728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C3D77CC-6916-4BF8-8CDF-71E4BF2E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E8897B-113F-4BE0-A8B0-6467E5A2E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3" name="Rectangle 5">
              <a:extLst>
                <a:ext uri="{FF2B5EF4-FFF2-40B4-BE49-F238E27FC236}">
                  <a16:creationId xmlns:a16="http://schemas.microsoft.com/office/drawing/2014/main" id="{8C790BB1-DB5D-4D11-ACA1-045F7B5D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Freeform 6">
              <a:extLst>
                <a:ext uri="{FF2B5EF4-FFF2-40B4-BE49-F238E27FC236}">
                  <a16:creationId xmlns:a16="http://schemas.microsoft.com/office/drawing/2014/main" id="{14E82C3E-2BBF-4E7A-A4F1-B092898AF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Freeform 7">
              <a:extLst>
                <a:ext uri="{FF2B5EF4-FFF2-40B4-BE49-F238E27FC236}">
                  <a16:creationId xmlns:a16="http://schemas.microsoft.com/office/drawing/2014/main" id="{BBD9DCED-205F-40C0-A8F6-09CA8AC21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Freeform 8">
              <a:extLst>
                <a:ext uri="{FF2B5EF4-FFF2-40B4-BE49-F238E27FC236}">
                  <a16:creationId xmlns:a16="http://schemas.microsoft.com/office/drawing/2014/main" id="{3E6B6536-B16B-44C8-BF75-0B51F159A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Freeform 9">
              <a:extLst>
                <a:ext uri="{FF2B5EF4-FFF2-40B4-BE49-F238E27FC236}">
                  <a16:creationId xmlns:a16="http://schemas.microsoft.com/office/drawing/2014/main" id="{08673EBA-802C-469A-80AB-14A951A75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8" name="Freeform 10">
              <a:extLst>
                <a:ext uri="{FF2B5EF4-FFF2-40B4-BE49-F238E27FC236}">
                  <a16:creationId xmlns:a16="http://schemas.microsoft.com/office/drawing/2014/main" id="{75BB5611-2E78-4C27-8778-E8A39B157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Freeform 11">
              <a:extLst>
                <a:ext uri="{FF2B5EF4-FFF2-40B4-BE49-F238E27FC236}">
                  <a16:creationId xmlns:a16="http://schemas.microsoft.com/office/drawing/2014/main" id="{DCA85219-9A72-4256-A50C-799C0D0AE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Freeform 12">
              <a:extLst>
                <a:ext uri="{FF2B5EF4-FFF2-40B4-BE49-F238E27FC236}">
                  <a16:creationId xmlns:a16="http://schemas.microsoft.com/office/drawing/2014/main" id="{46E28662-9979-4ACD-9DB1-9E4B1814F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1" name="Freeform 13">
              <a:extLst>
                <a:ext uri="{FF2B5EF4-FFF2-40B4-BE49-F238E27FC236}">
                  <a16:creationId xmlns:a16="http://schemas.microsoft.com/office/drawing/2014/main" id="{A057C9FB-3B25-4A5E-A20E-B7773732E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Freeform 14">
              <a:extLst>
                <a:ext uri="{FF2B5EF4-FFF2-40B4-BE49-F238E27FC236}">
                  <a16:creationId xmlns:a16="http://schemas.microsoft.com/office/drawing/2014/main" id="{596D5A52-895F-4C7B-BCEC-E4AB25C7E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Freeform 15">
              <a:extLst>
                <a:ext uri="{FF2B5EF4-FFF2-40B4-BE49-F238E27FC236}">
                  <a16:creationId xmlns:a16="http://schemas.microsoft.com/office/drawing/2014/main" id="{A3BFF1E9-0954-48E0-A32B-066414467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4" name="Line 16">
              <a:extLst>
                <a:ext uri="{FF2B5EF4-FFF2-40B4-BE49-F238E27FC236}">
                  <a16:creationId xmlns:a16="http://schemas.microsoft.com/office/drawing/2014/main" id="{40592818-8A9B-429B-8166-22A0893CB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Freeform 17">
              <a:extLst>
                <a:ext uri="{FF2B5EF4-FFF2-40B4-BE49-F238E27FC236}">
                  <a16:creationId xmlns:a16="http://schemas.microsoft.com/office/drawing/2014/main" id="{F52399E8-91EF-4363-81C4-4EBE3790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Freeform 18">
              <a:extLst>
                <a:ext uri="{FF2B5EF4-FFF2-40B4-BE49-F238E27FC236}">
                  <a16:creationId xmlns:a16="http://schemas.microsoft.com/office/drawing/2014/main" id="{0DE18992-35FF-4D27-AAB7-88D9A7881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7" name="Freeform 19">
              <a:extLst>
                <a:ext uri="{FF2B5EF4-FFF2-40B4-BE49-F238E27FC236}">
                  <a16:creationId xmlns:a16="http://schemas.microsoft.com/office/drawing/2014/main" id="{162D7313-86C3-45AF-AC7A-C5429A228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Freeform 20">
              <a:extLst>
                <a:ext uri="{FF2B5EF4-FFF2-40B4-BE49-F238E27FC236}">
                  <a16:creationId xmlns:a16="http://schemas.microsoft.com/office/drawing/2014/main" id="{4033A1EE-166E-4246-AB00-AA91D7B8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Rectangle 21">
              <a:extLst>
                <a:ext uri="{FF2B5EF4-FFF2-40B4-BE49-F238E27FC236}">
                  <a16:creationId xmlns:a16="http://schemas.microsoft.com/office/drawing/2014/main" id="{9F5BA15F-D1CD-44A2-B643-290576317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0" name="Freeform 22">
              <a:extLst>
                <a:ext uri="{FF2B5EF4-FFF2-40B4-BE49-F238E27FC236}">
                  <a16:creationId xmlns:a16="http://schemas.microsoft.com/office/drawing/2014/main" id="{673D8FDD-D165-4834-B9F4-E15C5EBD5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Freeform 23">
              <a:extLst>
                <a:ext uri="{FF2B5EF4-FFF2-40B4-BE49-F238E27FC236}">
                  <a16:creationId xmlns:a16="http://schemas.microsoft.com/office/drawing/2014/main" id="{314E2D52-365D-407E-A832-01E0F8604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Freeform 24">
              <a:extLst>
                <a:ext uri="{FF2B5EF4-FFF2-40B4-BE49-F238E27FC236}">
                  <a16:creationId xmlns:a16="http://schemas.microsoft.com/office/drawing/2014/main" id="{299BE646-A2B8-42AB-8DE3-9E38BF21D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3" name="Freeform 25">
              <a:extLst>
                <a:ext uri="{FF2B5EF4-FFF2-40B4-BE49-F238E27FC236}">
                  <a16:creationId xmlns:a16="http://schemas.microsoft.com/office/drawing/2014/main" id="{B6CBF7F9-54D6-418C-B679-4A03F1AF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Freeform 26">
              <a:extLst>
                <a:ext uri="{FF2B5EF4-FFF2-40B4-BE49-F238E27FC236}">
                  <a16:creationId xmlns:a16="http://schemas.microsoft.com/office/drawing/2014/main" id="{2B8FDD23-E511-4B50-8A45-E25C8EBFB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Freeform 27">
              <a:extLst>
                <a:ext uri="{FF2B5EF4-FFF2-40B4-BE49-F238E27FC236}">
                  <a16:creationId xmlns:a16="http://schemas.microsoft.com/office/drawing/2014/main" id="{B04AC64C-ACEE-462D-95F2-3D82FF090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Freeform 28">
              <a:extLst>
                <a:ext uri="{FF2B5EF4-FFF2-40B4-BE49-F238E27FC236}">
                  <a16:creationId xmlns:a16="http://schemas.microsoft.com/office/drawing/2014/main" id="{9E0086A8-06D1-484E-805F-460346EB5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 29">
              <a:extLst>
                <a:ext uri="{FF2B5EF4-FFF2-40B4-BE49-F238E27FC236}">
                  <a16:creationId xmlns:a16="http://schemas.microsoft.com/office/drawing/2014/main" id="{1952C3C6-3706-447A-A721-81155E748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 30">
              <a:extLst>
                <a:ext uri="{FF2B5EF4-FFF2-40B4-BE49-F238E27FC236}">
                  <a16:creationId xmlns:a16="http://schemas.microsoft.com/office/drawing/2014/main" id="{F264C83C-EFE0-4E45-A20F-4A437FC28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 31">
              <a:extLst>
                <a:ext uri="{FF2B5EF4-FFF2-40B4-BE49-F238E27FC236}">
                  <a16:creationId xmlns:a16="http://schemas.microsoft.com/office/drawing/2014/main" id="{7E1F77A7-8C12-430E-A0C7-386E9FECC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B9535DE4-FAFA-446C-A46C-F06D18D3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E9C2F-47D9-253C-B55E-7E2440CD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3"/>
            <a:ext cx="3031686" cy="4255024"/>
          </a:xfrm>
        </p:spPr>
        <p:txBody>
          <a:bodyPr>
            <a:normAutofit/>
          </a:bodyPr>
          <a:lstStyle/>
          <a:p>
            <a:r>
              <a:rPr lang="en-CA" sz="3300" dirty="0">
                <a:solidFill>
                  <a:srgbClr val="FFFFFF"/>
                </a:solidFill>
                <a:hlinkClick r:id="rId3"/>
              </a:rPr>
              <a:t>Substitution de </a:t>
            </a:r>
            <a:r>
              <a:rPr lang="en-CA" sz="3300" dirty="0" err="1">
                <a:solidFill>
                  <a:srgbClr val="FFFFFF"/>
                </a:solidFill>
                <a:hlinkClick r:id="rId3"/>
              </a:rPr>
              <a:t>commande</a:t>
            </a:r>
            <a:endParaRPr lang="en-CA" sz="3300" dirty="0">
              <a:solidFill>
                <a:srgbClr val="FFFFFF"/>
              </a:solidFill>
            </a:endParaRPr>
          </a:p>
        </p:txBody>
      </p:sp>
      <p:graphicFrame>
        <p:nvGraphicFramePr>
          <p:cNvPr id="120" name="Content Placeholder 2">
            <a:extLst>
              <a:ext uri="{FF2B5EF4-FFF2-40B4-BE49-F238E27FC236}">
                <a16:creationId xmlns:a16="http://schemas.microsoft.com/office/drawing/2014/main" id="{66DAD4CE-B8EE-0B55-EDF4-C176217EE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386190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70942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AA58-C733-8EF9-E8BF-BBC5261E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Bashisme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8DA8-7B8F-E30F-BA5B-78CE554F1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>
                <a:hlinkClick r:id="rId2"/>
              </a:rPr>
              <a:t>Développement des accolades </a:t>
            </a:r>
            <a:endParaRPr lang="fr-CA" dirty="0"/>
          </a:p>
          <a:p>
            <a:r>
              <a:rPr lang="fr-CA" dirty="0">
                <a:hlinkClick r:id="rId3"/>
              </a:rPr>
              <a:t>Substitution de processus </a:t>
            </a:r>
            <a:endParaRPr lang="fr-CA" dirty="0"/>
          </a:p>
          <a:p>
            <a:pPr lvl="1"/>
            <a:r>
              <a:rPr lang="fr-CA" dirty="0"/>
              <a:t>&lt;() et &gt;()</a:t>
            </a:r>
          </a:p>
          <a:p>
            <a:pPr lvl="1"/>
            <a:r>
              <a:rPr lang="fr-CA" dirty="0"/>
              <a:t>EX: </a:t>
            </a:r>
            <a:r>
              <a:rPr lang="en-CA" sz="1800" dirty="0">
                <a:solidFill>
                  <a:srgbClr val="F6F080"/>
                </a:solidFill>
              </a:rPr>
              <a:t>diff</a:t>
            </a:r>
            <a:r>
              <a:rPr lang="en-CA" sz="1800" dirty="0">
                <a:solidFill>
                  <a:srgbClr val="F8F8F8"/>
                </a:solidFill>
              </a:rPr>
              <a:t> </a:t>
            </a:r>
            <a:r>
              <a:rPr lang="en-CA" sz="1800" dirty="0">
                <a:solidFill>
                  <a:srgbClr val="FFAA00"/>
                </a:solidFill>
              </a:rPr>
              <a:t>&lt;(</a:t>
            </a:r>
            <a:r>
              <a:rPr lang="en-CA" sz="1800" dirty="0">
                <a:solidFill>
                  <a:srgbClr val="F6F080"/>
                </a:solidFill>
              </a:rPr>
              <a:t>ls</a:t>
            </a:r>
            <a:r>
              <a:rPr lang="en-CA" sz="1800" dirty="0">
                <a:solidFill>
                  <a:srgbClr val="F8F8F8"/>
                </a:solidFill>
              </a:rPr>
              <a:t> </a:t>
            </a:r>
            <a:r>
              <a:rPr lang="en-CA" sz="1800" dirty="0">
                <a:solidFill>
                  <a:srgbClr val="EB939A"/>
                </a:solidFill>
              </a:rPr>
              <a:t>dir1</a:t>
            </a:r>
            <a:r>
              <a:rPr lang="en-CA" sz="1800" dirty="0">
                <a:solidFill>
                  <a:srgbClr val="FFAA00"/>
                </a:solidFill>
              </a:rPr>
              <a:t>)</a:t>
            </a:r>
            <a:r>
              <a:rPr lang="en-CA" sz="1800" dirty="0">
                <a:solidFill>
                  <a:srgbClr val="F8F8F8"/>
                </a:solidFill>
              </a:rPr>
              <a:t> </a:t>
            </a:r>
            <a:r>
              <a:rPr lang="en-CA" sz="1800" dirty="0">
                <a:solidFill>
                  <a:srgbClr val="FFAA00"/>
                </a:solidFill>
              </a:rPr>
              <a:t>&lt;(</a:t>
            </a:r>
            <a:r>
              <a:rPr lang="en-CA" sz="1800" dirty="0">
                <a:solidFill>
                  <a:srgbClr val="F6F080"/>
                </a:solidFill>
              </a:rPr>
              <a:t>ls</a:t>
            </a:r>
            <a:r>
              <a:rPr lang="en-CA" sz="1800" dirty="0">
                <a:solidFill>
                  <a:srgbClr val="F8F8F8"/>
                </a:solidFill>
              </a:rPr>
              <a:t> </a:t>
            </a:r>
            <a:r>
              <a:rPr lang="en-CA" sz="1800" dirty="0">
                <a:solidFill>
                  <a:srgbClr val="EB939A"/>
                </a:solidFill>
              </a:rPr>
              <a:t>dir2</a:t>
            </a:r>
            <a:r>
              <a:rPr lang="en-CA" sz="1800" dirty="0">
                <a:solidFill>
                  <a:srgbClr val="FFAA00"/>
                </a:solidFill>
              </a:rPr>
              <a:t>)</a:t>
            </a:r>
          </a:p>
          <a:p>
            <a:r>
              <a:rPr lang="en-CA" dirty="0">
                <a:hlinkClick r:id="rId4"/>
              </a:rPr>
              <a:t>Bash Test [[ … ]]</a:t>
            </a:r>
            <a:endParaRPr lang="en-CA" dirty="0"/>
          </a:p>
          <a:p>
            <a:pPr lvl="1"/>
            <a:r>
              <a:rPr lang="en-CA" dirty="0" err="1"/>
              <a:t>Permet</a:t>
            </a:r>
            <a:r>
              <a:rPr lang="en-CA" dirty="0"/>
              <a:t> </a:t>
            </a:r>
            <a:r>
              <a:rPr lang="en-CA" dirty="0" err="1"/>
              <a:t>connecteurs</a:t>
            </a:r>
            <a:r>
              <a:rPr lang="en-CA" dirty="0"/>
              <a:t> </a:t>
            </a:r>
            <a:r>
              <a:rPr lang="en-CA" dirty="0" err="1"/>
              <a:t>logiques</a:t>
            </a:r>
            <a:r>
              <a:rPr lang="en-CA" dirty="0"/>
              <a:t>, </a:t>
            </a:r>
            <a:r>
              <a:rPr lang="en-CA" dirty="0" err="1"/>
              <a:t>comparaisons</a:t>
            </a:r>
            <a:r>
              <a:rPr lang="en-CA" dirty="0"/>
              <a:t> (</a:t>
            </a:r>
            <a:r>
              <a:rPr lang="en-CA" dirty="0" err="1"/>
              <a:t>lexicograph</a:t>
            </a:r>
            <a:r>
              <a:rPr lang="en-CA" dirty="0"/>
              <a:t>, glob, ERE), etc.</a:t>
            </a:r>
          </a:p>
        </p:txBody>
      </p:sp>
    </p:spTree>
    <p:extLst>
      <p:ext uri="{BB962C8B-B14F-4D97-AF65-F5344CB8AC3E}">
        <p14:creationId xmlns:p14="http://schemas.microsoft.com/office/powerpoint/2010/main" val="700026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128</TotalTime>
  <Words>244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Tw Cen MT</vt:lpstr>
      <vt:lpstr>Circuit</vt:lpstr>
      <vt:lpstr>INF1070 Lab 11</vt:lpstr>
      <vt:lpstr>Redirections de base</vt:lpstr>
      <vt:lpstr>Redirection avancée</vt:lpstr>
      <vt:lpstr>Variables</vt:lpstr>
      <vt:lpstr>Paramètre positionnel et spécial</vt:lpstr>
      <vt:lpstr>Substitution de commande</vt:lpstr>
      <vt:lpstr>Bashisme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3</cp:revision>
  <dcterms:created xsi:type="dcterms:W3CDTF">2025-04-03T15:55:09Z</dcterms:created>
  <dcterms:modified xsi:type="dcterms:W3CDTF">2025-04-04T02:26:24Z</dcterms:modified>
</cp:coreProperties>
</file>