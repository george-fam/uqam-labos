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7" r:id="rId4"/>
    <p:sldMasterId id="2147483660" r:id="rId5"/>
  </p:sldMasterIdLst>
  <p:notesMasterIdLst>
    <p:notesMasterId r:id="rId13"/>
  </p:notesMasterIdLst>
  <p:sldIdLst>
    <p:sldId id="293" r:id="rId6"/>
    <p:sldId id="299" r:id="rId7"/>
    <p:sldId id="298" r:id="rId8"/>
    <p:sldId id="303" r:id="rId9"/>
    <p:sldId id="297" r:id="rId10"/>
    <p:sldId id="301" r:id="rId11"/>
    <p:sldId id="300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4619" autoAdjust="0"/>
  </p:normalViewPr>
  <p:slideViewPr>
    <p:cSldViewPr snapToGrid="0">
      <p:cViewPr varScale="1">
        <p:scale>
          <a:sx n="172" d="100"/>
          <a:sy n="172" d="100"/>
        </p:scale>
        <p:origin x="120" y="485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51" d="100"/>
          <a:sy n="151" d="100"/>
        </p:scale>
        <p:origin x="2693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viewProps" Target="viewProps.xml"/><Relationship Id="rId10" Type="http://schemas.openxmlformats.org/officeDocument/2006/relationships/slide" Target="slides/slide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presProps" Target="presProps.xml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hyperlink" Target="https://inf1070.uqam.ca/04-regex.pdf" TargetMode="Externa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hyperlink" Target="https://inf1070.uqam.ca/04-regex.pdf" TargetMode="External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1202C33-9630-476D-9F9C-256F39F5A75D}" type="doc">
      <dgm:prSet loTypeId="urn:microsoft.com/office/officeart/2005/8/layout/vList5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4BE5A2EC-4E9C-4644-AADB-942763EEB1C2}">
      <dgm:prSet/>
      <dgm:spPr/>
      <dgm:t>
        <a:bodyPr/>
        <a:lstStyle/>
        <a:p>
          <a:r>
            <a:rPr lang="en-CA" dirty="0" err="1"/>
            <a:t>Caractères</a:t>
          </a:r>
          <a:r>
            <a:rPr lang="en-CA" dirty="0"/>
            <a:t> </a:t>
          </a:r>
          <a:r>
            <a:rPr lang="en-CA" dirty="0" err="1"/>
            <a:t>spéciaux</a:t>
          </a:r>
          <a:r>
            <a:rPr lang="en-CA" dirty="0"/>
            <a:t>:</a:t>
          </a:r>
          <a:endParaRPr lang="en-US" dirty="0"/>
        </a:p>
      </dgm:t>
    </dgm:pt>
    <dgm:pt modelId="{AC1406E9-C19C-4451-A856-55A3663317F1}" type="parTrans" cxnId="{77B49BE4-E134-4F8A-A1D1-07EA86BEB19D}">
      <dgm:prSet/>
      <dgm:spPr/>
      <dgm:t>
        <a:bodyPr/>
        <a:lstStyle/>
        <a:p>
          <a:endParaRPr lang="en-US"/>
        </a:p>
      </dgm:t>
    </dgm:pt>
    <dgm:pt modelId="{1D5A21CA-A78C-441E-89D0-B8DC032BD98E}" type="sibTrans" cxnId="{77B49BE4-E134-4F8A-A1D1-07EA86BEB19D}">
      <dgm:prSet/>
      <dgm:spPr/>
      <dgm:t>
        <a:bodyPr/>
        <a:lstStyle/>
        <a:p>
          <a:endParaRPr lang="en-US"/>
        </a:p>
      </dgm:t>
    </dgm:pt>
    <dgm:pt modelId="{7D0B2926-CE73-4F1F-9789-22364E74E0DC}">
      <dgm:prSet/>
      <dgm:spPr/>
      <dgm:t>
        <a:bodyPr/>
        <a:lstStyle/>
        <a:p>
          <a:r>
            <a:rPr lang="en-CA" dirty="0"/>
            <a:t>Le point .</a:t>
          </a:r>
          <a:endParaRPr lang="en-US" dirty="0"/>
        </a:p>
      </dgm:t>
    </dgm:pt>
    <dgm:pt modelId="{F59919BE-7761-4B42-925D-917FEA4A3994}" type="parTrans" cxnId="{5012E25C-A51F-419C-BDD2-CDB34E9EA5BE}">
      <dgm:prSet/>
      <dgm:spPr/>
      <dgm:t>
        <a:bodyPr/>
        <a:lstStyle/>
        <a:p>
          <a:endParaRPr lang="en-CA"/>
        </a:p>
      </dgm:t>
    </dgm:pt>
    <dgm:pt modelId="{0F763938-67A7-4F17-A1C5-155917B17DA3}" type="sibTrans" cxnId="{5012E25C-A51F-419C-BDD2-CDB34E9EA5BE}">
      <dgm:prSet/>
      <dgm:spPr/>
      <dgm:t>
        <a:bodyPr/>
        <a:lstStyle/>
        <a:p>
          <a:endParaRPr lang="en-CA"/>
        </a:p>
      </dgm:t>
    </dgm:pt>
    <dgm:pt modelId="{BA254B6D-2B89-461E-BD09-54575047CFF9}">
      <dgm:prSet/>
      <dgm:spPr/>
      <dgm:t>
        <a:bodyPr/>
        <a:lstStyle/>
        <a:p>
          <a:r>
            <a:rPr lang="fr-FR" dirty="0"/>
            <a:t>Correspond à n’importe quel caractère sauf NUL</a:t>
          </a:r>
          <a:endParaRPr lang="en-US" dirty="0"/>
        </a:p>
      </dgm:t>
    </dgm:pt>
    <dgm:pt modelId="{5327466E-E66D-401C-A066-0A94ABF932DD}" type="parTrans" cxnId="{9DAA436D-4B67-4770-9102-5ED84D4BD9D8}">
      <dgm:prSet/>
      <dgm:spPr/>
      <dgm:t>
        <a:bodyPr/>
        <a:lstStyle/>
        <a:p>
          <a:endParaRPr lang="en-CA"/>
        </a:p>
      </dgm:t>
    </dgm:pt>
    <dgm:pt modelId="{18EA3F0A-34B3-4D5F-A576-3386A309320B}" type="sibTrans" cxnId="{9DAA436D-4B67-4770-9102-5ED84D4BD9D8}">
      <dgm:prSet/>
      <dgm:spPr/>
      <dgm:t>
        <a:bodyPr/>
        <a:lstStyle/>
        <a:p>
          <a:endParaRPr lang="en-CA"/>
        </a:p>
      </dgm:t>
    </dgm:pt>
    <dgm:pt modelId="{22804064-48D9-4E41-BEFA-F4E10BA54440}">
      <dgm:prSet/>
      <dgm:spPr/>
      <dgm:t>
        <a:bodyPr/>
        <a:lstStyle/>
        <a:p>
          <a:r>
            <a:rPr lang="en-CA" dirty="0" err="1"/>
            <a:t>Équivalent</a:t>
          </a:r>
          <a:r>
            <a:rPr lang="en-CA" dirty="0"/>
            <a:t> au « ? » </a:t>
          </a:r>
          <a:r>
            <a:rPr lang="en-CA" dirty="0" err="1"/>
            <a:t>en</a:t>
          </a:r>
          <a:r>
            <a:rPr lang="en-CA" dirty="0"/>
            <a:t> glob</a:t>
          </a:r>
          <a:endParaRPr lang="en-US" dirty="0"/>
        </a:p>
      </dgm:t>
    </dgm:pt>
    <dgm:pt modelId="{F6353B15-B578-47F3-B42B-55FCFFBBF70D}" type="parTrans" cxnId="{4671AE17-6F4D-448A-A9E3-ABACDF0B961C}">
      <dgm:prSet/>
      <dgm:spPr/>
      <dgm:t>
        <a:bodyPr/>
        <a:lstStyle/>
        <a:p>
          <a:endParaRPr lang="en-CA"/>
        </a:p>
      </dgm:t>
    </dgm:pt>
    <dgm:pt modelId="{9F41930B-AC8E-4578-A11B-2603318894AF}" type="sibTrans" cxnId="{4671AE17-6F4D-448A-A9E3-ABACDF0B961C}">
      <dgm:prSet/>
      <dgm:spPr/>
      <dgm:t>
        <a:bodyPr/>
        <a:lstStyle/>
        <a:p>
          <a:endParaRPr lang="en-CA"/>
        </a:p>
      </dgm:t>
    </dgm:pt>
    <dgm:pt modelId="{CE09E189-8526-4D3F-AFE2-5EDF427B5B8A}">
      <dgm:prSet/>
      <dgm:spPr/>
      <dgm:t>
        <a:bodyPr/>
        <a:lstStyle/>
        <a:p>
          <a:r>
            <a:rPr lang="fr-FR" dirty="0"/>
            <a:t>Utiliser « \. » pour reconnaître un point</a:t>
          </a:r>
          <a:endParaRPr lang="en-US" dirty="0"/>
        </a:p>
      </dgm:t>
    </dgm:pt>
    <dgm:pt modelId="{CF9E16B4-DD21-47CC-AAF4-25DC91A10AA5}" type="parTrans" cxnId="{74B967BE-C623-4F2D-A284-687DE27394C9}">
      <dgm:prSet/>
      <dgm:spPr/>
      <dgm:t>
        <a:bodyPr/>
        <a:lstStyle/>
        <a:p>
          <a:endParaRPr lang="en-CA"/>
        </a:p>
      </dgm:t>
    </dgm:pt>
    <dgm:pt modelId="{69C0AB81-CA0F-4A24-8F6A-1A9E898DB4B8}" type="sibTrans" cxnId="{74B967BE-C623-4F2D-A284-687DE27394C9}">
      <dgm:prSet/>
      <dgm:spPr/>
      <dgm:t>
        <a:bodyPr/>
        <a:lstStyle/>
        <a:p>
          <a:endParaRPr lang="en-CA"/>
        </a:p>
      </dgm:t>
    </dgm:pt>
    <dgm:pt modelId="{E846C9E2-116E-4A40-97B1-7EA6DF40CBBC}">
      <dgm:prSet/>
      <dgm:spPr/>
      <dgm:t>
        <a:bodyPr/>
        <a:lstStyle/>
        <a:p>
          <a:r>
            <a:rPr lang="en-CA" dirty="0"/>
            <a:t>Les crochets []</a:t>
          </a:r>
          <a:endParaRPr lang="en-US" dirty="0"/>
        </a:p>
      </dgm:t>
    </dgm:pt>
    <dgm:pt modelId="{1D929A3D-E047-46B8-B267-F1E4590BEAE4}" type="parTrans" cxnId="{A743224D-D9A7-4439-B3AB-56638CAF9703}">
      <dgm:prSet/>
      <dgm:spPr/>
      <dgm:t>
        <a:bodyPr/>
        <a:lstStyle/>
        <a:p>
          <a:endParaRPr lang="en-CA"/>
        </a:p>
      </dgm:t>
    </dgm:pt>
    <dgm:pt modelId="{0DF73669-CDA6-45E5-B53F-560061707906}" type="sibTrans" cxnId="{A743224D-D9A7-4439-B3AB-56638CAF9703}">
      <dgm:prSet/>
      <dgm:spPr/>
      <dgm:t>
        <a:bodyPr/>
        <a:lstStyle/>
        <a:p>
          <a:endParaRPr lang="en-CA"/>
        </a:p>
      </dgm:t>
    </dgm:pt>
    <dgm:pt modelId="{2829B835-43F2-4DAC-8F07-12C3AB14416D}">
      <dgm:prSet/>
      <dgm:spPr/>
      <dgm:t>
        <a:bodyPr/>
        <a:lstStyle/>
        <a:p>
          <a:r>
            <a:rPr lang="fr-FR"/>
            <a:t>Listent un choix parmi plusieurs caractères</a:t>
          </a:r>
          <a:endParaRPr lang="en-US"/>
        </a:p>
      </dgm:t>
    </dgm:pt>
    <dgm:pt modelId="{5ADDD6A3-145C-462C-89E1-6FAA731D5324}" type="parTrans" cxnId="{894F8413-A881-446A-B6E2-DFF451682ADC}">
      <dgm:prSet/>
      <dgm:spPr/>
      <dgm:t>
        <a:bodyPr/>
        <a:lstStyle/>
        <a:p>
          <a:endParaRPr lang="en-CA"/>
        </a:p>
      </dgm:t>
    </dgm:pt>
    <dgm:pt modelId="{1CD8F8DE-F1E3-4076-AF3E-65CA5AD648D2}" type="sibTrans" cxnId="{894F8413-A881-446A-B6E2-DFF451682ADC}">
      <dgm:prSet/>
      <dgm:spPr/>
      <dgm:t>
        <a:bodyPr/>
        <a:lstStyle/>
        <a:p>
          <a:endParaRPr lang="en-CA"/>
        </a:p>
      </dgm:t>
    </dgm:pt>
    <dgm:pt modelId="{7057F58D-3226-4187-909E-30863E15FED7}">
      <dgm:prSet/>
      <dgm:spPr/>
      <dgm:t>
        <a:bodyPr/>
        <a:lstStyle/>
        <a:p>
          <a:r>
            <a:rPr lang="fr-FR" dirty="0"/>
            <a:t>Protéger crochets du </a:t>
          </a:r>
          <a:r>
            <a:rPr lang="fr-FR" dirty="0" err="1"/>
            <a:t>shell</a:t>
          </a:r>
          <a:r>
            <a:rPr lang="fr-FR" dirty="0"/>
            <a:t> avec guillemets</a:t>
          </a:r>
          <a:endParaRPr lang="en-US" dirty="0"/>
        </a:p>
      </dgm:t>
    </dgm:pt>
    <dgm:pt modelId="{9BEF5136-871D-468C-A5EA-375240BC7D50}" type="parTrans" cxnId="{6511CBDC-B9AA-4C82-B006-FA633D8CB928}">
      <dgm:prSet/>
      <dgm:spPr/>
      <dgm:t>
        <a:bodyPr/>
        <a:lstStyle/>
        <a:p>
          <a:endParaRPr lang="en-CA"/>
        </a:p>
      </dgm:t>
    </dgm:pt>
    <dgm:pt modelId="{25734FFA-0FC0-4E8B-9B7B-44757C74038E}" type="sibTrans" cxnId="{6511CBDC-B9AA-4C82-B006-FA633D8CB928}">
      <dgm:prSet/>
      <dgm:spPr/>
      <dgm:t>
        <a:bodyPr/>
        <a:lstStyle/>
        <a:p>
          <a:endParaRPr lang="en-CA"/>
        </a:p>
      </dgm:t>
    </dgm:pt>
    <dgm:pt modelId="{098F6CCD-DA6C-4107-8286-644AFA510E52}">
      <dgm:prSet/>
      <dgm:spPr/>
      <dgm:t>
        <a:bodyPr/>
        <a:lstStyle/>
        <a:p>
          <a:r>
            <a:rPr lang="fr-FR" dirty="0"/>
            <a:t>Circonflexe </a:t>
          </a:r>
          <a:r>
            <a:rPr lang="en-CA" dirty="0"/>
            <a:t>^ </a:t>
          </a:r>
          <a:r>
            <a:rPr lang="fr-FR" dirty="0"/>
            <a:t>indique négation (tout autre caractères)</a:t>
          </a:r>
          <a:endParaRPr lang="en-US" dirty="0"/>
        </a:p>
      </dgm:t>
    </dgm:pt>
    <dgm:pt modelId="{C010D549-7F6B-4E6D-89FB-992A7571C019}" type="parTrans" cxnId="{63E54DB9-D61A-43FA-B372-1F026942829B}">
      <dgm:prSet/>
      <dgm:spPr/>
      <dgm:t>
        <a:bodyPr/>
        <a:lstStyle/>
        <a:p>
          <a:endParaRPr lang="en-CA"/>
        </a:p>
      </dgm:t>
    </dgm:pt>
    <dgm:pt modelId="{8249750E-2858-48C5-9D97-B3FA8D77B817}" type="sibTrans" cxnId="{63E54DB9-D61A-43FA-B372-1F026942829B}">
      <dgm:prSet/>
      <dgm:spPr/>
      <dgm:t>
        <a:bodyPr/>
        <a:lstStyle/>
        <a:p>
          <a:endParaRPr lang="en-CA"/>
        </a:p>
      </dgm:t>
    </dgm:pt>
    <dgm:pt modelId="{71B5AD1F-D214-4629-82DB-0760215F858F}" type="pres">
      <dgm:prSet presAssocID="{61202C33-9630-476D-9F9C-256F39F5A75D}" presName="Name0" presStyleCnt="0">
        <dgm:presLayoutVars>
          <dgm:dir/>
          <dgm:animLvl val="lvl"/>
          <dgm:resizeHandles val="exact"/>
        </dgm:presLayoutVars>
      </dgm:prSet>
      <dgm:spPr/>
    </dgm:pt>
    <dgm:pt modelId="{08C454F2-7F34-4D80-B30E-E08EB8B73A75}" type="pres">
      <dgm:prSet presAssocID="{4BE5A2EC-4E9C-4644-AADB-942763EEB1C2}" presName="linNode" presStyleCnt="0"/>
      <dgm:spPr/>
    </dgm:pt>
    <dgm:pt modelId="{F37EC304-7BCB-4B0C-BD0F-0A85C8B23734}" type="pres">
      <dgm:prSet presAssocID="{4BE5A2EC-4E9C-4644-AADB-942763EEB1C2}" presName="parentText" presStyleLbl="node1" presStyleIdx="0" presStyleCnt="1">
        <dgm:presLayoutVars>
          <dgm:chMax val="1"/>
          <dgm:bulletEnabled val="1"/>
        </dgm:presLayoutVars>
      </dgm:prSet>
      <dgm:spPr/>
    </dgm:pt>
    <dgm:pt modelId="{DE2E7458-4FF8-4663-9811-A7F777A356BE}" type="pres">
      <dgm:prSet presAssocID="{4BE5A2EC-4E9C-4644-AADB-942763EEB1C2}" presName="descendantText" presStyleLbl="alignAccFollowNode1" presStyleIdx="0" presStyleCnt="1">
        <dgm:presLayoutVars>
          <dgm:bulletEnabled val="1"/>
        </dgm:presLayoutVars>
      </dgm:prSet>
      <dgm:spPr/>
    </dgm:pt>
  </dgm:ptLst>
  <dgm:cxnLst>
    <dgm:cxn modelId="{0FF33F02-9AB0-4333-B27A-814B81C7FD3C}" type="presOf" srcId="{61202C33-9630-476D-9F9C-256F39F5A75D}" destId="{71B5AD1F-D214-4629-82DB-0760215F858F}" srcOrd="0" destOrd="0" presId="urn:microsoft.com/office/officeart/2005/8/layout/vList5"/>
    <dgm:cxn modelId="{894F8413-A881-446A-B6E2-DFF451682ADC}" srcId="{E846C9E2-116E-4A40-97B1-7EA6DF40CBBC}" destId="{2829B835-43F2-4DAC-8F07-12C3AB14416D}" srcOrd="0" destOrd="0" parTransId="{5ADDD6A3-145C-462C-89E1-6FAA731D5324}" sibTransId="{1CD8F8DE-F1E3-4076-AF3E-65CA5AD648D2}"/>
    <dgm:cxn modelId="{4671AE17-6F4D-448A-A9E3-ABACDF0B961C}" srcId="{7D0B2926-CE73-4F1F-9789-22364E74E0DC}" destId="{22804064-48D9-4E41-BEFA-F4E10BA54440}" srcOrd="1" destOrd="0" parTransId="{F6353B15-B578-47F3-B42B-55FCFFBBF70D}" sibTransId="{9F41930B-AC8E-4578-A11B-2603318894AF}"/>
    <dgm:cxn modelId="{5012E25C-A51F-419C-BDD2-CDB34E9EA5BE}" srcId="{4BE5A2EC-4E9C-4644-AADB-942763EEB1C2}" destId="{7D0B2926-CE73-4F1F-9789-22364E74E0DC}" srcOrd="0" destOrd="0" parTransId="{F59919BE-7761-4B42-925D-917FEA4A3994}" sibTransId="{0F763938-67A7-4F17-A1C5-155917B17DA3}"/>
    <dgm:cxn modelId="{A743224D-D9A7-4439-B3AB-56638CAF9703}" srcId="{4BE5A2EC-4E9C-4644-AADB-942763EEB1C2}" destId="{E846C9E2-116E-4A40-97B1-7EA6DF40CBBC}" srcOrd="1" destOrd="0" parTransId="{1D929A3D-E047-46B8-B267-F1E4590BEAE4}" sibTransId="{0DF73669-CDA6-45E5-B53F-560061707906}"/>
    <dgm:cxn modelId="{9DAA436D-4B67-4770-9102-5ED84D4BD9D8}" srcId="{7D0B2926-CE73-4F1F-9789-22364E74E0DC}" destId="{BA254B6D-2B89-461E-BD09-54575047CFF9}" srcOrd="0" destOrd="0" parTransId="{5327466E-E66D-401C-A066-0A94ABF932DD}" sibTransId="{18EA3F0A-34B3-4D5F-A576-3386A309320B}"/>
    <dgm:cxn modelId="{47DBA754-CC53-4CA4-92EE-C82503550F10}" type="presOf" srcId="{098F6CCD-DA6C-4107-8286-644AFA510E52}" destId="{DE2E7458-4FF8-4663-9811-A7F777A356BE}" srcOrd="0" destOrd="7" presId="urn:microsoft.com/office/officeart/2005/8/layout/vList5"/>
    <dgm:cxn modelId="{271B3781-0880-44D5-A0C5-83D1BA2B99B7}" type="presOf" srcId="{22804064-48D9-4E41-BEFA-F4E10BA54440}" destId="{DE2E7458-4FF8-4663-9811-A7F777A356BE}" srcOrd="0" destOrd="2" presId="urn:microsoft.com/office/officeart/2005/8/layout/vList5"/>
    <dgm:cxn modelId="{8BAA858F-E742-4A4E-AE99-2203DC67DF41}" type="presOf" srcId="{CE09E189-8526-4D3F-AFE2-5EDF427B5B8A}" destId="{DE2E7458-4FF8-4663-9811-A7F777A356BE}" srcOrd="0" destOrd="3" presId="urn:microsoft.com/office/officeart/2005/8/layout/vList5"/>
    <dgm:cxn modelId="{9E3ABF95-9CCA-4C8E-A3FF-D4168CD940F0}" type="presOf" srcId="{E846C9E2-116E-4A40-97B1-7EA6DF40CBBC}" destId="{DE2E7458-4FF8-4663-9811-A7F777A356BE}" srcOrd="0" destOrd="4" presId="urn:microsoft.com/office/officeart/2005/8/layout/vList5"/>
    <dgm:cxn modelId="{8FD09C97-B584-4CB6-8BCA-2B29D82F6C06}" type="presOf" srcId="{2829B835-43F2-4DAC-8F07-12C3AB14416D}" destId="{DE2E7458-4FF8-4663-9811-A7F777A356BE}" srcOrd="0" destOrd="5" presId="urn:microsoft.com/office/officeart/2005/8/layout/vList5"/>
    <dgm:cxn modelId="{11D47AB7-F69B-449F-9D9F-78A3C78FBDDD}" type="presOf" srcId="{BA254B6D-2B89-461E-BD09-54575047CFF9}" destId="{DE2E7458-4FF8-4663-9811-A7F777A356BE}" srcOrd="0" destOrd="1" presId="urn:microsoft.com/office/officeart/2005/8/layout/vList5"/>
    <dgm:cxn modelId="{63E54DB9-D61A-43FA-B372-1F026942829B}" srcId="{E846C9E2-116E-4A40-97B1-7EA6DF40CBBC}" destId="{098F6CCD-DA6C-4107-8286-644AFA510E52}" srcOrd="2" destOrd="0" parTransId="{C010D549-7F6B-4E6D-89FB-992A7571C019}" sibTransId="{8249750E-2858-48C5-9D97-B3FA8D77B817}"/>
    <dgm:cxn modelId="{C147B7BB-900E-44BB-873B-B186663EB114}" type="presOf" srcId="{4BE5A2EC-4E9C-4644-AADB-942763EEB1C2}" destId="{F37EC304-7BCB-4B0C-BD0F-0A85C8B23734}" srcOrd="0" destOrd="0" presId="urn:microsoft.com/office/officeart/2005/8/layout/vList5"/>
    <dgm:cxn modelId="{74B967BE-C623-4F2D-A284-687DE27394C9}" srcId="{7D0B2926-CE73-4F1F-9789-22364E74E0DC}" destId="{CE09E189-8526-4D3F-AFE2-5EDF427B5B8A}" srcOrd="2" destOrd="0" parTransId="{CF9E16B4-DD21-47CC-AAF4-25DC91A10AA5}" sibTransId="{69C0AB81-CA0F-4A24-8F6A-1A9E898DB4B8}"/>
    <dgm:cxn modelId="{90112DC6-7CF5-4F10-A03B-CEA3D68A053B}" type="presOf" srcId="{7D0B2926-CE73-4F1F-9789-22364E74E0DC}" destId="{DE2E7458-4FF8-4663-9811-A7F777A356BE}" srcOrd="0" destOrd="0" presId="urn:microsoft.com/office/officeart/2005/8/layout/vList5"/>
    <dgm:cxn modelId="{365003CE-470C-4944-86B0-42765F7D9A8A}" type="presOf" srcId="{7057F58D-3226-4187-909E-30863E15FED7}" destId="{DE2E7458-4FF8-4663-9811-A7F777A356BE}" srcOrd="0" destOrd="6" presId="urn:microsoft.com/office/officeart/2005/8/layout/vList5"/>
    <dgm:cxn modelId="{6511CBDC-B9AA-4C82-B006-FA633D8CB928}" srcId="{E846C9E2-116E-4A40-97B1-7EA6DF40CBBC}" destId="{7057F58D-3226-4187-909E-30863E15FED7}" srcOrd="1" destOrd="0" parTransId="{9BEF5136-871D-468C-A5EA-375240BC7D50}" sibTransId="{25734FFA-0FC0-4E8B-9B7B-44757C74038E}"/>
    <dgm:cxn modelId="{77B49BE4-E134-4F8A-A1D1-07EA86BEB19D}" srcId="{61202C33-9630-476D-9F9C-256F39F5A75D}" destId="{4BE5A2EC-4E9C-4644-AADB-942763EEB1C2}" srcOrd="0" destOrd="0" parTransId="{AC1406E9-C19C-4451-A856-55A3663317F1}" sibTransId="{1D5A21CA-A78C-441E-89D0-B8DC032BD98E}"/>
    <dgm:cxn modelId="{6C23641C-9868-4E0D-81AF-776A9A62797C}" type="presParOf" srcId="{71B5AD1F-D214-4629-82DB-0760215F858F}" destId="{08C454F2-7F34-4D80-B30E-E08EB8B73A75}" srcOrd="0" destOrd="0" presId="urn:microsoft.com/office/officeart/2005/8/layout/vList5"/>
    <dgm:cxn modelId="{72851A54-BA15-4D54-BC2A-425DE3F2872D}" type="presParOf" srcId="{08C454F2-7F34-4D80-B30E-E08EB8B73A75}" destId="{F37EC304-7BCB-4B0C-BD0F-0A85C8B23734}" srcOrd="0" destOrd="0" presId="urn:microsoft.com/office/officeart/2005/8/layout/vList5"/>
    <dgm:cxn modelId="{DA297EA6-87CE-4D3B-A6FD-90D3B1F6ED35}" type="presParOf" srcId="{08C454F2-7F34-4D80-B30E-E08EB8B73A75}" destId="{DE2E7458-4FF8-4663-9811-A7F777A356BE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1202C33-9630-476D-9F9C-256F39F5A75D}" type="doc">
      <dgm:prSet loTypeId="urn:microsoft.com/office/officeart/2005/8/layout/vList5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4BE5A2EC-4E9C-4644-AADB-942763EEB1C2}">
      <dgm:prSet custT="1"/>
      <dgm:spPr>
        <a:scene3d>
          <a:camera prst="orthographicFront">
            <a:rot lat="0" lon="0" rev="0"/>
          </a:camera>
          <a:lightRig rig="flat" dir="tl">
            <a:rot lat="0" lon="0" rev="4200000"/>
          </a:lightRig>
        </a:scene3d>
        <a:sp3d prstMaterial="flat">
          <a:bevelT w="50800" h="63500" prst="riblet"/>
        </a:sp3d>
      </dgm:spPr>
      <dgm:t>
        <a:bodyPr spcFirstLastPara="0" vert="horz" wrap="square" lIns="179070" tIns="89535" rIns="179070" bIns="89535" numCol="1" spcCol="1270" anchor="ctr" anchorCtr="0"/>
        <a:lstStyle/>
        <a:p>
          <a:pPr marL="0" lvl="0" indent="0" algn="ctr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4700" kern="1200">
              <a:latin typeface="Avenir Next LT Pro" panose="02020404030301010803"/>
              <a:ea typeface="+mn-ea"/>
              <a:cs typeface="+mn-cs"/>
            </a:rPr>
            <a:t>Caractères spéciaux:</a:t>
          </a:r>
          <a:endParaRPr lang="en-US" sz="4700" kern="1200">
            <a:latin typeface="Avenir Next LT Pro" panose="02020404030301010803"/>
            <a:ea typeface="+mn-ea"/>
            <a:cs typeface="+mn-cs"/>
          </a:endParaRPr>
        </a:p>
      </dgm:t>
    </dgm:pt>
    <dgm:pt modelId="{AC1406E9-C19C-4451-A856-55A3663317F1}" type="parTrans" cxnId="{77B49BE4-E134-4F8A-A1D1-07EA86BEB19D}">
      <dgm:prSet/>
      <dgm:spPr/>
      <dgm:t>
        <a:bodyPr/>
        <a:lstStyle/>
        <a:p>
          <a:endParaRPr lang="en-US"/>
        </a:p>
      </dgm:t>
    </dgm:pt>
    <dgm:pt modelId="{1D5A21CA-A78C-441E-89D0-B8DC032BD98E}" type="sibTrans" cxnId="{77B49BE4-E134-4F8A-A1D1-07EA86BEB19D}">
      <dgm:prSet/>
      <dgm:spPr/>
      <dgm:t>
        <a:bodyPr/>
        <a:lstStyle/>
        <a:p>
          <a:endParaRPr lang="en-US"/>
        </a:p>
      </dgm:t>
    </dgm:pt>
    <dgm:pt modelId="{8BF914B9-2A8B-4755-8B5E-3D0747054D27}">
      <dgm:prSet/>
      <dgm:spPr/>
      <dgm:t>
        <a:bodyPr/>
        <a:lstStyle/>
        <a:p>
          <a:r>
            <a:rPr lang="en-CA" dirty="0" err="1"/>
            <a:t>L’étoile</a:t>
          </a:r>
          <a:r>
            <a:rPr lang="en-CA" dirty="0"/>
            <a:t> *</a:t>
          </a:r>
        </a:p>
      </dgm:t>
    </dgm:pt>
    <dgm:pt modelId="{37F43BC4-A7AA-421A-8814-D795B5325017}" type="parTrans" cxnId="{DE4DD830-2933-49BE-B594-09150C9447E7}">
      <dgm:prSet/>
      <dgm:spPr/>
      <dgm:t>
        <a:bodyPr/>
        <a:lstStyle/>
        <a:p>
          <a:endParaRPr lang="en-CA"/>
        </a:p>
      </dgm:t>
    </dgm:pt>
    <dgm:pt modelId="{C0A0CE6B-9309-4FEF-BA3E-56EED3AF2CD5}" type="sibTrans" cxnId="{DE4DD830-2933-49BE-B594-09150C9447E7}">
      <dgm:prSet/>
      <dgm:spPr/>
      <dgm:t>
        <a:bodyPr/>
        <a:lstStyle/>
        <a:p>
          <a:endParaRPr lang="en-CA"/>
        </a:p>
      </dgm:t>
    </dgm:pt>
    <dgm:pt modelId="{32EBCEAF-A92E-4B71-9F3E-466C639B770F}">
      <dgm:prSet/>
      <dgm:spPr/>
      <dgm:t>
        <a:bodyPr/>
        <a:lstStyle/>
        <a:p>
          <a:r>
            <a:rPr lang="fr-FR" dirty="0"/>
            <a:t>Indique une répétition d’un motif 0+ fois</a:t>
          </a:r>
          <a:endParaRPr lang="en-CA" dirty="0"/>
        </a:p>
      </dgm:t>
    </dgm:pt>
    <dgm:pt modelId="{4BCC0DCA-87A5-4CAA-B15D-7D02DD4EE9F3}" type="parTrans" cxnId="{D62E1E3B-5C5E-42AB-8C1D-288525D9948C}">
      <dgm:prSet/>
      <dgm:spPr/>
      <dgm:t>
        <a:bodyPr/>
        <a:lstStyle/>
        <a:p>
          <a:endParaRPr lang="en-CA"/>
        </a:p>
      </dgm:t>
    </dgm:pt>
    <dgm:pt modelId="{68D9E040-2C90-4632-A09B-6F6C1C658DA8}" type="sibTrans" cxnId="{D62E1E3B-5C5E-42AB-8C1D-288525D9948C}">
      <dgm:prSet/>
      <dgm:spPr/>
      <dgm:t>
        <a:bodyPr/>
        <a:lstStyle/>
        <a:p>
          <a:endParaRPr lang="en-CA"/>
        </a:p>
      </dgm:t>
    </dgm:pt>
    <dgm:pt modelId="{258860F5-1F9F-4F34-AFC3-3DC48733BA37}">
      <dgm:prSet/>
      <dgm:spPr/>
      <dgm:t>
        <a:bodyPr/>
        <a:lstStyle/>
        <a:p>
          <a:r>
            <a:rPr lang="en-CA" dirty="0"/>
            <a:t>Le </a:t>
          </a:r>
          <a:r>
            <a:rPr lang="en-CA" dirty="0" err="1"/>
            <a:t>circonflexe</a:t>
          </a:r>
          <a:r>
            <a:rPr lang="en-CA" dirty="0"/>
            <a:t> ^</a:t>
          </a:r>
        </a:p>
      </dgm:t>
    </dgm:pt>
    <dgm:pt modelId="{317B725E-738B-47D3-B9A7-93925731D147}" type="parTrans" cxnId="{F13D6C89-0F31-400E-886F-E80FDFD4F727}">
      <dgm:prSet/>
      <dgm:spPr/>
      <dgm:t>
        <a:bodyPr/>
        <a:lstStyle/>
        <a:p>
          <a:endParaRPr lang="en-CA"/>
        </a:p>
      </dgm:t>
    </dgm:pt>
    <dgm:pt modelId="{8BA6BEAA-F093-4542-BF4A-B823F2881187}" type="sibTrans" cxnId="{F13D6C89-0F31-400E-886F-E80FDFD4F727}">
      <dgm:prSet/>
      <dgm:spPr/>
      <dgm:t>
        <a:bodyPr/>
        <a:lstStyle/>
        <a:p>
          <a:endParaRPr lang="en-CA"/>
        </a:p>
      </dgm:t>
    </dgm:pt>
    <dgm:pt modelId="{5A4F45E1-F634-41B2-8430-6F98BE83CCE7}">
      <dgm:prSet/>
      <dgm:spPr/>
      <dgm:t>
        <a:bodyPr/>
        <a:lstStyle/>
        <a:p>
          <a:r>
            <a:rPr lang="fr-FR" dirty="0"/>
            <a:t>Indique début de chaine ou (ligne)</a:t>
          </a:r>
          <a:endParaRPr lang="en-CA" dirty="0"/>
        </a:p>
      </dgm:t>
    </dgm:pt>
    <dgm:pt modelId="{DA10C406-02B0-4659-AA87-D57A4A828B9F}" type="parTrans" cxnId="{CBA5E827-8C97-4B9C-AF92-783A6418009C}">
      <dgm:prSet/>
      <dgm:spPr/>
      <dgm:t>
        <a:bodyPr/>
        <a:lstStyle/>
        <a:p>
          <a:endParaRPr lang="en-CA"/>
        </a:p>
      </dgm:t>
    </dgm:pt>
    <dgm:pt modelId="{F6281FB0-D65D-471B-9548-454CA1C1E651}" type="sibTrans" cxnId="{CBA5E827-8C97-4B9C-AF92-783A6418009C}">
      <dgm:prSet/>
      <dgm:spPr/>
      <dgm:t>
        <a:bodyPr/>
        <a:lstStyle/>
        <a:p>
          <a:endParaRPr lang="en-CA"/>
        </a:p>
      </dgm:t>
    </dgm:pt>
    <dgm:pt modelId="{09F6A3DA-0DDD-46C6-83C9-71335BB982AB}">
      <dgm:prSet/>
      <dgm:spPr/>
      <dgm:t>
        <a:bodyPr/>
        <a:lstStyle/>
        <a:p>
          <a:r>
            <a:rPr lang="en-CA" dirty="0"/>
            <a:t>Le dollar $</a:t>
          </a:r>
        </a:p>
      </dgm:t>
    </dgm:pt>
    <dgm:pt modelId="{DC79CD88-DF92-4B7D-AB5E-F27588F6E2BB}" type="parTrans" cxnId="{720A3938-A3AD-4571-BF5E-29F78AE4FA05}">
      <dgm:prSet/>
      <dgm:spPr/>
      <dgm:t>
        <a:bodyPr/>
        <a:lstStyle/>
        <a:p>
          <a:endParaRPr lang="en-CA"/>
        </a:p>
      </dgm:t>
    </dgm:pt>
    <dgm:pt modelId="{438E66C4-40B8-4064-B67F-4564039AE5B7}" type="sibTrans" cxnId="{720A3938-A3AD-4571-BF5E-29F78AE4FA05}">
      <dgm:prSet/>
      <dgm:spPr/>
      <dgm:t>
        <a:bodyPr/>
        <a:lstStyle/>
        <a:p>
          <a:endParaRPr lang="en-CA"/>
        </a:p>
      </dgm:t>
    </dgm:pt>
    <dgm:pt modelId="{2B60183B-3446-4871-893D-479AEF18139A}">
      <dgm:prSet/>
      <dgm:spPr/>
      <dgm:t>
        <a:bodyPr/>
        <a:lstStyle/>
        <a:p>
          <a:r>
            <a:rPr lang="fr-FR" dirty="0"/>
            <a:t>Indique fin de chaine ou (ligne)</a:t>
          </a:r>
          <a:endParaRPr lang="en-CA" dirty="0"/>
        </a:p>
      </dgm:t>
    </dgm:pt>
    <dgm:pt modelId="{6B0BF81C-9B33-4367-B5BF-4E1ECFDC9108}" type="parTrans" cxnId="{40A9B96F-874A-404D-BFF3-6C7D4D5CC0E8}">
      <dgm:prSet/>
      <dgm:spPr/>
      <dgm:t>
        <a:bodyPr/>
        <a:lstStyle/>
        <a:p>
          <a:endParaRPr lang="en-CA"/>
        </a:p>
      </dgm:t>
    </dgm:pt>
    <dgm:pt modelId="{7C4272DD-BA50-4C12-B797-F5C6C5FC3160}" type="sibTrans" cxnId="{40A9B96F-874A-404D-BFF3-6C7D4D5CC0E8}">
      <dgm:prSet/>
      <dgm:spPr/>
      <dgm:t>
        <a:bodyPr/>
        <a:lstStyle/>
        <a:p>
          <a:endParaRPr lang="en-CA"/>
        </a:p>
      </dgm:t>
    </dgm:pt>
    <dgm:pt modelId="{5994BBD4-47C3-40D9-B175-9FCA435B1E6C}">
      <dgm:prSet/>
      <dgm:spPr/>
      <dgm:t>
        <a:bodyPr/>
        <a:lstStyle/>
        <a:p>
          <a:r>
            <a:rPr lang="en-CA" dirty="0"/>
            <a:t>La </a:t>
          </a:r>
          <a:r>
            <a:rPr lang="en-CA" dirty="0" err="1"/>
            <a:t>contre</a:t>
          </a:r>
          <a:r>
            <a:rPr lang="en-CA" dirty="0"/>
            <a:t>-oblique \</a:t>
          </a:r>
        </a:p>
      </dgm:t>
    </dgm:pt>
    <dgm:pt modelId="{D981F187-AED6-4A08-A33B-B4DBDA55C876}" type="parTrans" cxnId="{DA8EA5EA-A192-4348-BB03-6E95A1716FC1}">
      <dgm:prSet/>
      <dgm:spPr/>
      <dgm:t>
        <a:bodyPr/>
        <a:lstStyle/>
        <a:p>
          <a:endParaRPr lang="en-CA"/>
        </a:p>
      </dgm:t>
    </dgm:pt>
    <dgm:pt modelId="{FD052B8D-6325-4903-BA9B-7D1961B43251}" type="sibTrans" cxnId="{DA8EA5EA-A192-4348-BB03-6E95A1716FC1}">
      <dgm:prSet/>
      <dgm:spPr/>
      <dgm:t>
        <a:bodyPr/>
        <a:lstStyle/>
        <a:p>
          <a:endParaRPr lang="en-CA"/>
        </a:p>
      </dgm:t>
    </dgm:pt>
    <dgm:pt modelId="{F63EFAF1-B377-48C6-9459-9C2B6BE8A5C4}">
      <dgm:prSet/>
      <dgm:spPr/>
      <dgm:t>
        <a:bodyPr/>
        <a:lstStyle/>
        <a:p>
          <a:r>
            <a:rPr lang="fr-FR" dirty="0"/>
            <a:t>\ rend littéral un caractère spécial et inversement</a:t>
          </a:r>
          <a:endParaRPr lang="en-CA" dirty="0"/>
        </a:p>
      </dgm:t>
    </dgm:pt>
    <dgm:pt modelId="{D4585DA5-1D66-464D-94CF-4DAC30FC40B4}" type="parTrans" cxnId="{482E471B-2666-43D5-BE64-95AFAAB7CAE8}">
      <dgm:prSet/>
      <dgm:spPr/>
      <dgm:t>
        <a:bodyPr/>
        <a:lstStyle/>
        <a:p>
          <a:endParaRPr lang="en-CA"/>
        </a:p>
      </dgm:t>
    </dgm:pt>
    <dgm:pt modelId="{114FEF3F-68DF-4AB4-913A-73C5C8114603}" type="sibTrans" cxnId="{482E471B-2666-43D5-BE64-95AFAAB7CAE8}">
      <dgm:prSet/>
      <dgm:spPr/>
      <dgm:t>
        <a:bodyPr/>
        <a:lstStyle/>
        <a:p>
          <a:endParaRPr lang="en-CA"/>
        </a:p>
      </dgm:t>
    </dgm:pt>
    <dgm:pt modelId="{47F48B57-60CA-464F-89E2-38A8A22B1C6F}">
      <dgm:prSet/>
      <dgm:spPr/>
      <dgm:t>
        <a:bodyPr/>
        <a:lstStyle/>
        <a:p>
          <a:r>
            <a:rPr lang="fr-FR" dirty="0"/>
            <a:t>Tous autres caractères sont littéraux</a:t>
          </a:r>
          <a:endParaRPr lang="en-CA" dirty="0"/>
        </a:p>
      </dgm:t>
    </dgm:pt>
    <dgm:pt modelId="{65D15112-5CD6-46A5-8413-B38085202563}" type="parTrans" cxnId="{DFE0D2DF-64F0-4F31-8D4C-5E7BFDF75B03}">
      <dgm:prSet/>
      <dgm:spPr/>
      <dgm:t>
        <a:bodyPr/>
        <a:lstStyle/>
        <a:p>
          <a:endParaRPr lang="en-CA"/>
        </a:p>
      </dgm:t>
    </dgm:pt>
    <dgm:pt modelId="{5E95D96B-EB4C-4F0A-95FB-B1E5FC0BE26A}" type="sibTrans" cxnId="{DFE0D2DF-64F0-4F31-8D4C-5E7BFDF75B03}">
      <dgm:prSet/>
      <dgm:spPr/>
      <dgm:t>
        <a:bodyPr/>
        <a:lstStyle/>
        <a:p>
          <a:endParaRPr lang="en-CA"/>
        </a:p>
      </dgm:t>
    </dgm:pt>
    <dgm:pt modelId="{71B5AD1F-D214-4629-82DB-0760215F858F}" type="pres">
      <dgm:prSet presAssocID="{61202C33-9630-476D-9F9C-256F39F5A75D}" presName="Name0" presStyleCnt="0">
        <dgm:presLayoutVars>
          <dgm:dir/>
          <dgm:animLvl val="lvl"/>
          <dgm:resizeHandles val="exact"/>
        </dgm:presLayoutVars>
      </dgm:prSet>
      <dgm:spPr/>
    </dgm:pt>
    <dgm:pt modelId="{08C454F2-7F34-4D80-B30E-E08EB8B73A75}" type="pres">
      <dgm:prSet presAssocID="{4BE5A2EC-4E9C-4644-AADB-942763EEB1C2}" presName="linNode" presStyleCnt="0"/>
      <dgm:spPr/>
    </dgm:pt>
    <dgm:pt modelId="{F37EC304-7BCB-4B0C-BD0F-0A85C8B23734}" type="pres">
      <dgm:prSet presAssocID="{4BE5A2EC-4E9C-4644-AADB-942763EEB1C2}" presName="parentText" presStyleLbl="node1" presStyleIdx="0" presStyleCnt="1">
        <dgm:presLayoutVars>
          <dgm:chMax val="1"/>
          <dgm:bulletEnabled val="1"/>
        </dgm:presLayoutVars>
      </dgm:prSet>
      <dgm:spPr>
        <a:xfrm>
          <a:off x="0" y="0"/>
          <a:ext cx="3621024" cy="3849624"/>
        </a:xfrm>
        <a:prstGeom prst="roundRect">
          <a:avLst/>
        </a:prstGeom>
      </dgm:spPr>
    </dgm:pt>
    <dgm:pt modelId="{DE2E7458-4FF8-4663-9811-A7F777A356BE}" type="pres">
      <dgm:prSet presAssocID="{4BE5A2EC-4E9C-4644-AADB-942763EEB1C2}" presName="descendantText" presStyleLbl="alignAccFollowNode1" presStyleIdx="0" presStyleCnt="1">
        <dgm:presLayoutVars>
          <dgm:bulletEnabled val="1"/>
        </dgm:presLayoutVars>
      </dgm:prSet>
      <dgm:spPr/>
    </dgm:pt>
  </dgm:ptLst>
  <dgm:cxnLst>
    <dgm:cxn modelId="{0FF33F02-9AB0-4333-B27A-814B81C7FD3C}" type="presOf" srcId="{61202C33-9630-476D-9F9C-256F39F5A75D}" destId="{71B5AD1F-D214-4629-82DB-0760215F858F}" srcOrd="0" destOrd="0" presId="urn:microsoft.com/office/officeart/2005/8/layout/vList5"/>
    <dgm:cxn modelId="{EC16E20D-DC5A-4F16-A523-78D76C5840D4}" type="presOf" srcId="{8BF914B9-2A8B-4755-8B5E-3D0747054D27}" destId="{DE2E7458-4FF8-4663-9811-A7F777A356BE}" srcOrd="0" destOrd="0" presId="urn:microsoft.com/office/officeart/2005/8/layout/vList5"/>
    <dgm:cxn modelId="{2DA76011-A937-4FE3-9794-F1C3FB1627DC}" type="presOf" srcId="{5994BBD4-47C3-40D9-B175-9FCA435B1E6C}" destId="{DE2E7458-4FF8-4663-9811-A7F777A356BE}" srcOrd="0" destOrd="6" presId="urn:microsoft.com/office/officeart/2005/8/layout/vList5"/>
    <dgm:cxn modelId="{482E471B-2666-43D5-BE64-95AFAAB7CAE8}" srcId="{5994BBD4-47C3-40D9-B175-9FCA435B1E6C}" destId="{F63EFAF1-B377-48C6-9459-9C2B6BE8A5C4}" srcOrd="0" destOrd="0" parTransId="{D4585DA5-1D66-464D-94CF-4DAC30FC40B4}" sibTransId="{114FEF3F-68DF-4AB4-913A-73C5C8114603}"/>
    <dgm:cxn modelId="{CBA5E827-8C97-4B9C-AF92-783A6418009C}" srcId="{258860F5-1F9F-4F34-AFC3-3DC48733BA37}" destId="{5A4F45E1-F634-41B2-8430-6F98BE83CCE7}" srcOrd="0" destOrd="0" parTransId="{DA10C406-02B0-4659-AA87-D57A4A828B9F}" sibTransId="{F6281FB0-D65D-471B-9548-454CA1C1E651}"/>
    <dgm:cxn modelId="{DE4DD830-2933-49BE-B594-09150C9447E7}" srcId="{4BE5A2EC-4E9C-4644-AADB-942763EEB1C2}" destId="{8BF914B9-2A8B-4755-8B5E-3D0747054D27}" srcOrd="0" destOrd="0" parTransId="{37F43BC4-A7AA-421A-8814-D795B5325017}" sibTransId="{C0A0CE6B-9309-4FEF-BA3E-56EED3AF2CD5}"/>
    <dgm:cxn modelId="{720A3938-A3AD-4571-BF5E-29F78AE4FA05}" srcId="{4BE5A2EC-4E9C-4644-AADB-942763EEB1C2}" destId="{09F6A3DA-0DDD-46C6-83C9-71335BB982AB}" srcOrd="2" destOrd="0" parTransId="{DC79CD88-DF92-4B7D-AB5E-F27588F6E2BB}" sibTransId="{438E66C4-40B8-4064-B67F-4564039AE5B7}"/>
    <dgm:cxn modelId="{D62E1E3B-5C5E-42AB-8C1D-288525D9948C}" srcId="{8BF914B9-2A8B-4755-8B5E-3D0747054D27}" destId="{32EBCEAF-A92E-4B71-9F3E-466C639B770F}" srcOrd="0" destOrd="0" parTransId="{4BCC0DCA-87A5-4CAA-B15D-7D02DD4EE9F3}" sibTransId="{68D9E040-2C90-4632-A09B-6F6C1C658DA8}"/>
    <dgm:cxn modelId="{9DAD3245-2F40-41F0-B116-354DC13A294F}" type="presOf" srcId="{47F48B57-60CA-464F-89E2-38A8A22B1C6F}" destId="{DE2E7458-4FF8-4663-9811-A7F777A356BE}" srcOrd="0" destOrd="8" presId="urn:microsoft.com/office/officeart/2005/8/layout/vList5"/>
    <dgm:cxn modelId="{40A9B96F-874A-404D-BFF3-6C7D4D5CC0E8}" srcId="{09F6A3DA-0DDD-46C6-83C9-71335BB982AB}" destId="{2B60183B-3446-4871-893D-479AEF18139A}" srcOrd="0" destOrd="0" parTransId="{6B0BF81C-9B33-4367-B5BF-4E1ECFDC9108}" sibTransId="{7C4272DD-BA50-4C12-B797-F5C6C5FC3160}"/>
    <dgm:cxn modelId="{26C65459-D4D1-4070-B8DE-1241DAABB724}" type="presOf" srcId="{2B60183B-3446-4871-893D-479AEF18139A}" destId="{DE2E7458-4FF8-4663-9811-A7F777A356BE}" srcOrd="0" destOrd="5" presId="urn:microsoft.com/office/officeart/2005/8/layout/vList5"/>
    <dgm:cxn modelId="{F13D6C89-0F31-400E-886F-E80FDFD4F727}" srcId="{4BE5A2EC-4E9C-4644-AADB-942763EEB1C2}" destId="{258860F5-1F9F-4F34-AFC3-3DC48733BA37}" srcOrd="1" destOrd="0" parTransId="{317B725E-738B-47D3-B9A7-93925731D147}" sibTransId="{8BA6BEAA-F093-4542-BF4A-B823F2881187}"/>
    <dgm:cxn modelId="{EADDC68A-A2D9-4D97-A57C-97BB092B61E0}" type="presOf" srcId="{09F6A3DA-0DDD-46C6-83C9-71335BB982AB}" destId="{DE2E7458-4FF8-4663-9811-A7F777A356BE}" srcOrd="0" destOrd="4" presId="urn:microsoft.com/office/officeart/2005/8/layout/vList5"/>
    <dgm:cxn modelId="{C147B7BB-900E-44BB-873B-B186663EB114}" type="presOf" srcId="{4BE5A2EC-4E9C-4644-AADB-942763EEB1C2}" destId="{F37EC304-7BCB-4B0C-BD0F-0A85C8B23734}" srcOrd="0" destOrd="0" presId="urn:microsoft.com/office/officeart/2005/8/layout/vList5"/>
    <dgm:cxn modelId="{363E9CC8-0B3C-450E-8768-66CB29E7425B}" type="presOf" srcId="{5A4F45E1-F634-41B2-8430-6F98BE83CCE7}" destId="{DE2E7458-4FF8-4663-9811-A7F777A356BE}" srcOrd="0" destOrd="3" presId="urn:microsoft.com/office/officeart/2005/8/layout/vList5"/>
    <dgm:cxn modelId="{A07FC5CD-1240-4F25-B845-A831ADCAF4B3}" type="presOf" srcId="{32EBCEAF-A92E-4B71-9F3E-466C639B770F}" destId="{DE2E7458-4FF8-4663-9811-A7F777A356BE}" srcOrd="0" destOrd="1" presId="urn:microsoft.com/office/officeart/2005/8/layout/vList5"/>
    <dgm:cxn modelId="{03912BD2-8A28-4817-A831-FA05629BE3B7}" type="presOf" srcId="{F63EFAF1-B377-48C6-9459-9C2B6BE8A5C4}" destId="{DE2E7458-4FF8-4663-9811-A7F777A356BE}" srcOrd="0" destOrd="7" presId="urn:microsoft.com/office/officeart/2005/8/layout/vList5"/>
    <dgm:cxn modelId="{DFE0D2DF-64F0-4F31-8D4C-5E7BFDF75B03}" srcId="{4BE5A2EC-4E9C-4644-AADB-942763EEB1C2}" destId="{47F48B57-60CA-464F-89E2-38A8A22B1C6F}" srcOrd="4" destOrd="0" parTransId="{65D15112-5CD6-46A5-8413-B38085202563}" sibTransId="{5E95D96B-EB4C-4F0A-95FB-B1E5FC0BE26A}"/>
    <dgm:cxn modelId="{77B49BE4-E134-4F8A-A1D1-07EA86BEB19D}" srcId="{61202C33-9630-476D-9F9C-256F39F5A75D}" destId="{4BE5A2EC-4E9C-4644-AADB-942763EEB1C2}" srcOrd="0" destOrd="0" parTransId="{AC1406E9-C19C-4451-A856-55A3663317F1}" sibTransId="{1D5A21CA-A78C-441E-89D0-B8DC032BD98E}"/>
    <dgm:cxn modelId="{DA8EA5EA-A192-4348-BB03-6E95A1716FC1}" srcId="{4BE5A2EC-4E9C-4644-AADB-942763EEB1C2}" destId="{5994BBD4-47C3-40D9-B175-9FCA435B1E6C}" srcOrd="3" destOrd="0" parTransId="{D981F187-AED6-4A08-A33B-B4DBDA55C876}" sibTransId="{FD052B8D-6325-4903-BA9B-7D1961B43251}"/>
    <dgm:cxn modelId="{BD295BEF-99EA-4341-9644-7239FFE4F610}" type="presOf" srcId="{258860F5-1F9F-4F34-AFC3-3DC48733BA37}" destId="{DE2E7458-4FF8-4663-9811-A7F777A356BE}" srcOrd="0" destOrd="2" presId="urn:microsoft.com/office/officeart/2005/8/layout/vList5"/>
    <dgm:cxn modelId="{6C23641C-9868-4E0D-81AF-776A9A62797C}" type="presParOf" srcId="{71B5AD1F-D214-4629-82DB-0760215F858F}" destId="{08C454F2-7F34-4D80-B30E-E08EB8B73A75}" srcOrd="0" destOrd="0" presId="urn:microsoft.com/office/officeart/2005/8/layout/vList5"/>
    <dgm:cxn modelId="{72851A54-BA15-4D54-BC2A-425DE3F2872D}" type="presParOf" srcId="{08C454F2-7F34-4D80-B30E-E08EB8B73A75}" destId="{F37EC304-7BCB-4B0C-BD0F-0A85C8B23734}" srcOrd="0" destOrd="0" presId="urn:microsoft.com/office/officeart/2005/8/layout/vList5"/>
    <dgm:cxn modelId="{DA297EA6-87CE-4D3B-A6FD-90D3B1F6ED35}" type="presParOf" srcId="{08C454F2-7F34-4D80-B30E-E08EB8B73A75}" destId="{DE2E7458-4FF8-4663-9811-A7F777A356BE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1202C33-9630-476D-9F9C-256F39F5A75D}" type="doc">
      <dgm:prSet loTypeId="urn:microsoft.com/office/officeart/2005/8/layout/vList5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BF914B9-2A8B-4755-8B5E-3D0747054D27}">
      <dgm:prSet/>
      <dgm:spPr/>
      <dgm:t>
        <a:bodyPr/>
        <a:lstStyle/>
        <a:p>
          <a:r>
            <a:rPr lang="en-CA" dirty="0"/>
            <a:t>Le plus +</a:t>
          </a:r>
        </a:p>
      </dgm:t>
    </dgm:pt>
    <dgm:pt modelId="{37F43BC4-A7AA-421A-8814-D795B5325017}" type="parTrans" cxnId="{DE4DD830-2933-49BE-B594-09150C9447E7}">
      <dgm:prSet/>
      <dgm:spPr/>
      <dgm:t>
        <a:bodyPr/>
        <a:lstStyle/>
        <a:p>
          <a:endParaRPr lang="en-CA"/>
        </a:p>
      </dgm:t>
    </dgm:pt>
    <dgm:pt modelId="{C0A0CE6B-9309-4FEF-BA3E-56EED3AF2CD5}" type="sibTrans" cxnId="{DE4DD830-2933-49BE-B594-09150C9447E7}">
      <dgm:prSet/>
      <dgm:spPr/>
      <dgm:t>
        <a:bodyPr/>
        <a:lstStyle/>
        <a:p>
          <a:endParaRPr lang="en-CA"/>
        </a:p>
      </dgm:t>
    </dgm:pt>
    <dgm:pt modelId="{32EBCEAF-A92E-4B71-9F3E-466C639B770F}">
      <dgm:prSet/>
      <dgm:spPr/>
      <dgm:t>
        <a:bodyPr/>
        <a:lstStyle/>
        <a:p>
          <a:r>
            <a:rPr lang="fr-FR" dirty="0"/>
            <a:t>Indique une répétition d’un motif 0+ fois</a:t>
          </a:r>
          <a:endParaRPr lang="en-CA" dirty="0"/>
        </a:p>
      </dgm:t>
    </dgm:pt>
    <dgm:pt modelId="{4BCC0DCA-87A5-4CAA-B15D-7D02DD4EE9F3}" type="parTrans" cxnId="{D62E1E3B-5C5E-42AB-8C1D-288525D9948C}">
      <dgm:prSet/>
      <dgm:spPr/>
      <dgm:t>
        <a:bodyPr/>
        <a:lstStyle/>
        <a:p>
          <a:endParaRPr lang="en-CA"/>
        </a:p>
      </dgm:t>
    </dgm:pt>
    <dgm:pt modelId="{68D9E040-2C90-4632-A09B-6F6C1C658DA8}" type="sibTrans" cxnId="{D62E1E3B-5C5E-42AB-8C1D-288525D9948C}">
      <dgm:prSet/>
      <dgm:spPr/>
      <dgm:t>
        <a:bodyPr/>
        <a:lstStyle/>
        <a:p>
          <a:endParaRPr lang="en-CA"/>
        </a:p>
      </dgm:t>
    </dgm:pt>
    <dgm:pt modelId="{258860F5-1F9F-4F34-AFC3-3DC48733BA37}">
      <dgm:prSet/>
      <dgm:spPr/>
      <dgm:t>
        <a:bodyPr/>
        <a:lstStyle/>
        <a:p>
          <a:r>
            <a:rPr lang="en-CA" dirty="0"/>
            <a:t>Le point </a:t>
          </a:r>
          <a:r>
            <a:rPr lang="en-CA" dirty="0" err="1"/>
            <a:t>d’interrogation</a:t>
          </a:r>
          <a:r>
            <a:rPr lang="en-CA" dirty="0"/>
            <a:t>, ?</a:t>
          </a:r>
        </a:p>
      </dgm:t>
    </dgm:pt>
    <dgm:pt modelId="{317B725E-738B-47D3-B9A7-93925731D147}" type="parTrans" cxnId="{F13D6C89-0F31-400E-886F-E80FDFD4F727}">
      <dgm:prSet/>
      <dgm:spPr/>
      <dgm:t>
        <a:bodyPr/>
        <a:lstStyle/>
        <a:p>
          <a:endParaRPr lang="en-CA"/>
        </a:p>
      </dgm:t>
    </dgm:pt>
    <dgm:pt modelId="{8BA6BEAA-F093-4542-BF4A-B823F2881187}" type="sibTrans" cxnId="{F13D6C89-0F31-400E-886F-E80FDFD4F727}">
      <dgm:prSet/>
      <dgm:spPr/>
      <dgm:t>
        <a:bodyPr/>
        <a:lstStyle/>
        <a:p>
          <a:endParaRPr lang="en-CA"/>
        </a:p>
      </dgm:t>
    </dgm:pt>
    <dgm:pt modelId="{5A4F45E1-F634-41B2-8430-6F98BE83CCE7}">
      <dgm:prSet/>
      <dgm:spPr/>
      <dgm:t>
        <a:bodyPr/>
        <a:lstStyle/>
        <a:p>
          <a:r>
            <a:rPr lang="fr-FR" dirty="0"/>
            <a:t>Indique début de chaine ou (ligne)</a:t>
          </a:r>
          <a:endParaRPr lang="en-CA" dirty="0"/>
        </a:p>
      </dgm:t>
    </dgm:pt>
    <dgm:pt modelId="{DA10C406-02B0-4659-AA87-D57A4A828B9F}" type="parTrans" cxnId="{CBA5E827-8C97-4B9C-AF92-783A6418009C}">
      <dgm:prSet/>
      <dgm:spPr/>
      <dgm:t>
        <a:bodyPr/>
        <a:lstStyle/>
        <a:p>
          <a:endParaRPr lang="en-CA"/>
        </a:p>
      </dgm:t>
    </dgm:pt>
    <dgm:pt modelId="{F6281FB0-D65D-471B-9548-454CA1C1E651}" type="sibTrans" cxnId="{CBA5E827-8C97-4B9C-AF92-783A6418009C}">
      <dgm:prSet/>
      <dgm:spPr/>
      <dgm:t>
        <a:bodyPr/>
        <a:lstStyle/>
        <a:p>
          <a:endParaRPr lang="en-CA"/>
        </a:p>
      </dgm:t>
    </dgm:pt>
    <dgm:pt modelId="{09F6A3DA-0DDD-46C6-83C9-71335BB982AB}">
      <dgm:prSet/>
      <dgm:spPr/>
      <dgm:t>
        <a:bodyPr/>
        <a:lstStyle/>
        <a:p>
          <a:r>
            <a:rPr lang="en-CA" dirty="0"/>
            <a:t>Accolades, {}</a:t>
          </a:r>
        </a:p>
      </dgm:t>
    </dgm:pt>
    <dgm:pt modelId="{DC79CD88-DF92-4B7D-AB5E-F27588F6E2BB}" type="parTrans" cxnId="{720A3938-A3AD-4571-BF5E-29F78AE4FA05}">
      <dgm:prSet/>
      <dgm:spPr/>
      <dgm:t>
        <a:bodyPr/>
        <a:lstStyle/>
        <a:p>
          <a:endParaRPr lang="en-CA"/>
        </a:p>
      </dgm:t>
    </dgm:pt>
    <dgm:pt modelId="{438E66C4-40B8-4064-B67F-4564039AE5B7}" type="sibTrans" cxnId="{720A3938-A3AD-4571-BF5E-29F78AE4FA05}">
      <dgm:prSet/>
      <dgm:spPr/>
      <dgm:t>
        <a:bodyPr/>
        <a:lstStyle/>
        <a:p>
          <a:endParaRPr lang="en-CA"/>
        </a:p>
      </dgm:t>
    </dgm:pt>
    <dgm:pt modelId="{2B60183B-3446-4871-893D-479AEF18139A}">
      <dgm:prSet/>
      <dgm:spPr/>
      <dgm:t>
        <a:bodyPr/>
        <a:lstStyle/>
        <a:p>
          <a:r>
            <a:rPr lang="fr-FR" dirty="0"/>
            <a:t>Indique Nb d’o</a:t>
          </a:r>
          <a:r>
            <a:rPr lang="en-CA" dirty="0" err="1"/>
            <a:t>ccurrences</a:t>
          </a:r>
          <a:endParaRPr lang="en-CA" dirty="0"/>
        </a:p>
      </dgm:t>
    </dgm:pt>
    <dgm:pt modelId="{6B0BF81C-9B33-4367-B5BF-4E1ECFDC9108}" type="parTrans" cxnId="{40A9B96F-874A-404D-BFF3-6C7D4D5CC0E8}">
      <dgm:prSet/>
      <dgm:spPr/>
      <dgm:t>
        <a:bodyPr/>
        <a:lstStyle/>
        <a:p>
          <a:endParaRPr lang="en-CA"/>
        </a:p>
      </dgm:t>
    </dgm:pt>
    <dgm:pt modelId="{7C4272DD-BA50-4C12-B797-F5C6C5FC3160}" type="sibTrans" cxnId="{40A9B96F-874A-404D-BFF3-6C7D4D5CC0E8}">
      <dgm:prSet/>
      <dgm:spPr/>
      <dgm:t>
        <a:bodyPr/>
        <a:lstStyle/>
        <a:p>
          <a:endParaRPr lang="en-CA"/>
        </a:p>
      </dgm:t>
    </dgm:pt>
    <dgm:pt modelId="{5994BBD4-47C3-40D9-B175-9FCA435B1E6C}">
      <dgm:prSet/>
      <dgm:spPr/>
      <dgm:t>
        <a:bodyPr/>
        <a:lstStyle/>
        <a:p>
          <a:r>
            <a:rPr lang="en-CA" dirty="0" err="1"/>
            <a:t>Parenth</a:t>
          </a:r>
          <a:r>
            <a:rPr lang="fr-CA" dirty="0" err="1"/>
            <a:t>èses</a:t>
          </a:r>
          <a:endParaRPr lang="en-CA" dirty="0"/>
        </a:p>
      </dgm:t>
    </dgm:pt>
    <dgm:pt modelId="{D981F187-AED6-4A08-A33B-B4DBDA55C876}" type="parTrans" cxnId="{DA8EA5EA-A192-4348-BB03-6E95A1716FC1}">
      <dgm:prSet/>
      <dgm:spPr/>
      <dgm:t>
        <a:bodyPr/>
        <a:lstStyle/>
        <a:p>
          <a:endParaRPr lang="en-CA"/>
        </a:p>
      </dgm:t>
    </dgm:pt>
    <dgm:pt modelId="{FD052B8D-6325-4903-BA9B-7D1961B43251}" type="sibTrans" cxnId="{DA8EA5EA-A192-4348-BB03-6E95A1716FC1}">
      <dgm:prSet/>
      <dgm:spPr/>
      <dgm:t>
        <a:bodyPr/>
        <a:lstStyle/>
        <a:p>
          <a:endParaRPr lang="en-CA"/>
        </a:p>
      </dgm:t>
    </dgm:pt>
    <dgm:pt modelId="{F63EFAF1-B377-48C6-9459-9C2B6BE8A5C4}">
      <dgm:prSet/>
      <dgm:spPr/>
      <dgm:t>
        <a:bodyPr/>
        <a:lstStyle/>
        <a:p>
          <a:r>
            <a:rPr lang="fr-FR" dirty="0"/>
            <a:t>Groupes</a:t>
          </a:r>
          <a:endParaRPr lang="en-CA" dirty="0"/>
        </a:p>
      </dgm:t>
    </dgm:pt>
    <dgm:pt modelId="{D4585DA5-1D66-464D-94CF-4DAC30FC40B4}" type="parTrans" cxnId="{482E471B-2666-43D5-BE64-95AFAAB7CAE8}">
      <dgm:prSet/>
      <dgm:spPr/>
      <dgm:t>
        <a:bodyPr/>
        <a:lstStyle/>
        <a:p>
          <a:endParaRPr lang="en-CA"/>
        </a:p>
      </dgm:t>
    </dgm:pt>
    <dgm:pt modelId="{114FEF3F-68DF-4AB4-913A-73C5C8114603}" type="sibTrans" cxnId="{482E471B-2666-43D5-BE64-95AFAAB7CAE8}">
      <dgm:prSet/>
      <dgm:spPr/>
      <dgm:t>
        <a:bodyPr/>
        <a:lstStyle/>
        <a:p>
          <a:endParaRPr lang="en-CA"/>
        </a:p>
      </dgm:t>
    </dgm:pt>
    <dgm:pt modelId="{FD787BC7-C5CA-449D-BA7D-9FB91C27EAD5}">
      <dgm:prSet/>
      <dgm:spPr/>
      <dgm:t>
        <a:bodyPr/>
        <a:lstStyle/>
        <a:p>
          <a:r>
            <a:rPr lang="en-CA" dirty="0"/>
            <a:t>{n} </a:t>
          </a:r>
          <a:r>
            <a:rPr lang="en-CA" dirty="0" err="1"/>
            <a:t>ou</a:t>
          </a:r>
          <a:r>
            <a:rPr lang="en-CA" dirty="0"/>
            <a:t> {</a:t>
          </a:r>
          <a:r>
            <a:rPr lang="en-CA" dirty="0" err="1"/>
            <a:t>n,m</a:t>
          </a:r>
          <a:r>
            <a:rPr lang="en-CA" dirty="0"/>
            <a:t>} </a:t>
          </a:r>
          <a:r>
            <a:rPr lang="en-CA" dirty="0" err="1"/>
            <a:t>ou</a:t>
          </a:r>
          <a:r>
            <a:rPr lang="en-CA" dirty="0"/>
            <a:t> {n,} </a:t>
          </a:r>
          <a:r>
            <a:rPr lang="en-CA" dirty="0" err="1"/>
            <a:t>ou</a:t>
          </a:r>
          <a:r>
            <a:rPr lang="en-CA" dirty="0"/>
            <a:t> {,m}</a:t>
          </a:r>
        </a:p>
      </dgm:t>
    </dgm:pt>
    <dgm:pt modelId="{2595DC5A-0644-468D-AFF8-F7E2FD040828}" type="parTrans" cxnId="{0846F48A-486B-47BD-B19A-041129FD761E}">
      <dgm:prSet/>
      <dgm:spPr/>
      <dgm:t>
        <a:bodyPr/>
        <a:lstStyle/>
        <a:p>
          <a:endParaRPr lang="en-CA"/>
        </a:p>
      </dgm:t>
    </dgm:pt>
    <dgm:pt modelId="{08B84AB2-8622-4DB6-AE46-421282956BD1}" type="sibTrans" cxnId="{0846F48A-486B-47BD-B19A-041129FD761E}">
      <dgm:prSet/>
      <dgm:spPr/>
      <dgm:t>
        <a:bodyPr/>
        <a:lstStyle/>
        <a:p>
          <a:endParaRPr lang="en-CA"/>
        </a:p>
      </dgm:t>
    </dgm:pt>
    <dgm:pt modelId="{D111E57E-6D92-48A9-8324-8929548B0148}">
      <dgm:prSet/>
      <dgm:spPr/>
      <dgm:t>
        <a:bodyPr/>
        <a:lstStyle/>
        <a:p>
          <a:r>
            <a:rPr lang="fr-CA" dirty="0"/>
            <a:t>Peut être utilisé pour faire du </a:t>
          </a:r>
          <a:r>
            <a:rPr lang="fr-CA" dirty="0" err="1"/>
            <a:t>backref</a:t>
          </a:r>
          <a:r>
            <a:rPr lang="fr-CA" dirty="0"/>
            <a:t>: </a:t>
          </a:r>
          <a:r>
            <a:rPr lang="en-CA" dirty="0"/>
            <a:t>‘(…)(..)\1\2’</a:t>
          </a:r>
        </a:p>
      </dgm:t>
    </dgm:pt>
    <dgm:pt modelId="{8503A366-3922-454F-9FBA-10080278DEA4}" type="parTrans" cxnId="{92241222-DBC9-40B0-AD49-BCA9808BD3D8}">
      <dgm:prSet/>
      <dgm:spPr/>
      <dgm:t>
        <a:bodyPr/>
        <a:lstStyle/>
        <a:p>
          <a:endParaRPr lang="en-CA"/>
        </a:p>
      </dgm:t>
    </dgm:pt>
    <dgm:pt modelId="{0C7D76D2-184B-4E2C-9572-FA94142DE2FA}" type="sibTrans" cxnId="{92241222-DBC9-40B0-AD49-BCA9808BD3D8}">
      <dgm:prSet/>
      <dgm:spPr/>
      <dgm:t>
        <a:bodyPr/>
        <a:lstStyle/>
        <a:p>
          <a:endParaRPr lang="en-CA"/>
        </a:p>
      </dgm:t>
    </dgm:pt>
    <dgm:pt modelId="{B5E64C81-6B85-44E2-8275-A91C81A67F57}">
      <dgm:prSet/>
      <dgm:spPr/>
      <dgm:t>
        <a:bodyPr/>
        <a:lstStyle/>
        <a:p>
          <a:r>
            <a:rPr lang="en-CA" dirty="0" err="1"/>
            <a:t>Peut</a:t>
          </a:r>
          <a:r>
            <a:rPr lang="en-CA" dirty="0"/>
            <a:t> </a:t>
          </a:r>
          <a:r>
            <a:rPr lang="fr-CA" dirty="0"/>
            <a:t>être utilisé en BRE avec </a:t>
          </a:r>
          <a:r>
            <a:rPr lang="en-CA" dirty="0"/>
            <a:t>\ : \(\)</a:t>
          </a:r>
        </a:p>
      </dgm:t>
    </dgm:pt>
    <dgm:pt modelId="{6CAACB23-E0D2-4DDD-B6D9-AE290EFA156E}" type="parTrans" cxnId="{AC59857A-015F-406D-9B8C-5F24FA4B4B93}">
      <dgm:prSet/>
      <dgm:spPr/>
      <dgm:t>
        <a:bodyPr/>
        <a:lstStyle/>
        <a:p>
          <a:endParaRPr lang="en-CA"/>
        </a:p>
      </dgm:t>
    </dgm:pt>
    <dgm:pt modelId="{185A91E8-3493-40D2-B191-487FD3DD18A7}" type="sibTrans" cxnId="{AC59857A-015F-406D-9B8C-5F24FA4B4B93}">
      <dgm:prSet/>
      <dgm:spPr/>
      <dgm:t>
        <a:bodyPr/>
        <a:lstStyle/>
        <a:p>
          <a:endParaRPr lang="en-CA"/>
        </a:p>
      </dgm:t>
    </dgm:pt>
    <dgm:pt modelId="{A7D282C9-36D3-4894-9C39-95F79E261872}">
      <dgm:prSet/>
      <dgm:spPr/>
      <dgm:t>
        <a:bodyPr/>
        <a:lstStyle/>
        <a:p>
          <a:r>
            <a:rPr lang="en-CA" dirty="0" err="1"/>
            <a:t>Peut</a:t>
          </a:r>
          <a:r>
            <a:rPr lang="en-CA" dirty="0"/>
            <a:t> </a:t>
          </a:r>
          <a:r>
            <a:rPr lang="fr-CA" dirty="0"/>
            <a:t>être utilisé en BRE avec </a:t>
          </a:r>
          <a:r>
            <a:rPr lang="en-CA" dirty="0"/>
            <a:t>\ : \{\}</a:t>
          </a:r>
        </a:p>
      </dgm:t>
    </dgm:pt>
    <dgm:pt modelId="{C83CCC42-63B5-46F4-B1B1-CDAA81C86479}" type="parTrans" cxnId="{ABD4D9FF-DD7A-456D-8A33-AC5536001BB2}">
      <dgm:prSet/>
      <dgm:spPr/>
      <dgm:t>
        <a:bodyPr/>
        <a:lstStyle/>
        <a:p>
          <a:endParaRPr lang="en-CA"/>
        </a:p>
      </dgm:t>
    </dgm:pt>
    <dgm:pt modelId="{8815007D-FECE-4066-AFC5-7BD92025486A}" type="sibTrans" cxnId="{ABD4D9FF-DD7A-456D-8A33-AC5536001BB2}">
      <dgm:prSet/>
      <dgm:spPr/>
      <dgm:t>
        <a:bodyPr/>
        <a:lstStyle/>
        <a:p>
          <a:endParaRPr lang="en-CA"/>
        </a:p>
      </dgm:t>
    </dgm:pt>
    <dgm:pt modelId="{71B5AD1F-D214-4629-82DB-0760215F858F}" type="pres">
      <dgm:prSet presAssocID="{61202C33-9630-476D-9F9C-256F39F5A75D}" presName="Name0" presStyleCnt="0">
        <dgm:presLayoutVars>
          <dgm:dir/>
          <dgm:animLvl val="lvl"/>
          <dgm:resizeHandles val="exact"/>
        </dgm:presLayoutVars>
      </dgm:prSet>
      <dgm:spPr/>
    </dgm:pt>
    <dgm:pt modelId="{371BCBF3-B7AD-4957-9E10-9748AD28F365}" type="pres">
      <dgm:prSet presAssocID="{8BF914B9-2A8B-4755-8B5E-3D0747054D27}" presName="linNode" presStyleCnt="0"/>
      <dgm:spPr/>
    </dgm:pt>
    <dgm:pt modelId="{95AFD015-4C92-475D-8E83-DA691214F6C7}" type="pres">
      <dgm:prSet presAssocID="{8BF914B9-2A8B-4755-8B5E-3D0747054D27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F19B1751-D8D5-4D2E-AE44-708D28E1815E}" type="pres">
      <dgm:prSet presAssocID="{8BF914B9-2A8B-4755-8B5E-3D0747054D27}" presName="descendantText" presStyleLbl="alignAccFollowNode1" presStyleIdx="0" presStyleCnt="4">
        <dgm:presLayoutVars>
          <dgm:bulletEnabled val="1"/>
        </dgm:presLayoutVars>
      </dgm:prSet>
      <dgm:spPr/>
    </dgm:pt>
    <dgm:pt modelId="{77D3A172-15F9-4ED4-9981-4DE4AC7E10D3}" type="pres">
      <dgm:prSet presAssocID="{C0A0CE6B-9309-4FEF-BA3E-56EED3AF2CD5}" presName="sp" presStyleCnt="0"/>
      <dgm:spPr/>
    </dgm:pt>
    <dgm:pt modelId="{57D1B71B-5C16-41BB-BDA9-10D4D4413F67}" type="pres">
      <dgm:prSet presAssocID="{258860F5-1F9F-4F34-AFC3-3DC48733BA37}" presName="linNode" presStyleCnt="0"/>
      <dgm:spPr/>
    </dgm:pt>
    <dgm:pt modelId="{85BDEFA7-69DE-443E-A506-9CB189951320}" type="pres">
      <dgm:prSet presAssocID="{258860F5-1F9F-4F34-AFC3-3DC48733BA37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97C446D6-F5A7-4DD4-817B-F0DA8D740952}" type="pres">
      <dgm:prSet presAssocID="{258860F5-1F9F-4F34-AFC3-3DC48733BA37}" presName="descendantText" presStyleLbl="alignAccFollowNode1" presStyleIdx="1" presStyleCnt="4">
        <dgm:presLayoutVars>
          <dgm:bulletEnabled val="1"/>
        </dgm:presLayoutVars>
      </dgm:prSet>
      <dgm:spPr/>
    </dgm:pt>
    <dgm:pt modelId="{41F287ED-92BF-42A4-A0AA-8145C1D71C46}" type="pres">
      <dgm:prSet presAssocID="{8BA6BEAA-F093-4542-BF4A-B823F2881187}" presName="sp" presStyleCnt="0"/>
      <dgm:spPr/>
    </dgm:pt>
    <dgm:pt modelId="{B940B93D-07D2-487A-A0AD-27C33935A0CB}" type="pres">
      <dgm:prSet presAssocID="{09F6A3DA-0DDD-46C6-83C9-71335BB982AB}" presName="linNode" presStyleCnt="0"/>
      <dgm:spPr/>
    </dgm:pt>
    <dgm:pt modelId="{6DDDA319-4329-4266-92BC-39B6DCF9A43A}" type="pres">
      <dgm:prSet presAssocID="{09F6A3DA-0DDD-46C6-83C9-71335BB982AB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9FEB5D09-6E09-4D0D-AA82-06216F486124}" type="pres">
      <dgm:prSet presAssocID="{09F6A3DA-0DDD-46C6-83C9-71335BB982AB}" presName="descendantText" presStyleLbl="alignAccFollowNode1" presStyleIdx="2" presStyleCnt="4" custLinFactNeighborY="2741">
        <dgm:presLayoutVars>
          <dgm:bulletEnabled val="1"/>
        </dgm:presLayoutVars>
      </dgm:prSet>
      <dgm:spPr/>
    </dgm:pt>
    <dgm:pt modelId="{E6421D89-D155-4526-86FC-5D0960DEA265}" type="pres">
      <dgm:prSet presAssocID="{438E66C4-40B8-4064-B67F-4564039AE5B7}" presName="sp" presStyleCnt="0"/>
      <dgm:spPr/>
    </dgm:pt>
    <dgm:pt modelId="{36ACEECF-4F4A-4B02-BA97-136C5C895447}" type="pres">
      <dgm:prSet presAssocID="{5994BBD4-47C3-40D9-B175-9FCA435B1E6C}" presName="linNode" presStyleCnt="0"/>
      <dgm:spPr/>
    </dgm:pt>
    <dgm:pt modelId="{AAF7E691-40F8-48C8-8340-C892122B7F22}" type="pres">
      <dgm:prSet presAssocID="{5994BBD4-47C3-40D9-B175-9FCA435B1E6C}" presName="parentText" presStyleLbl="node1" presStyleIdx="3" presStyleCnt="4">
        <dgm:presLayoutVars>
          <dgm:chMax val="1"/>
          <dgm:bulletEnabled val="1"/>
        </dgm:presLayoutVars>
      </dgm:prSet>
      <dgm:spPr/>
    </dgm:pt>
    <dgm:pt modelId="{B140E950-C32F-4E0B-8EAC-2542367567A1}" type="pres">
      <dgm:prSet presAssocID="{5994BBD4-47C3-40D9-B175-9FCA435B1E6C}" presName="descendantText" presStyleLbl="alignAccFollowNode1" presStyleIdx="3" presStyleCnt="4">
        <dgm:presLayoutVars>
          <dgm:bulletEnabled val="1"/>
        </dgm:presLayoutVars>
      </dgm:prSet>
      <dgm:spPr/>
    </dgm:pt>
  </dgm:ptLst>
  <dgm:cxnLst>
    <dgm:cxn modelId="{0FF33F02-9AB0-4333-B27A-814B81C7FD3C}" type="presOf" srcId="{61202C33-9630-476D-9F9C-256F39F5A75D}" destId="{71B5AD1F-D214-4629-82DB-0760215F858F}" srcOrd="0" destOrd="0" presId="urn:microsoft.com/office/officeart/2005/8/layout/vList5"/>
    <dgm:cxn modelId="{40C7840B-A970-4473-A9B4-52325BCCA331}" type="presOf" srcId="{5A4F45E1-F634-41B2-8430-6F98BE83CCE7}" destId="{97C446D6-F5A7-4DD4-817B-F0DA8D740952}" srcOrd="0" destOrd="0" presId="urn:microsoft.com/office/officeart/2005/8/layout/vList5"/>
    <dgm:cxn modelId="{482E471B-2666-43D5-BE64-95AFAAB7CAE8}" srcId="{5994BBD4-47C3-40D9-B175-9FCA435B1E6C}" destId="{F63EFAF1-B377-48C6-9459-9C2B6BE8A5C4}" srcOrd="0" destOrd="0" parTransId="{D4585DA5-1D66-464D-94CF-4DAC30FC40B4}" sibTransId="{114FEF3F-68DF-4AB4-913A-73C5C8114603}"/>
    <dgm:cxn modelId="{92241222-DBC9-40B0-AD49-BCA9808BD3D8}" srcId="{5994BBD4-47C3-40D9-B175-9FCA435B1E6C}" destId="{D111E57E-6D92-48A9-8324-8929548B0148}" srcOrd="2" destOrd="0" parTransId="{8503A366-3922-454F-9FBA-10080278DEA4}" sibTransId="{0C7D76D2-184B-4E2C-9572-FA94142DE2FA}"/>
    <dgm:cxn modelId="{AA9F5027-97BC-4B82-BE37-766DAB7BDBE8}" type="presOf" srcId="{A7D282C9-36D3-4894-9C39-95F79E261872}" destId="{9FEB5D09-6E09-4D0D-AA82-06216F486124}" srcOrd="0" destOrd="2" presId="urn:microsoft.com/office/officeart/2005/8/layout/vList5"/>
    <dgm:cxn modelId="{897D7F27-A42D-4A30-A943-84151ADEF4C0}" type="presOf" srcId="{B5E64C81-6B85-44E2-8275-A91C81A67F57}" destId="{B140E950-C32F-4E0B-8EAC-2542367567A1}" srcOrd="0" destOrd="1" presId="urn:microsoft.com/office/officeart/2005/8/layout/vList5"/>
    <dgm:cxn modelId="{CBA5E827-8C97-4B9C-AF92-783A6418009C}" srcId="{258860F5-1F9F-4F34-AFC3-3DC48733BA37}" destId="{5A4F45E1-F634-41B2-8430-6F98BE83CCE7}" srcOrd="0" destOrd="0" parTransId="{DA10C406-02B0-4659-AA87-D57A4A828B9F}" sibTransId="{F6281FB0-D65D-471B-9548-454CA1C1E651}"/>
    <dgm:cxn modelId="{DE4DD830-2933-49BE-B594-09150C9447E7}" srcId="{61202C33-9630-476D-9F9C-256F39F5A75D}" destId="{8BF914B9-2A8B-4755-8B5E-3D0747054D27}" srcOrd="0" destOrd="0" parTransId="{37F43BC4-A7AA-421A-8814-D795B5325017}" sibTransId="{C0A0CE6B-9309-4FEF-BA3E-56EED3AF2CD5}"/>
    <dgm:cxn modelId="{720A3938-A3AD-4571-BF5E-29F78AE4FA05}" srcId="{61202C33-9630-476D-9F9C-256F39F5A75D}" destId="{09F6A3DA-0DDD-46C6-83C9-71335BB982AB}" srcOrd="2" destOrd="0" parTransId="{DC79CD88-DF92-4B7D-AB5E-F27588F6E2BB}" sibTransId="{438E66C4-40B8-4064-B67F-4564039AE5B7}"/>
    <dgm:cxn modelId="{D62E1E3B-5C5E-42AB-8C1D-288525D9948C}" srcId="{8BF914B9-2A8B-4755-8B5E-3D0747054D27}" destId="{32EBCEAF-A92E-4B71-9F3E-466C639B770F}" srcOrd="0" destOrd="0" parTransId="{4BCC0DCA-87A5-4CAA-B15D-7D02DD4EE9F3}" sibTransId="{68D9E040-2C90-4632-A09B-6F6C1C658DA8}"/>
    <dgm:cxn modelId="{33DD9E60-FEF0-4F68-9095-43ACC4DE5C83}" type="presOf" srcId="{D111E57E-6D92-48A9-8324-8929548B0148}" destId="{B140E950-C32F-4E0B-8EAC-2542367567A1}" srcOrd="0" destOrd="2" presId="urn:microsoft.com/office/officeart/2005/8/layout/vList5"/>
    <dgm:cxn modelId="{8607FC49-EFBB-41D6-9517-078E0260A238}" type="presOf" srcId="{F63EFAF1-B377-48C6-9459-9C2B6BE8A5C4}" destId="{B140E950-C32F-4E0B-8EAC-2542367567A1}" srcOrd="0" destOrd="0" presId="urn:microsoft.com/office/officeart/2005/8/layout/vList5"/>
    <dgm:cxn modelId="{40A9B96F-874A-404D-BFF3-6C7D4D5CC0E8}" srcId="{09F6A3DA-0DDD-46C6-83C9-71335BB982AB}" destId="{2B60183B-3446-4871-893D-479AEF18139A}" srcOrd="0" destOrd="0" parTransId="{6B0BF81C-9B33-4367-B5BF-4E1ECFDC9108}" sibTransId="{7C4272DD-BA50-4C12-B797-F5C6C5FC3160}"/>
    <dgm:cxn modelId="{AC59857A-015F-406D-9B8C-5F24FA4B4B93}" srcId="{5994BBD4-47C3-40D9-B175-9FCA435B1E6C}" destId="{B5E64C81-6B85-44E2-8275-A91C81A67F57}" srcOrd="1" destOrd="0" parTransId="{6CAACB23-E0D2-4DDD-B6D9-AE290EFA156E}" sibTransId="{185A91E8-3493-40D2-B191-487FD3DD18A7}"/>
    <dgm:cxn modelId="{15A12C7B-5F5D-4FFA-BFDC-05F655E09CEC}" type="presOf" srcId="{FD787BC7-C5CA-449D-BA7D-9FB91C27EAD5}" destId="{9FEB5D09-6E09-4D0D-AA82-06216F486124}" srcOrd="0" destOrd="1" presId="urn:microsoft.com/office/officeart/2005/8/layout/vList5"/>
    <dgm:cxn modelId="{139A2C7F-1763-4AE9-82EF-4D890ED254A0}" type="presOf" srcId="{8BF914B9-2A8B-4755-8B5E-3D0747054D27}" destId="{95AFD015-4C92-475D-8E83-DA691214F6C7}" srcOrd="0" destOrd="0" presId="urn:microsoft.com/office/officeart/2005/8/layout/vList5"/>
    <dgm:cxn modelId="{F13D6C89-0F31-400E-886F-E80FDFD4F727}" srcId="{61202C33-9630-476D-9F9C-256F39F5A75D}" destId="{258860F5-1F9F-4F34-AFC3-3DC48733BA37}" srcOrd="1" destOrd="0" parTransId="{317B725E-738B-47D3-B9A7-93925731D147}" sibTransId="{8BA6BEAA-F093-4542-BF4A-B823F2881187}"/>
    <dgm:cxn modelId="{0846F48A-486B-47BD-B19A-041129FD761E}" srcId="{09F6A3DA-0DDD-46C6-83C9-71335BB982AB}" destId="{FD787BC7-C5CA-449D-BA7D-9FB91C27EAD5}" srcOrd="1" destOrd="0" parTransId="{2595DC5A-0644-468D-AFF8-F7E2FD040828}" sibTransId="{08B84AB2-8622-4DB6-AE46-421282956BD1}"/>
    <dgm:cxn modelId="{2B018CC1-2C59-4D73-BEA5-F283235BA73F}" type="presOf" srcId="{32EBCEAF-A92E-4B71-9F3E-466C639B770F}" destId="{F19B1751-D8D5-4D2E-AE44-708D28E1815E}" srcOrd="0" destOrd="0" presId="urn:microsoft.com/office/officeart/2005/8/layout/vList5"/>
    <dgm:cxn modelId="{D3B37CE3-72E5-47F2-9478-58F8BCBBB711}" type="presOf" srcId="{258860F5-1F9F-4F34-AFC3-3DC48733BA37}" destId="{85BDEFA7-69DE-443E-A506-9CB189951320}" srcOrd="0" destOrd="0" presId="urn:microsoft.com/office/officeart/2005/8/layout/vList5"/>
    <dgm:cxn modelId="{070509E4-9740-487C-BE32-CFA7FC5E0A9A}" type="presOf" srcId="{2B60183B-3446-4871-893D-479AEF18139A}" destId="{9FEB5D09-6E09-4D0D-AA82-06216F486124}" srcOrd="0" destOrd="0" presId="urn:microsoft.com/office/officeart/2005/8/layout/vList5"/>
    <dgm:cxn modelId="{DA8EA5EA-A192-4348-BB03-6E95A1716FC1}" srcId="{61202C33-9630-476D-9F9C-256F39F5A75D}" destId="{5994BBD4-47C3-40D9-B175-9FCA435B1E6C}" srcOrd="3" destOrd="0" parTransId="{D981F187-AED6-4A08-A33B-B4DBDA55C876}" sibTransId="{FD052B8D-6325-4903-BA9B-7D1961B43251}"/>
    <dgm:cxn modelId="{8E409AEF-2759-43C8-B585-A3E576743CC4}" type="presOf" srcId="{5994BBD4-47C3-40D9-B175-9FCA435B1E6C}" destId="{AAF7E691-40F8-48C8-8340-C892122B7F22}" srcOrd="0" destOrd="0" presId="urn:microsoft.com/office/officeart/2005/8/layout/vList5"/>
    <dgm:cxn modelId="{996C09FD-2C1E-4036-B689-C60B0F816E3F}" type="presOf" srcId="{09F6A3DA-0DDD-46C6-83C9-71335BB982AB}" destId="{6DDDA319-4329-4266-92BC-39B6DCF9A43A}" srcOrd="0" destOrd="0" presId="urn:microsoft.com/office/officeart/2005/8/layout/vList5"/>
    <dgm:cxn modelId="{ABD4D9FF-DD7A-456D-8A33-AC5536001BB2}" srcId="{09F6A3DA-0DDD-46C6-83C9-71335BB982AB}" destId="{A7D282C9-36D3-4894-9C39-95F79E261872}" srcOrd="2" destOrd="0" parTransId="{C83CCC42-63B5-46F4-B1B1-CDAA81C86479}" sibTransId="{8815007D-FECE-4066-AFC5-7BD92025486A}"/>
    <dgm:cxn modelId="{35183A16-5C83-47F5-BC42-B8F64BEFE9B9}" type="presParOf" srcId="{71B5AD1F-D214-4629-82DB-0760215F858F}" destId="{371BCBF3-B7AD-4957-9E10-9748AD28F365}" srcOrd="0" destOrd="0" presId="urn:microsoft.com/office/officeart/2005/8/layout/vList5"/>
    <dgm:cxn modelId="{6A4AF145-DDCE-438D-806C-B6D311FB69EA}" type="presParOf" srcId="{371BCBF3-B7AD-4957-9E10-9748AD28F365}" destId="{95AFD015-4C92-475D-8E83-DA691214F6C7}" srcOrd="0" destOrd="0" presId="urn:microsoft.com/office/officeart/2005/8/layout/vList5"/>
    <dgm:cxn modelId="{E1BD6052-C547-402F-92E5-6B6AAD918346}" type="presParOf" srcId="{371BCBF3-B7AD-4957-9E10-9748AD28F365}" destId="{F19B1751-D8D5-4D2E-AE44-708D28E1815E}" srcOrd="1" destOrd="0" presId="urn:microsoft.com/office/officeart/2005/8/layout/vList5"/>
    <dgm:cxn modelId="{2062A6BE-CC9D-4514-A60F-22320EC0480E}" type="presParOf" srcId="{71B5AD1F-D214-4629-82DB-0760215F858F}" destId="{77D3A172-15F9-4ED4-9981-4DE4AC7E10D3}" srcOrd="1" destOrd="0" presId="urn:microsoft.com/office/officeart/2005/8/layout/vList5"/>
    <dgm:cxn modelId="{7934A800-3C96-4436-BAA4-E38A62798785}" type="presParOf" srcId="{71B5AD1F-D214-4629-82DB-0760215F858F}" destId="{57D1B71B-5C16-41BB-BDA9-10D4D4413F67}" srcOrd="2" destOrd="0" presId="urn:microsoft.com/office/officeart/2005/8/layout/vList5"/>
    <dgm:cxn modelId="{CE092E58-653E-4795-A2BF-678B6796CE12}" type="presParOf" srcId="{57D1B71B-5C16-41BB-BDA9-10D4D4413F67}" destId="{85BDEFA7-69DE-443E-A506-9CB189951320}" srcOrd="0" destOrd="0" presId="urn:microsoft.com/office/officeart/2005/8/layout/vList5"/>
    <dgm:cxn modelId="{586B4978-3B1D-4470-9125-7DE32BF27D82}" type="presParOf" srcId="{57D1B71B-5C16-41BB-BDA9-10D4D4413F67}" destId="{97C446D6-F5A7-4DD4-817B-F0DA8D740952}" srcOrd="1" destOrd="0" presId="urn:microsoft.com/office/officeart/2005/8/layout/vList5"/>
    <dgm:cxn modelId="{85800B53-5CFB-4C5A-AFF6-509DD7E00931}" type="presParOf" srcId="{71B5AD1F-D214-4629-82DB-0760215F858F}" destId="{41F287ED-92BF-42A4-A0AA-8145C1D71C46}" srcOrd="3" destOrd="0" presId="urn:microsoft.com/office/officeart/2005/8/layout/vList5"/>
    <dgm:cxn modelId="{5CEBACD8-AA00-455B-A99B-247A2394DA1D}" type="presParOf" srcId="{71B5AD1F-D214-4629-82DB-0760215F858F}" destId="{B940B93D-07D2-487A-A0AD-27C33935A0CB}" srcOrd="4" destOrd="0" presId="urn:microsoft.com/office/officeart/2005/8/layout/vList5"/>
    <dgm:cxn modelId="{E9A9AB93-775D-430E-A861-C023F23BA0FD}" type="presParOf" srcId="{B940B93D-07D2-487A-A0AD-27C33935A0CB}" destId="{6DDDA319-4329-4266-92BC-39B6DCF9A43A}" srcOrd="0" destOrd="0" presId="urn:microsoft.com/office/officeart/2005/8/layout/vList5"/>
    <dgm:cxn modelId="{F9E4E38F-A5FE-459F-8AB2-620B345DB261}" type="presParOf" srcId="{B940B93D-07D2-487A-A0AD-27C33935A0CB}" destId="{9FEB5D09-6E09-4D0D-AA82-06216F486124}" srcOrd="1" destOrd="0" presId="urn:microsoft.com/office/officeart/2005/8/layout/vList5"/>
    <dgm:cxn modelId="{4E0AC6FF-18B5-4509-8087-F8F1D58D9487}" type="presParOf" srcId="{71B5AD1F-D214-4629-82DB-0760215F858F}" destId="{E6421D89-D155-4526-86FC-5D0960DEA265}" srcOrd="5" destOrd="0" presId="urn:microsoft.com/office/officeart/2005/8/layout/vList5"/>
    <dgm:cxn modelId="{F5F579CF-4DB3-4841-9A11-EBB756D5094B}" type="presParOf" srcId="{71B5AD1F-D214-4629-82DB-0760215F858F}" destId="{36ACEECF-4F4A-4B02-BA97-136C5C895447}" srcOrd="6" destOrd="0" presId="urn:microsoft.com/office/officeart/2005/8/layout/vList5"/>
    <dgm:cxn modelId="{DA2F6180-0EF8-47F4-8F5F-33216FBBBBCA}" type="presParOf" srcId="{36ACEECF-4F4A-4B02-BA97-136C5C895447}" destId="{AAF7E691-40F8-48C8-8340-C892122B7F22}" srcOrd="0" destOrd="0" presId="urn:microsoft.com/office/officeart/2005/8/layout/vList5"/>
    <dgm:cxn modelId="{CBBDF6BB-AF13-4D46-AEF0-CCC50002C619}" type="presParOf" srcId="{36ACEECF-4F4A-4B02-BA97-136C5C895447}" destId="{B140E950-C32F-4E0B-8EAC-2542367567A1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F53DE6C-FD0C-4C22-9D6F-09B1380D405A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accent2_2" csCatId="accent2" phldr="1"/>
      <dgm:spPr/>
      <dgm:t>
        <a:bodyPr/>
        <a:lstStyle/>
        <a:p>
          <a:endParaRPr lang="en-US"/>
        </a:p>
      </dgm:t>
    </dgm:pt>
    <dgm:pt modelId="{D91080E6-2200-4477-9E8D-322E5C36A4F8}">
      <dgm:prSet/>
      <dgm:spPr/>
      <dgm:t>
        <a:bodyPr/>
        <a:lstStyle/>
        <a:p>
          <a:pPr>
            <a:defRPr b="1"/>
          </a:pPr>
          <a:r>
            <a:rPr lang="fr-CA"/>
            <a:t>Classe de caractères</a:t>
          </a:r>
          <a:endParaRPr lang="en-US"/>
        </a:p>
      </dgm:t>
    </dgm:pt>
    <dgm:pt modelId="{5D290805-A8A9-437B-9534-FFEDF0DCCB6B}" type="parTrans" cxnId="{C5E42C40-8924-459D-B3C0-B8027AB7097E}">
      <dgm:prSet/>
      <dgm:spPr/>
      <dgm:t>
        <a:bodyPr/>
        <a:lstStyle/>
        <a:p>
          <a:endParaRPr lang="en-US"/>
        </a:p>
      </dgm:t>
    </dgm:pt>
    <dgm:pt modelId="{CDFF5027-3476-4583-B3E8-A46C4A8A8015}" type="sibTrans" cxnId="{C5E42C40-8924-459D-B3C0-B8027AB7097E}">
      <dgm:prSet/>
      <dgm:spPr/>
      <dgm:t>
        <a:bodyPr/>
        <a:lstStyle/>
        <a:p>
          <a:endParaRPr lang="en-US"/>
        </a:p>
      </dgm:t>
    </dgm:pt>
    <dgm:pt modelId="{39AB2CC1-92D1-4774-87AB-67EBCC586E8E}">
      <dgm:prSet/>
      <dgm:spPr/>
      <dgm:t>
        <a:bodyPr/>
        <a:lstStyle/>
        <a:p>
          <a:pPr>
            <a:defRPr b="1"/>
          </a:pPr>
          <a:r>
            <a:rPr lang="fr-CA"/>
            <a:t>Classes d’équivalences</a:t>
          </a:r>
          <a:endParaRPr lang="en-US"/>
        </a:p>
      </dgm:t>
    </dgm:pt>
    <dgm:pt modelId="{3F755806-09B5-4480-A9E1-29602BDA8B85}" type="parTrans" cxnId="{AEEA41FA-D882-48F9-BA09-041AE16F29FC}">
      <dgm:prSet/>
      <dgm:spPr/>
      <dgm:t>
        <a:bodyPr/>
        <a:lstStyle/>
        <a:p>
          <a:endParaRPr lang="en-US"/>
        </a:p>
      </dgm:t>
    </dgm:pt>
    <dgm:pt modelId="{2B4CBDEC-B3EA-4D6E-9846-6EE4F9D29281}" type="sibTrans" cxnId="{AEEA41FA-D882-48F9-BA09-041AE16F29FC}">
      <dgm:prSet/>
      <dgm:spPr/>
      <dgm:t>
        <a:bodyPr/>
        <a:lstStyle/>
        <a:p>
          <a:endParaRPr lang="en-US"/>
        </a:p>
      </dgm:t>
    </dgm:pt>
    <dgm:pt modelId="{DF8DF1CA-2BA7-4C4A-989C-0729EF4CE2FF}">
      <dgm:prSet/>
      <dgm:spPr/>
      <dgm:t>
        <a:bodyPr/>
        <a:lstStyle/>
        <a:p>
          <a:pPr algn="ctr"/>
          <a:r>
            <a:rPr lang="fr-FR" dirty="0"/>
            <a:t>[=e=] : classe d’équivalence du caractère e</a:t>
          </a:r>
          <a:endParaRPr lang="en-US" dirty="0"/>
        </a:p>
      </dgm:t>
    </dgm:pt>
    <dgm:pt modelId="{9E712269-4791-43AF-BDBC-6D61FD8382EB}" type="parTrans" cxnId="{33D7A965-147F-4690-BA7E-2888D82FC1C9}">
      <dgm:prSet/>
      <dgm:spPr/>
      <dgm:t>
        <a:bodyPr/>
        <a:lstStyle/>
        <a:p>
          <a:endParaRPr lang="en-US"/>
        </a:p>
      </dgm:t>
    </dgm:pt>
    <dgm:pt modelId="{A8D4E7D8-32E2-400D-B951-CFC992319934}" type="sibTrans" cxnId="{33D7A965-147F-4690-BA7E-2888D82FC1C9}">
      <dgm:prSet/>
      <dgm:spPr/>
      <dgm:t>
        <a:bodyPr/>
        <a:lstStyle/>
        <a:p>
          <a:endParaRPr lang="en-US"/>
        </a:p>
      </dgm:t>
    </dgm:pt>
    <dgm:pt modelId="{61E5B816-F374-42A9-B0A7-13A3C7CF29BB}">
      <dgm:prSet/>
      <dgm:spPr/>
      <dgm:t>
        <a:bodyPr/>
        <a:lstStyle/>
        <a:p>
          <a:pPr algn="ctr"/>
          <a:r>
            <a:rPr lang="en-CA"/>
            <a:t>inclut eéèêë</a:t>
          </a:r>
          <a:endParaRPr lang="en-US"/>
        </a:p>
      </dgm:t>
    </dgm:pt>
    <dgm:pt modelId="{D2E3DCE9-4D5E-4629-9AB8-AC883323D005}" type="parTrans" cxnId="{A81EBCAD-337E-4FFB-8EBD-9E752426DF52}">
      <dgm:prSet/>
      <dgm:spPr/>
      <dgm:t>
        <a:bodyPr/>
        <a:lstStyle/>
        <a:p>
          <a:endParaRPr lang="en-US"/>
        </a:p>
      </dgm:t>
    </dgm:pt>
    <dgm:pt modelId="{3A035913-2224-4B1E-9D05-51EC7E7D0B91}" type="sibTrans" cxnId="{A81EBCAD-337E-4FFB-8EBD-9E752426DF52}">
      <dgm:prSet/>
      <dgm:spPr/>
      <dgm:t>
        <a:bodyPr/>
        <a:lstStyle/>
        <a:p>
          <a:endParaRPr lang="en-US"/>
        </a:p>
      </dgm:t>
    </dgm:pt>
    <dgm:pt modelId="{7C93110B-CCDE-4B72-8490-EB43981C8784}">
      <dgm:prSet/>
      <dgm:spPr/>
      <dgm:t>
        <a:bodyPr/>
        <a:lstStyle/>
        <a:p>
          <a:pPr>
            <a:defRPr b="1"/>
          </a:pPr>
          <a:r>
            <a:rPr lang="en-CA"/>
            <a:t>Voir Notes de Cours (</a:t>
          </a:r>
          <a:r>
            <a:rPr lang="en-CA">
              <a:hlinkClick xmlns:r="http://schemas.openxmlformats.org/officeDocument/2006/relationships" r:id="rId1"/>
            </a:rPr>
            <a:t>Chapitre 4: Expressions régulières</a:t>
          </a:r>
          <a:r>
            <a:rPr lang="en-CA"/>
            <a:t>) pour plus de détail</a:t>
          </a:r>
          <a:endParaRPr lang="en-US"/>
        </a:p>
      </dgm:t>
    </dgm:pt>
    <dgm:pt modelId="{0BD44340-AD3C-4F89-878D-4E9FBEE73094}" type="parTrans" cxnId="{CC7B9862-F1FB-4729-B7B1-59B2A8D7A553}">
      <dgm:prSet/>
      <dgm:spPr/>
      <dgm:t>
        <a:bodyPr/>
        <a:lstStyle/>
        <a:p>
          <a:endParaRPr lang="en-US"/>
        </a:p>
      </dgm:t>
    </dgm:pt>
    <dgm:pt modelId="{2DA8E606-F951-4336-A0D5-B22AD1B21E90}" type="sibTrans" cxnId="{CC7B9862-F1FB-4729-B7B1-59B2A8D7A553}">
      <dgm:prSet/>
      <dgm:spPr/>
      <dgm:t>
        <a:bodyPr/>
        <a:lstStyle/>
        <a:p>
          <a:endParaRPr lang="en-US"/>
        </a:p>
      </dgm:t>
    </dgm:pt>
    <dgm:pt modelId="{38EBAB02-9486-4FCD-B42D-35CE30996D5A}">
      <dgm:prSet/>
      <dgm:spPr/>
      <dgm:t>
        <a:bodyPr/>
        <a:lstStyle/>
        <a:p>
          <a:pPr algn="ctr"/>
          <a:r>
            <a:rPr lang="en-US" dirty="0"/>
            <a:t>GREP: [[=e=]]</a:t>
          </a:r>
        </a:p>
      </dgm:t>
    </dgm:pt>
    <dgm:pt modelId="{CA80EBD3-B538-42DA-B8D5-E72CBC00A618}" type="parTrans" cxnId="{B8F80CBC-0ABA-4639-8E27-CC85E5F42463}">
      <dgm:prSet/>
      <dgm:spPr/>
      <dgm:t>
        <a:bodyPr/>
        <a:lstStyle/>
        <a:p>
          <a:endParaRPr lang="en-CA"/>
        </a:p>
      </dgm:t>
    </dgm:pt>
    <dgm:pt modelId="{DF2A11D2-32AB-4C99-AD61-3D44B9CB8E81}" type="sibTrans" cxnId="{B8F80CBC-0ABA-4639-8E27-CC85E5F42463}">
      <dgm:prSet/>
      <dgm:spPr/>
      <dgm:t>
        <a:bodyPr/>
        <a:lstStyle/>
        <a:p>
          <a:endParaRPr lang="en-CA"/>
        </a:p>
      </dgm:t>
    </dgm:pt>
    <dgm:pt modelId="{DB8FD174-FFF6-4367-B276-144A64155F2A}">
      <dgm:prSet/>
      <dgm:spPr/>
      <dgm:t>
        <a:bodyPr/>
        <a:lstStyle/>
        <a:p>
          <a:pPr algn="ctr"/>
          <a:r>
            <a:rPr lang="en-US" dirty="0"/>
            <a:t>[:class:]</a:t>
          </a:r>
        </a:p>
      </dgm:t>
    </dgm:pt>
    <dgm:pt modelId="{E3269A41-C1C1-47A8-B65A-6C52DC903779}" type="parTrans" cxnId="{53BB6A4B-0374-41D5-8E5A-DF0880FB43A3}">
      <dgm:prSet/>
      <dgm:spPr/>
      <dgm:t>
        <a:bodyPr/>
        <a:lstStyle/>
        <a:p>
          <a:endParaRPr lang="en-CA"/>
        </a:p>
      </dgm:t>
    </dgm:pt>
    <dgm:pt modelId="{2491B0CE-144A-43B1-8B44-FB91ED0F30C6}" type="sibTrans" cxnId="{53BB6A4B-0374-41D5-8E5A-DF0880FB43A3}">
      <dgm:prSet/>
      <dgm:spPr/>
      <dgm:t>
        <a:bodyPr/>
        <a:lstStyle/>
        <a:p>
          <a:endParaRPr lang="en-CA"/>
        </a:p>
      </dgm:t>
    </dgm:pt>
    <dgm:pt modelId="{EC1C71E5-E4C5-4CF4-847D-9A8ACC723994}">
      <dgm:prSet/>
      <dgm:spPr/>
      <dgm:t>
        <a:bodyPr/>
        <a:lstStyle/>
        <a:p>
          <a:pPr algn="ctr"/>
          <a:r>
            <a:rPr lang="en-US" dirty="0"/>
            <a:t>Ex: lower, upper, digit, alpha, </a:t>
          </a:r>
          <a:r>
            <a:rPr lang="en-US" dirty="0" err="1"/>
            <a:t>etc</a:t>
          </a:r>
          <a:endParaRPr lang="en-US" dirty="0"/>
        </a:p>
      </dgm:t>
    </dgm:pt>
    <dgm:pt modelId="{8E2DDF43-8926-4AF2-A806-BB500F6CCEAD}" type="parTrans" cxnId="{FECC96F0-01E0-414E-9128-B8BB999FA877}">
      <dgm:prSet/>
      <dgm:spPr/>
      <dgm:t>
        <a:bodyPr/>
        <a:lstStyle/>
        <a:p>
          <a:endParaRPr lang="en-CA"/>
        </a:p>
      </dgm:t>
    </dgm:pt>
    <dgm:pt modelId="{6AB1273D-CA6B-445C-AD89-6FEB53CFC932}" type="sibTrans" cxnId="{FECC96F0-01E0-414E-9128-B8BB999FA877}">
      <dgm:prSet/>
      <dgm:spPr/>
      <dgm:t>
        <a:bodyPr/>
        <a:lstStyle/>
        <a:p>
          <a:endParaRPr lang="en-CA"/>
        </a:p>
      </dgm:t>
    </dgm:pt>
    <dgm:pt modelId="{FECB2241-D917-425B-A62A-F860E2557E95}" type="pres">
      <dgm:prSet presAssocID="{BF53DE6C-FD0C-4C22-9D6F-09B1380D405A}" presName="root" presStyleCnt="0">
        <dgm:presLayoutVars>
          <dgm:dir/>
          <dgm:resizeHandles val="exact"/>
        </dgm:presLayoutVars>
      </dgm:prSet>
      <dgm:spPr/>
    </dgm:pt>
    <dgm:pt modelId="{EFB3855F-112D-4D5E-AE7B-7BC956A0B9DE}" type="pres">
      <dgm:prSet presAssocID="{D91080E6-2200-4477-9E8D-322E5C36A4F8}" presName="compNode" presStyleCnt="0"/>
      <dgm:spPr/>
    </dgm:pt>
    <dgm:pt modelId="{35CBE6DE-98E5-4D3F-A4F0-1B412A186F6D}" type="pres">
      <dgm:prSet presAssocID="{D91080E6-2200-4477-9E8D-322E5C36A4F8}" presName="iconRect" presStyleLbl="node1" presStyleIdx="0" presStyleCnt="3"/>
      <dgm:spPr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encil"/>
        </a:ext>
      </dgm:extLst>
    </dgm:pt>
    <dgm:pt modelId="{80EEDDB0-7F3F-4039-8D72-B95F319361D0}" type="pres">
      <dgm:prSet presAssocID="{D91080E6-2200-4477-9E8D-322E5C36A4F8}" presName="iconSpace" presStyleCnt="0"/>
      <dgm:spPr/>
    </dgm:pt>
    <dgm:pt modelId="{E8A0493D-A19E-4828-9EE7-A7248BEEFD72}" type="pres">
      <dgm:prSet presAssocID="{D91080E6-2200-4477-9E8D-322E5C36A4F8}" presName="parTx" presStyleLbl="revTx" presStyleIdx="0" presStyleCnt="6">
        <dgm:presLayoutVars>
          <dgm:chMax val="0"/>
          <dgm:chPref val="0"/>
        </dgm:presLayoutVars>
      </dgm:prSet>
      <dgm:spPr/>
    </dgm:pt>
    <dgm:pt modelId="{E6309F99-87EB-4055-AF5A-3CF31FED9589}" type="pres">
      <dgm:prSet presAssocID="{D91080E6-2200-4477-9E8D-322E5C36A4F8}" presName="txSpace" presStyleCnt="0"/>
      <dgm:spPr/>
    </dgm:pt>
    <dgm:pt modelId="{7B0FA195-BF49-401B-8003-A072CC69585E}" type="pres">
      <dgm:prSet presAssocID="{D91080E6-2200-4477-9E8D-322E5C36A4F8}" presName="desTx" presStyleLbl="revTx" presStyleIdx="1" presStyleCnt="6">
        <dgm:presLayoutVars/>
      </dgm:prSet>
      <dgm:spPr/>
    </dgm:pt>
    <dgm:pt modelId="{5287C58E-7AF6-4170-85D8-E32EDE1B2A29}" type="pres">
      <dgm:prSet presAssocID="{CDFF5027-3476-4583-B3E8-A46C4A8A8015}" presName="sibTrans" presStyleCnt="0"/>
      <dgm:spPr/>
    </dgm:pt>
    <dgm:pt modelId="{1FADEC10-D352-4002-9803-935D780BD2FA}" type="pres">
      <dgm:prSet presAssocID="{39AB2CC1-92D1-4774-87AB-67EBCC586E8E}" presName="compNode" presStyleCnt="0"/>
      <dgm:spPr/>
    </dgm:pt>
    <dgm:pt modelId="{022F78EC-FC30-4069-81DD-75ACAC0B9415}" type="pres">
      <dgm:prSet presAssocID="{39AB2CC1-92D1-4774-87AB-67EBCC586E8E}" presName="iconRect" presStyleLbl="node1" presStyleIdx="1" presStyleCnt="3"/>
      <dgm:spPr>
        <a:blipFill>
          <a:blip xmlns:r="http://schemas.openxmlformats.org/officeDocument/2006/relationships"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thematics"/>
        </a:ext>
      </dgm:extLst>
    </dgm:pt>
    <dgm:pt modelId="{830E64FE-B2BF-4698-AA0C-68E441FB76E9}" type="pres">
      <dgm:prSet presAssocID="{39AB2CC1-92D1-4774-87AB-67EBCC586E8E}" presName="iconSpace" presStyleCnt="0"/>
      <dgm:spPr/>
    </dgm:pt>
    <dgm:pt modelId="{F1C7DC51-F8E8-484D-A658-6A5E6ED2E03F}" type="pres">
      <dgm:prSet presAssocID="{39AB2CC1-92D1-4774-87AB-67EBCC586E8E}" presName="parTx" presStyleLbl="revTx" presStyleIdx="2" presStyleCnt="6">
        <dgm:presLayoutVars>
          <dgm:chMax val="0"/>
          <dgm:chPref val="0"/>
        </dgm:presLayoutVars>
      </dgm:prSet>
      <dgm:spPr/>
    </dgm:pt>
    <dgm:pt modelId="{F962388C-5399-41C2-9D1A-8BE7F14ACD84}" type="pres">
      <dgm:prSet presAssocID="{39AB2CC1-92D1-4774-87AB-67EBCC586E8E}" presName="txSpace" presStyleCnt="0"/>
      <dgm:spPr/>
    </dgm:pt>
    <dgm:pt modelId="{2155A432-082E-4685-A1D2-DDBC9AA61C84}" type="pres">
      <dgm:prSet presAssocID="{39AB2CC1-92D1-4774-87AB-67EBCC586E8E}" presName="desTx" presStyleLbl="revTx" presStyleIdx="3" presStyleCnt="6">
        <dgm:presLayoutVars/>
      </dgm:prSet>
      <dgm:spPr/>
    </dgm:pt>
    <dgm:pt modelId="{6707DA66-6718-456E-A700-2D61678AC4F0}" type="pres">
      <dgm:prSet presAssocID="{2B4CBDEC-B3EA-4D6E-9846-6EE4F9D29281}" presName="sibTrans" presStyleCnt="0"/>
      <dgm:spPr/>
    </dgm:pt>
    <dgm:pt modelId="{FD6337AE-30DD-4043-8155-6B72034F2ACF}" type="pres">
      <dgm:prSet presAssocID="{7C93110B-CCDE-4B72-8490-EB43981C8784}" presName="compNode" presStyleCnt="0"/>
      <dgm:spPr/>
    </dgm:pt>
    <dgm:pt modelId="{2CC68DA5-05D0-4F37-94FB-AE7F2AB93A27}" type="pres">
      <dgm:prSet presAssocID="{7C93110B-CCDE-4B72-8490-EB43981C8784}" presName="iconRect" presStyleLbl="node1" presStyleIdx="2" presStyleCnt="3"/>
      <dgm:spPr>
        <a:blipFill>
          <a:blip xmlns:r="http://schemas.openxmlformats.org/officeDocument/2006/relationships"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 Bubble"/>
        </a:ext>
      </dgm:extLst>
    </dgm:pt>
    <dgm:pt modelId="{BE9B4462-4A35-43BC-A540-2062525A537A}" type="pres">
      <dgm:prSet presAssocID="{7C93110B-CCDE-4B72-8490-EB43981C8784}" presName="iconSpace" presStyleCnt="0"/>
      <dgm:spPr/>
    </dgm:pt>
    <dgm:pt modelId="{1D7E7F65-A1D0-47FC-8633-56A2A569F58B}" type="pres">
      <dgm:prSet presAssocID="{7C93110B-CCDE-4B72-8490-EB43981C8784}" presName="parTx" presStyleLbl="revTx" presStyleIdx="4" presStyleCnt="6">
        <dgm:presLayoutVars>
          <dgm:chMax val="0"/>
          <dgm:chPref val="0"/>
        </dgm:presLayoutVars>
      </dgm:prSet>
      <dgm:spPr/>
    </dgm:pt>
    <dgm:pt modelId="{AC874128-2B0C-4AC6-9E1A-FB73F40A6E01}" type="pres">
      <dgm:prSet presAssocID="{7C93110B-CCDE-4B72-8490-EB43981C8784}" presName="txSpace" presStyleCnt="0"/>
      <dgm:spPr/>
    </dgm:pt>
    <dgm:pt modelId="{55A0AB0B-C9FA-410A-9684-C932C022066A}" type="pres">
      <dgm:prSet presAssocID="{7C93110B-CCDE-4B72-8490-EB43981C8784}" presName="desTx" presStyleLbl="revTx" presStyleIdx="5" presStyleCnt="6">
        <dgm:presLayoutVars/>
      </dgm:prSet>
      <dgm:spPr/>
    </dgm:pt>
  </dgm:ptLst>
  <dgm:cxnLst>
    <dgm:cxn modelId="{C2427814-BCCD-43E9-89EF-8C5F31D7F465}" type="presOf" srcId="{BF53DE6C-FD0C-4C22-9D6F-09B1380D405A}" destId="{FECB2241-D917-425B-A62A-F860E2557E95}" srcOrd="0" destOrd="0" presId="urn:microsoft.com/office/officeart/2018/5/layout/CenteredIconLabelDescriptionList"/>
    <dgm:cxn modelId="{BDA5EC14-B395-4AB4-B28B-A4729DE113C6}" type="presOf" srcId="{DB8FD174-FFF6-4367-B276-144A64155F2A}" destId="{7B0FA195-BF49-401B-8003-A072CC69585E}" srcOrd="0" destOrd="0" presId="urn:microsoft.com/office/officeart/2018/5/layout/CenteredIconLabelDescriptionList"/>
    <dgm:cxn modelId="{C5E42C40-8924-459D-B3C0-B8027AB7097E}" srcId="{BF53DE6C-FD0C-4C22-9D6F-09B1380D405A}" destId="{D91080E6-2200-4477-9E8D-322E5C36A4F8}" srcOrd="0" destOrd="0" parTransId="{5D290805-A8A9-437B-9534-FFEDF0DCCB6B}" sibTransId="{CDFF5027-3476-4583-B3E8-A46C4A8A8015}"/>
    <dgm:cxn modelId="{CC7B9862-F1FB-4729-B7B1-59B2A8D7A553}" srcId="{BF53DE6C-FD0C-4C22-9D6F-09B1380D405A}" destId="{7C93110B-CCDE-4B72-8490-EB43981C8784}" srcOrd="2" destOrd="0" parTransId="{0BD44340-AD3C-4F89-878D-4E9FBEE73094}" sibTransId="{2DA8E606-F951-4336-A0D5-B22AD1B21E90}"/>
    <dgm:cxn modelId="{33D7A965-147F-4690-BA7E-2888D82FC1C9}" srcId="{39AB2CC1-92D1-4774-87AB-67EBCC586E8E}" destId="{DF8DF1CA-2BA7-4C4A-989C-0729EF4CE2FF}" srcOrd="0" destOrd="0" parTransId="{9E712269-4791-43AF-BDBC-6D61FD8382EB}" sibTransId="{A8D4E7D8-32E2-400D-B951-CFC992319934}"/>
    <dgm:cxn modelId="{53BB6A4B-0374-41D5-8E5A-DF0880FB43A3}" srcId="{D91080E6-2200-4477-9E8D-322E5C36A4F8}" destId="{DB8FD174-FFF6-4367-B276-144A64155F2A}" srcOrd="0" destOrd="0" parTransId="{E3269A41-C1C1-47A8-B65A-6C52DC903779}" sibTransId="{2491B0CE-144A-43B1-8B44-FB91ED0F30C6}"/>
    <dgm:cxn modelId="{3D05744D-DE89-4289-8342-84FF36A7F396}" type="presOf" srcId="{7C93110B-CCDE-4B72-8490-EB43981C8784}" destId="{1D7E7F65-A1D0-47FC-8633-56A2A569F58B}" srcOrd="0" destOrd="0" presId="urn:microsoft.com/office/officeart/2018/5/layout/CenteredIconLabelDescriptionList"/>
    <dgm:cxn modelId="{805F5053-3511-4352-893A-3CB6C38A5892}" type="presOf" srcId="{DF8DF1CA-2BA7-4C4A-989C-0729EF4CE2FF}" destId="{2155A432-082E-4685-A1D2-DDBC9AA61C84}" srcOrd="0" destOrd="0" presId="urn:microsoft.com/office/officeart/2018/5/layout/CenteredIconLabelDescriptionList"/>
    <dgm:cxn modelId="{A28BFE82-76C0-4B15-8954-63E6AD12851D}" type="presOf" srcId="{D91080E6-2200-4477-9E8D-322E5C36A4F8}" destId="{E8A0493D-A19E-4828-9EE7-A7248BEEFD72}" srcOrd="0" destOrd="0" presId="urn:microsoft.com/office/officeart/2018/5/layout/CenteredIconLabelDescriptionList"/>
    <dgm:cxn modelId="{620207A2-4BFA-4865-8FE4-814366F81A20}" type="presOf" srcId="{38EBAB02-9486-4FCD-B42D-35CE30996D5A}" destId="{2155A432-082E-4685-A1D2-DDBC9AA61C84}" srcOrd="0" destOrd="2" presId="urn:microsoft.com/office/officeart/2018/5/layout/CenteredIconLabelDescriptionList"/>
    <dgm:cxn modelId="{A81EBCAD-337E-4FFB-8EBD-9E752426DF52}" srcId="{DF8DF1CA-2BA7-4C4A-989C-0729EF4CE2FF}" destId="{61E5B816-F374-42A9-B0A7-13A3C7CF29BB}" srcOrd="0" destOrd="0" parTransId="{D2E3DCE9-4D5E-4629-9AB8-AC883323D005}" sibTransId="{3A035913-2224-4B1E-9D05-51EC7E7D0B91}"/>
    <dgm:cxn modelId="{B8F80CBC-0ABA-4639-8E27-CC85E5F42463}" srcId="{DF8DF1CA-2BA7-4C4A-989C-0729EF4CE2FF}" destId="{38EBAB02-9486-4FCD-B42D-35CE30996D5A}" srcOrd="1" destOrd="0" parTransId="{CA80EBD3-B538-42DA-B8D5-E72CBC00A618}" sibTransId="{DF2A11D2-32AB-4C99-AD61-3D44B9CB8E81}"/>
    <dgm:cxn modelId="{711230D2-EFDF-4BDF-9455-8120B1B96E04}" type="presOf" srcId="{39AB2CC1-92D1-4774-87AB-67EBCC586E8E}" destId="{F1C7DC51-F8E8-484D-A658-6A5E6ED2E03F}" srcOrd="0" destOrd="0" presId="urn:microsoft.com/office/officeart/2018/5/layout/CenteredIconLabelDescriptionList"/>
    <dgm:cxn modelId="{7CF4F7EB-DF32-467A-B38F-2489983EF2AC}" type="presOf" srcId="{61E5B816-F374-42A9-B0A7-13A3C7CF29BB}" destId="{2155A432-082E-4685-A1D2-DDBC9AA61C84}" srcOrd="0" destOrd="1" presId="urn:microsoft.com/office/officeart/2018/5/layout/CenteredIconLabelDescriptionList"/>
    <dgm:cxn modelId="{FECC96F0-01E0-414E-9128-B8BB999FA877}" srcId="{DB8FD174-FFF6-4367-B276-144A64155F2A}" destId="{EC1C71E5-E4C5-4CF4-847D-9A8ACC723994}" srcOrd="0" destOrd="0" parTransId="{8E2DDF43-8926-4AF2-A806-BB500F6CCEAD}" sibTransId="{6AB1273D-CA6B-445C-AD89-6FEB53CFC932}"/>
    <dgm:cxn modelId="{AEEA41FA-D882-48F9-BA09-041AE16F29FC}" srcId="{BF53DE6C-FD0C-4C22-9D6F-09B1380D405A}" destId="{39AB2CC1-92D1-4774-87AB-67EBCC586E8E}" srcOrd="1" destOrd="0" parTransId="{3F755806-09B5-4480-A9E1-29602BDA8B85}" sibTransId="{2B4CBDEC-B3EA-4D6E-9846-6EE4F9D29281}"/>
    <dgm:cxn modelId="{C679FAFD-EA75-4BA8-8B78-DCC6FFD73F81}" type="presOf" srcId="{EC1C71E5-E4C5-4CF4-847D-9A8ACC723994}" destId="{7B0FA195-BF49-401B-8003-A072CC69585E}" srcOrd="0" destOrd="1" presId="urn:microsoft.com/office/officeart/2018/5/layout/CenteredIconLabelDescriptionList"/>
    <dgm:cxn modelId="{3FF6B786-EF59-4A7F-9F15-393B4CFC6E42}" type="presParOf" srcId="{FECB2241-D917-425B-A62A-F860E2557E95}" destId="{EFB3855F-112D-4D5E-AE7B-7BC956A0B9DE}" srcOrd="0" destOrd="0" presId="urn:microsoft.com/office/officeart/2018/5/layout/CenteredIconLabelDescriptionList"/>
    <dgm:cxn modelId="{DE8C6927-835E-4830-930D-F654ADC2B0E9}" type="presParOf" srcId="{EFB3855F-112D-4D5E-AE7B-7BC956A0B9DE}" destId="{35CBE6DE-98E5-4D3F-A4F0-1B412A186F6D}" srcOrd="0" destOrd="0" presId="urn:microsoft.com/office/officeart/2018/5/layout/CenteredIconLabelDescriptionList"/>
    <dgm:cxn modelId="{18A073C0-7139-4FB4-9C8E-7B6686AE6AF2}" type="presParOf" srcId="{EFB3855F-112D-4D5E-AE7B-7BC956A0B9DE}" destId="{80EEDDB0-7F3F-4039-8D72-B95F319361D0}" srcOrd="1" destOrd="0" presId="urn:microsoft.com/office/officeart/2018/5/layout/CenteredIconLabelDescriptionList"/>
    <dgm:cxn modelId="{C8346902-E522-4172-B51D-8330D01C3E2A}" type="presParOf" srcId="{EFB3855F-112D-4D5E-AE7B-7BC956A0B9DE}" destId="{E8A0493D-A19E-4828-9EE7-A7248BEEFD72}" srcOrd="2" destOrd="0" presId="urn:microsoft.com/office/officeart/2018/5/layout/CenteredIconLabelDescriptionList"/>
    <dgm:cxn modelId="{C7B1E698-186A-467C-8B1E-C16427B91005}" type="presParOf" srcId="{EFB3855F-112D-4D5E-AE7B-7BC956A0B9DE}" destId="{E6309F99-87EB-4055-AF5A-3CF31FED9589}" srcOrd="3" destOrd="0" presId="urn:microsoft.com/office/officeart/2018/5/layout/CenteredIconLabelDescriptionList"/>
    <dgm:cxn modelId="{314133EA-B81D-4B59-BC36-AEB4C56747BD}" type="presParOf" srcId="{EFB3855F-112D-4D5E-AE7B-7BC956A0B9DE}" destId="{7B0FA195-BF49-401B-8003-A072CC69585E}" srcOrd="4" destOrd="0" presId="urn:microsoft.com/office/officeart/2018/5/layout/CenteredIconLabelDescriptionList"/>
    <dgm:cxn modelId="{CCE42716-E601-45B3-B729-DE12200DE5F8}" type="presParOf" srcId="{FECB2241-D917-425B-A62A-F860E2557E95}" destId="{5287C58E-7AF6-4170-85D8-E32EDE1B2A29}" srcOrd="1" destOrd="0" presId="urn:microsoft.com/office/officeart/2018/5/layout/CenteredIconLabelDescriptionList"/>
    <dgm:cxn modelId="{7FE5893E-08F0-447A-B448-0E86A313DF9D}" type="presParOf" srcId="{FECB2241-D917-425B-A62A-F860E2557E95}" destId="{1FADEC10-D352-4002-9803-935D780BD2FA}" srcOrd="2" destOrd="0" presId="urn:microsoft.com/office/officeart/2018/5/layout/CenteredIconLabelDescriptionList"/>
    <dgm:cxn modelId="{FEBF0D02-1075-4777-B900-ECB7CCCCDE85}" type="presParOf" srcId="{1FADEC10-D352-4002-9803-935D780BD2FA}" destId="{022F78EC-FC30-4069-81DD-75ACAC0B9415}" srcOrd="0" destOrd="0" presId="urn:microsoft.com/office/officeart/2018/5/layout/CenteredIconLabelDescriptionList"/>
    <dgm:cxn modelId="{E543A46E-D7C9-4FA4-B5C9-BFA159721813}" type="presParOf" srcId="{1FADEC10-D352-4002-9803-935D780BD2FA}" destId="{830E64FE-B2BF-4698-AA0C-68E441FB76E9}" srcOrd="1" destOrd="0" presId="urn:microsoft.com/office/officeart/2018/5/layout/CenteredIconLabelDescriptionList"/>
    <dgm:cxn modelId="{66366979-DDD7-4CA7-959B-6D4B4FBEDDE8}" type="presParOf" srcId="{1FADEC10-D352-4002-9803-935D780BD2FA}" destId="{F1C7DC51-F8E8-484D-A658-6A5E6ED2E03F}" srcOrd="2" destOrd="0" presId="urn:microsoft.com/office/officeart/2018/5/layout/CenteredIconLabelDescriptionList"/>
    <dgm:cxn modelId="{307B9215-5CD3-4370-BFE2-33B7B93D4573}" type="presParOf" srcId="{1FADEC10-D352-4002-9803-935D780BD2FA}" destId="{F962388C-5399-41C2-9D1A-8BE7F14ACD84}" srcOrd="3" destOrd="0" presId="urn:microsoft.com/office/officeart/2018/5/layout/CenteredIconLabelDescriptionList"/>
    <dgm:cxn modelId="{52A8BF6D-9485-469E-8245-9DFCE05A8397}" type="presParOf" srcId="{1FADEC10-D352-4002-9803-935D780BD2FA}" destId="{2155A432-082E-4685-A1D2-DDBC9AA61C84}" srcOrd="4" destOrd="0" presId="urn:microsoft.com/office/officeart/2018/5/layout/CenteredIconLabelDescriptionList"/>
    <dgm:cxn modelId="{D89A2A46-4D40-4A78-A708-87A2129800AD}" type="presParOf" srcId="{FECB2241-D917-425B-A62A-F860E2557E95}" destId="{6707DA66-6718-456E-A700-2D61678AC4F0}" srcOrd="3" destOrd="0" presId="urn:microsoft.com/office/officeart/2018/5/layout/CenteredIconLabelDescriptionList"/>
    <dgm:cxn modelId="{4DC3A26E-031E-450B-B0E4-13FDC6B77868}" type="presParOf" srcId="{FECB2241-D917-425B-A62A-F860E2557E95}" destId="{FD6337AE-30DD-4043-8155-6B72034F2ACF}" srcOrd="4" destOrd="0" presId="urn:microsoft.com/office/officeart/2018/5/layout/CenteredIconLabelDescriptionList"/>
    <dgm:cxn modelId="{E5F8BE7A-8DCA-4D95-94D4-25ACCBEED571}" type="presParOf" srcId="{FD6337AE-30DD-4043-8155-6B72034F2ACF}" destId="{2CC68DA5-05D0-4F37-94FB-AE7F2AB93A27}" srcOrd="0" destOrd="0" presId="urn:microsoft.com/office/officeart/2018/5/layout/CenteredIconLabelDescriptionList"/>
    <dgm:cxn modelId="{7F7F653E-B578-41AE-AEAA-AD5DA11D1800}" type="presParOf" srcId="{FD6337AE-30DD-4043-8155-6B72034F2ACF}" destId="{BE9B4462-4A35-43BC-A540-2062525A537A}" srcOrd="1" destOrd="0" presId="urn:microsoft.com/office/officeart/2018/5/layout/CenteredIconLabelDescriptionList"/>
    <dgm:cxn modelId="{A55041D9-7872-43E4-9E58-2B260278F5DF}" type="presParOf" srcId="{FD6337AE-30DD-4043-8155-6B72034F2ACF}" destId="{1D7E7F65-A1D0-47FC-8633-56A2A569F58B}" srcOrd="2" destOrd="0" presId="urn:microsoft.com/office/officeart/2018/5/layout/CenteredIconLabelDescriptionList"/>
    <dgm:cxn modelId="{C7F1150B-0DE5-425C-A366-864083A7FBBA}" type="presParOf" srcId="{FD6337AE-30DD-4043-8155-6B72034F2ACF}" destId="{AC874128-2B0C-4AC6-9E1A-FB73F40A6E01}" srcOrd="3" destOrd="0" presId="urn:microsoft.com/office/officeart/2018/5/layout/CenteredIconLabelDescriptionList"/>
    <dgm:cxn modelId="{BE374ABD-4D21-45E7-8FA5-30FCD41BFFB6}" type="presParOf" srcId="{FD6337AE-30DD-4043-8155-6B72034F2ACF}" destId="{55A0AB0B-C9FA-410A-9684-C932C022066A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03C0839A-E614-47FB-946B-E4E6B5D0B4D0}" type="doc">
      <dgm:prSet loTypeId="urn:microsoft.com/office/officeart/2005/8/layout/list1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1D21462A-71D5-4CCE-8A23-55875CD1C887}">
      <dgm:prSet/>
      <dgm:spPr/>
      <dgm:t>
        <a:bodyPr/>
        <a:lstStyle/>
        <a:p>
          <a:r>
            <a:rPr lang="en-CA" dirty="0"/>
            <a:t>Syntaxe:</a:t>
          </a:r>
          <a:endParaRPr lang="en-US" dirty="0"/>
        </a:p>
      </dgm:t>
    </dgm:pt>
    <dgm:pt modelId="{8AE7FEFA-F802-4045-ABB9-6B60E3E93B34}" type="parTrans" cxnId="{5AFB05C3-2587-4BA7-B06B-7454FBB17A19}">
      <dgm:prSet/>
      <dgm:spPr/>
      <dgm:t>
        <a:bodyPr/>
        <a:lstStyle/>
        <a:p>
          <a:endParaRPr lang="en-US"/>
        </a:p>
      </dgm:t>
    </dgm:pt>
    <dgm:pt modelId="{D72D3684-2B36-4F1C-81EF-1A851461CF9C}" type="sibTrans" cxnId="{5AFB05C3-2587-4BA7-B06B-7454FBB17A19}">
      <dgm:prSet/>
      <dgm:spPr/>
      <dgm:t>
        <a:bodyPr/>
        <a:lstStyle/>
        <a:p>
          <a:endParaRPr lang="en-US"/>
        </a:p>
      </dgm:t>
    </dgm:pt>
    <dgm:pt modelId="{AB4B7B45-D911-4C75-9820-29F75C786B4B}">
      <dgm:prSet/>
      <dgm:spPr/>
      <dgm:t>
        <a:bodyPr/>
        <a:lstStyle/>
        <a:p>
          <a:r>
            <a:rPr lang="en-CA"/>
            <a:t>Options utiles:</a:t>
          </a:r>
          <a:endParaRPr lang="en-US"/>
        </a:p>
      </dgm:t>
    </dgm:pt>
    <dgm:pt modelId="{AA933E7A-B4E5-4017-B23F-84BBDDCA8640}" type="parTrans" cxnId="{DEF11D28-0301-4ED6-BDD4-72BBA357C2CF}">
      <dgm:prSet/>
      <dgm:spPr/>
      <dgm:t>
        <a:bodyPr/>
        <a:lstStyle/>
        <a:p>
          <a:endParaRPr lang="en-US"/>
        </a:p>
      </dgm:t>
    </dgm:pt>
    <dgm:pt modelId="{E7D06319-A9D9-45A6-8A4C-D53AA9462B4B}" type="sibTrans" cxnId="{DEF11D28-0301-4ED6-BDD4-72BBA357C2CF}">
      <dgm:prSet/>
      <dgm:spPr/>
      <dgm:t>
        <a:bodyPr/>
        <a:lstStyle/>
        <a:p>
          <a:endParaRPr lang="en-US"/>
        </a:p>
      </dgm:t>
    </dgm:pt>
    <dgm:pt modelId="{30929850-FD7D-4440-AB1D-323D21ADED6D}">
      <dgm:prSet/>
      <dgm:spPr/>
      <dgm:t>
        <a:bodyPr/>
        <a:lstStyle/>
        <a:p>
          <a:r>
            <a:rPr lang="en-CA"/>
            <a:t>-o: Affiche seulement les correspondances</a:t>
          </a:r>
          <a:endParaRPr lang="en-US"/>
        </a:p>
      </dgm:t>
    </dgm:pt>
    <dgm:pt modelId="{20BC4C4B-3128-4319-AD1E-4A639EEC0DFD}" type="parTrans" cxnId="{B68B2650-9389-4E45-8A29-1FA7EAB390DF}">
      <dgm:prSet/>
      <dgm:spPr/>
      <dgm:t>
        <a:bodyPr/>
        <a:lstStyle/>
        <a:p>
          <a:endParaRPr lang="en-US"/>
        </a:p>
      </dgm:t>
    </dgm:pt>
    <dgm:pt modelId="{CF7251A3-0061-419B-8160-2ED964BC9A54}" type="sibTrans" cxnId="{B68B2650-9389-4E45-8A29-1FA7EAB390DF}">
      <dgm:prSet/>
      <dgm:spPr/>
      <dgm:t>
        <a:bodyPr/>
        <a:lstStyle/>
        <a:p>
          <a:endParaRPr lang="en-US"/>
        </a:p>
      </dgm:t>
    </dgm:pt>
    <dgm:pt modelId="{4419E88B-C80D-4600-9F20-9294D4C7B2B1}">
      <dgm:prSet/>
      <dgm:spPr/>
      <dgm:t>
        <a:bodyPr/>
        <a:lstStyle/>
        <a:p>
          <a:r>
            <a:rPr lang="en-CA"/>
            <a:t>-E: </a:t>
          </a:r>
          <a:r>
            <a:rPr lang="fr-FR"/>
            <a:t>Active les expressions régulières étendues</a:t>
          </a:r>
          <a:endParaRPr lang="en-US"/>
        </a:p>
      </dgm:t>
    </dgm:pt>
    <dgm:pt modelId="{208CAF3C-1FF1-4EA3-817D-B2879776310D}" type="parTrans" cxnId="{E1BD3EDA-DEE6-497F-9976-47A06D826E88}">
      <dgm:prSet/>
      <dgm:spPr/>
      <dgm:t>
        <a:bodyPr/>
        <a:lstStyle/>
        <a:p>
          <a:endParaRPr lang="en-US"/>
        </a:p>
      </dgm:t>
    </dgm:pt>
    <dgm:pt modelId="{5CD89835-DB3F-40C6-8493-1E392D9FD171}" type="sibTrans" cxnId="{E1BD3EDA-DEE6-497F-9976-47A06D826E88}">
      <dgm:prSet/>
      <dgm:spPr/>
      <dgm:t>
        <a:bodyPr/>
        <a:lstStyle/>
        <a:p>
          <a:endParaRPr lang="en-US"/>
        </a:p>
      </dgm:t>
    </dgm:pt>
    <dgm:pt modelId="{720C1433-6F12-4254-944F-F867A0B5A997}">
      <dgm:prSet/>
      <dgm:spPr/>
      <dgm:t>
        <a:bodyPr/>
        <a:lstStyle/>
        <a:p>
          <a:r>
            <a:rPr lang="en-CA"/>
            <a:t>-i: Insensible à la casse</a:t>
          </a:r>
          <a:endParaRPr lang="en-US"/>
        </a:p>
      </dgm:t>
    </dgm:pt>
    <dgm:pt modelId="{B5CB5049-71E3-4752-9E79-865D03AD0C59}" type="parTrans" cxnId="{A58478C8-BC96-48F1-A536-0712B062FED1}">
      <dgm:prSet/>
      <dgm:spPr/>
      <dgm:t>
        <a:bodyPr/>
        <a:lstStyle/>
        <a:p>
          <a:endParaRPr lang="en-US"/>
        </a:p>
      </dgm:t>
    </dgm:pt>
    <dgm:pt modelId="{1ECF019C-589E-4626-B9FF-F954CF446DD8}" type="sibTrans" cxnId="{A58478C8-BC96-48F1-A536-0712B062FED1}">
      <dgm:prSet/>
      <dgm:spPr/>
      <dgm:t>
        <a:bodyPr/>
        <a:lstStyle/>
        <a:p>
          <a:endParaRPr lang="en-US"/>
        </a:p>
      </dgm:t>
    </dgm:pt>
    <dgm:pt modelId="{52C1407B-C637-41F4-87E1-E2D2499F150A}">
      <dgm:prSet/>
      <dgm:spPr/>
      <dgm:t>
        <a:bodyPr/>
        <a:lstStyle/>
        <a:p>
          <a:r>
            <a:rPr lang="en-CA"/>
            <a:t>-v: Exclure/Invertire les correspondances</a:t>
          </a:r>
          <a:endParaRPr lang="en-US"/>
        </a:p>
      </dgm:t>
    </dgm:pt>
    <dgm:pt modelId="{77E266A4-BA28-4CEB-BD1C-937768801C7A}" type="parTrans" cxnId="{056C0AA4-56A9-4F33-998B-E8C2097D9137}">
      <dgm:prSet/>
      <dgm:spPr/>
      <dgm:t>
        <a:bodyPr/>
        <a:lstStyle/>
        <a:p>
          <a:endParaRPr lang="en-US"/>
        </a:p>
      </dgm:t>
    </dgm:pt>
    <dgm:pt modelId="{D26223A9-5476-4104-9F26-CBB79BDA16BD}" type="sibTrans" cxnId="{056C0AA4-56A9-4F33-998B-E8C2097D9137}">
      <dgm:prSet/>
      <dgm:spPr/>
      <dgm:t>
        <a:bodyPr/>
        <a:lstStyle/>
        <a:p>
          <a:endParaRPr lang="en-US"/>
        </a:p>
      </dgm:t>
    </dgm:pt>
    <dgm:pt modelId="{D6675641-F049-4A09-879F-F15EE03B1D85}">
      <dgm:prSet/>
      <dgm:spPr/>
      <dgm:t>
        <a:bodyPr/>
        <a:lstStyle/>
        <a:p>
          <a:r>
            <a:rPr lang="en-CA"/>
            <a:t>Utilisation avanc</a:t>
          </a:r>
          <a:r>
            <a:rPr lang="fr-CA"/>
            <a:t>ée:</a:t>
          </a:r>
          <a:endParaRPr lang="en-US"/>
        </a:p>
      </dgm:t>
    </dgm:pt>
    <dgm:pt modelId="{605106EE-5A4E-4BC3-AAA2-259F5FEBE9D4}" type="parTrans" cxnId="{009899D7-A191-494E-A416-652C051DD047}">
      <dgm:prSet/>
      <dgm:spPr/>
      <dgm:t>
        <a:bodyPr/>
        <a:lstStyle/>
        <a:p>
          <a:endParaRPr lang="en-US"/>
        </a:p>
      </dgm:t>
    </dgm:pt>
    <dgm:pt modelId="{BA98C1DD-0278-4F35-924B-02485C4E2093}" type="sibTrans" cxnId="{009899D7-A191-494E-A416-652C051DD047}">
      <dgm:prSet/>
      <dgm:spPr/>
      <dgm:t>
        <a:bodyPr/>
        <a:lstStyle/>
        <a:p>
          <a:endParaRPr lang="en-US"/>
        </a:p>
      </dgm:t>
    </dgm:pt>
    <dgm:pt modelId="{C6984E5F-EA42-4F65-8686-2051090998D8}">
      <dgm:prSet/>
      <dgm:spPr/>
      <dgm:t>
        <a:bodyPr/>
        <a:lstStyle/>
        <a:p>
          <a:r>
            <a:rPr lang="fr-CA" dirty="0"/>
            <a:t>Utiliser –e ou –E pour rechercher plusieurs motifs:</a:t>
          </a:r>
          <a:endParaRPr lang="en-US" dirty="0"/>
        </a:p>
      </dgm:t>
    </dgm:pt>
    <dgm:pt modelId="{C1FA87BC-DD2F-419D-AFF7-CE2DE676DC05}" type="parTrans" cxnId="{398C20DF-8094-45D1-AEB4-A54238A8F5A3}">
      <dgm:prSet/>
      <dgm:spPr/>
      <dgm:t>
        <a:bodyPr/>
        <a:lstStyle/>
        <a:p>
          <a:endParaRPr lang="en-US"/>
        </a:p>
      </dgm:t>
    </dgm:pt>
    <dgm:pt modelId="{53B3593A-01FD-46B8-9F27-F64D4B57BA34}" type="sibTrans" cxnId="{398C20DF-8094-45D1-AEB4-A54238A8F5A3}">
      <dgm:prSet/>
      <dgm:spPr/>
      <dgm:t>
        <a:bodyPr/>
        <a:lstStyle/>
        <a:p>
          <a:endParaRPr lang="en-US"/>
        </a:p>
      </dgm:t>
    </dgm:pt>
    <dgm:pt modelId="{1352E826-B38E-48E3-83F0-CA82E1B97C11}">
      <dgm:prSet/>
      <dgm:spPr/>
      <dgm:t>
        <a:bodyPr/>
        <a:lstStyle/>
        <a:p>
          <a:r>
            <a:rPr lang="en-CA"/>
            <a:t>grep [options] ‘motif’ </a:t>
          </a:r>
          <a:r>
            <a:rPr lang="en-CA" dirty="0" err="1"/>
            <a:t>fichier</a:t>
          </a:r>
          <a:endParaRPr lang="en-US" dirty="0"/>
        </a:p>
      </dgm:t>
    </dgm:pt>
    <dgm:pt modelId="{8F302249-AB96-4812-9DF7-7578CB12C983}" type="parTrans" cxnId="{A9A689DE-ACDF-4101-9B27-A09E5CC3CFBE}">
      <dgm:prSet/>
      <dgm:spPr/>
      <dgm:t>
        <a:bodyPr/>
        <a:lstStyle/>
        <a:p>
          <a:endParaRPr lang="en-CA"/>
        </a:p>
      </dgm:t>
    </dgm:pt>
    <dgm:pt modelId="{2BCB787B-FBE7-4FAE-B482-42390509A93E}" type="sibTrans" cxnId="{A9A689DE-ACDF-4101-9B27-A09E5CC3CFBE}">
      <dgm:prSet/>
      <dgm:spPr/>
      <dgm:t>
        <a:bodyPr/>
        <a:lstStyle/>
        <a:p>
          <a:endParaRPr lang="en-CA"/>
        </a:p>
      </dgm:t>
    </dgm:pt>
    <dgm:pt modelId="{0BE7541F-17FA-4993-82AE-5215497C42B7}">
      <dgm:prSet/>
      <dgm:spPr/>
      <dgm:t>
        <a:bodyPr/>
        <a:lstStyle/>
        <a:p>
          <a:r>
            <a:rPr lang="fr-CA"/>
            <a:t> </a:t>
          </a:r>
          <a:r>
            <a:rPr lang="it-IT" dirty="0"/>
            <a:t>grep -e 'motif1' -e 'motif2' fichier</a:t>
          </a:r>
          <a:endParaRPr lang="en-US" dirty="0"/>
        </a:p>
      </dgm:t>
    </dgm:pt>
    <dgm:pt modelId="{8818929E-5FE5-450F-A488-2D2FBD7945A2}" type="parTrans" cxnId="{E98C74A8-A108-45F4-8F35-5BBAB7C39629}">
      <dgm:prSet/>
      <dgm:spPr/>
      <dgm:t>
        <a:bodyPr/>
        <a:lstStyle/>
        <a:p>
          <a:endParaRPr lang="en-CA"/>
        </a:p>
      </dgm:t>
    </dgm:pt>
    <dgm:pt modelId="{34BB0F51-D24B-43B2-A83F-28B5CACAA33E}" type="sibTrans" cxnId="{E98C74A8-A108-45F4-8F35-5BBAB7C39629}">
      <dgm:prSet/>
      <dgm:spPr/>
      <dgm:t>
        <a:bodyPr/>
        <a:lstStyle/>
        <a:p>
          <a:endParaRPr lang="en-CA"/>
        </a:p>
      </dgm:t>
    </dgm:pt>
    <dgm:pt modelId="{38F59508-FE84-40DC-BB85-D8E155D6491C}" type="pres">
      <dgm:prSet presAssocID="{03C0839A-E614-47FB-946B-E4E6B5D0B4D0}" presName="linear" presStyleCnt="0">
        <dgm:presLayoutVars>
          <dgm:dir/>
          <dgm:animLvl val="lvl"/>
          <dgm:resizeHandles val="exact"/>
        </dgm:presLayoutVars>
      </dgm:prSet>
      <dgm:spPr/>
    </dgm:pt>
    <dgm:pt modelId="{A9559F3A-275E-4ABC-B12F-4AF5D4BC4499}" type="pres">
      <dgm:prSet presAssocID="{1D21462A-71D5-4CCE-8A23-55875CD1C887}" presName="parentLin" presStyleCnt="0"/>
      <dgm:spPr/>
    </dgm:pt>
    <dgm:pt modelId="{6B7875E2-0A84-4756-ACEA-BBE0445875DC}" type="pres">
      <dgm:prSet presAssocID="{1D21462A-71D5-4CCE-8A23-55875CD1C887}" presName="parentLeftMargin" presStyleLbl="node1" presStyleIdx="0" presStyleCnt="3"/>
      <dgm:spPr/>
    </dgm:pt>
    <dgm:pt modelId="{60CA13E2-EA87-4EEC-BA99-117EB6EC08D7}" type="pres">
      <dgm:prSet presAssocID="{1D21462A-71D5-4CCE-8A23-55875CD1C887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84B60A83-FBA8-4EDE-BED9-A5E8A16970BA}" type="pres">
      <dgm:prSet presAssocID="{1D21462A-71D5-4CCE-8A23-55875CD1C887}" presName="negativeSpace" presStyleCnt="0"/>
      <dgm:spPr/>
    </dgm:pt>
    <dgm:pt modelId="{DDE1011D-39BE-4ABB-897A-B498871DC481}" type="pres">
      <dgm:prSet presAssocID="{1D21462A-71D5-4CCE-8A23-55875CD1C887}" presName="childText" presStyleLbl="conFgAcc1" presStyleIdx="0" presStyleCnt="3">
        <dgm:presLayoutVars>
          <dgm:bulletEnabled val="1"/>
        </dgm:presLayoutVars>
      </dgm:prSet>
      <dgm:spPr/>
    </dgm:pt>
    <dgm:pt modelId="{96E727B9-1C2C-403E-92AA-EAD56C92788C}" type="pres">
      <dgm:prSet presAssocID="{D72D3684-2B36-4F1C-81EF-1A851461CF9C}" presName="spaceBetweenRectangles" presStyleCnt="0"/>
      <dgm:spPr/>
    </dgm:pt>
    <dgm:pt modelId="{BAF49032-7011-4C06-BF4A-3ECB77AB9A32}" type="pres">
      <dgm:prSet presAssocID="{AB4B7B45-D911-4C75-9820-29F75C786B4B}" presName="parentLin" presStyleCnt="0"/>
      <dgm:spPr/>
    </dgm:pt>
    <dgm:pt modelId="{4E398216-ADF0-4DC2-900E-55ED61AA5D3B}" type="pres">
      <dgm:prSet presAssocID="{AB4B7B45-D911-4C75-9820-29F75C786B4B}" presName="parentLeftMargin" presStyleLbl="node1" presStyleIdx="0" presStyleCnt="3"/>
      <dgm:spPr/>
    </dgm:pt>
    <dgm:pt modelId="{D5B1BAFE-1636-4BD2-8831-2AAECADE01D8}" type="pres">
      <dgm:prSet presAssocID="{AB4B7B45-D911-4C75-9820-29F75C786B4B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8E83A27F-BC64-454C-88B1-81EF7C8C1445}" type="pres">
      <dgm:prSet presAssocID="{AB4B7B45-D911-4C75-9820-29F75C786B4B}" presName="negativeSpace" presStyleCnt="0"/>
      <dgm:spPr/>
    </dgm:pt>
    <dgm:pt modelId="{DF30CCDF-DE9B-4DF9-A99F-24F2C821C467}" type="pres">
      <dgm:prSet presAssocID="{AB4B7B45-D911-4C75-9820-29F75C786B4B}" presName="childText" presStyleLbl="conFgAcc1" presStyleIdx="1" presStyleCnt="3">
        <dgm:presLayoutVars>
          <dgm:bulletEnabled val="1"/>
        </dgm:presLayoutVars>
      </dgm:prSet>
      <dgm:spPr/>
    </dgm:pt>
    <dgm:pt modelId="{72F93A57-0DFB-44C7-8088-823569BC439C}" type="pres">
      <dgm:prSet presAssocID="{E7D06319-A9D9-45A6-8A4C-D53AA9462B4B}" presName="spaceBetweenRectangles" presStyleCnt="0"/>
      <dgm:spPr/>
    </dgm:pt>
    <dgm:pt modelId="{4B3ACEA5-3D4B-40D5-A6E5-D9DBDABD4420}" type="pres">
      <dgm:prSet presAssocID="{D6675641-F049-4A09-879F-F15EE03B1D85}" presName="parentLin" presStyleCnt="0"/>
      <dgm:spPr/>
    </dgm:pt>
    <dgm:pt modelId="{C287DBCC-E29E-4F7F-B514-8BA5F68D3330}" type="pres">
      <dgm:prSet presAssocID="{D6675641-F049-4A09-879F-F15EE03B1D85}" presName="parentLeftMargin" presStyleLbl="node1" presStyleIdx="1" presStyleCnt="3"/>
      <dgm:spPr/>
    </dgm:pt>
    <dgm:pt modelId="{7BEF8439-996C-437A-AD35-84BB07BFAE76}" type="pres">
      <dgm:prSet presAssocID="{D6675641-F049-4A09-879F-F15EE03B1D85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DA6C0BB2-F35C-4465-A65C-125C786FEEA5}" type="pres">
      <dgm:prSet presAssocID="{D6675641-F049-4A09-879F-F15EE03B1D85}" presName="negativeSpace" presStyleCnt="0"/>
      <dgm:spPr/>
    </dgm:pt>
    <dgm:pt modelId="{65019237-4598-42D5-813D-29B94FF726F4}" type="pres">
      <dgm:prSet presAssocID="{D6675641-F049-4A09-879F-F15EE03B1D85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118B7513-7D57-4DB4-8194-507D8CC3B0D2}" type="presOf" srcId="{AB4B7B45-D911-4C75-9820-29F75C786B4B}" destId="{D5B1BAFE-1636-4BD2-8831-2AAECADE01D8}" srcOrd="1" destOrd="0" presId="urn:microsoft.com/office/officeart/2005/8/layout/list1"/>
    <dgm:cxn modelId="{94DA7613-A329-433D-854D-EBDFC9DFB819}" type="presOf" srcId="{03C0839A-E614-47FB-946B-E4E6B5D0B4D0}" destId="{38F59508-FE84-40DC-BB85-D8E155D6491C}" srcOrd="0" destOrd="0" presId="urn:microsoft.com/office/officeart/2005/8/layout/list1"/>
    <dgm:cxn modelId="{B7522716-E315-40C1-A923-6042724F7592}" type="presOf" srcId="{C6984E5F-EA42-4F65-8686-2051090998D8}" destId="{65019237-4598-42D5-813D-29B94FF726F4}" srcOrd="0" destOrd="0" presId="urn:microsoft.com/office/officeart/2005/8/layout/list1"/>
    <dgm:cxn modelId="{28D5A818-B625-4461-B699-ABDA402E16A2}" type="presOf" srcId="{D6675641-F049-4A09-879F-F15EE03B1D85}" destId="{C287DBCC-E29E-4F7F-B514-8BA5F68D3330}" srcOrd="0" destOrd="0" presId="urn:microsoft.com/office/officeart/2005/8/layout/list1"/>
    <dgm:cxn modelId="{DEF11D28-0301-4ED6-BDD4-72BBA357C2CF}" srcId="{03C0839A-E614-47FB-946B-E4E6B5D0B4D0}" destId="{AB4B7B45-D911-4C75-9820-29F75C786B4B}" srcOrd="1" destOrd="0" parTransId="{AA933E7A-B4E5-4017-B23F-84BBDDCA8640}" sibTransId="{E7D06319-A9D9-45A6-8A4C-D53AA9462B4B}"/>
    <dgm:cxn modelId="{7ECE6028-91B1-4962-A497-D687929F3CEC}" type="presOf" srcId="{30929850-FD7D-4440-AB1D-323D21ADED6D}" destId="{DF30CCDF-DE9B-4DF9-A99F-24F2C821C467}" srcOrd="0" destOrd="0" presId="urn:microsoft.com/office/officeart/2005/8/layout/list1"/>
    <dgm:cxn modelId="{5B932634-C201-4F7A-B3BF-D49142A9BE3B}" type="presOf" srcId="{720C1433-6F12-4254-944F-F867A0B5A997}" destId="{DF30CCDF-DE9B-4DF9-A99F-24F2C821C467}" srcOrd="0" destOrd="2" presId="urn:microsoft.com/office/officeart/2005/8/layout/list1"/>
    <dgm:cxn modelId="{8F4AF360-242B-4674-B5E8-ED095FBB7356}" type="presOf" srcId="{0BE7541F-17FA-4993-82AE-5215497C42B7}" destId="{65019237-4598-42D5-813D-29B94FF726F4}" srcOrd="0" destOrd="1" presId="urn:microsoft.com/office/officeart/2005/8/layout/list1"/>
    <dgm:cxn modelId="{34206042-2ABD-47E2-9919-764D7849E528}" type="presOf" srcId="{1D21462A-71D5-4CCE-8A23-55875CD1C887}" destId="{60CA13E2-EA87-4EEC-BA99-117EB6EC08D7}" srcOrd="1" destOrd="0" presId="urn:microsoft.com/office/officeart/2005/8/layout/list1"/>
    <dgm:cxn modelId="{B68B2650-9389-4E45-8A29-1FA7EAB390DF}" srcId="{AB4B7B45-D911-4C75-9820-29F75C786B4B}" destId="{30929850-FD7D-4440-AB1D-323D21ADED6D}" srcOrd="0" destOrd="0" parTransId="{20BC4C4B-3128-4319-AD1E-4A639EEC0DFD}" sibTransId="{CF7251A3-0061-419B-8160-2ED964BC9A54}"/>
    <dgm:cxn modelId="{F2E5E957-97E3-41CF-9938-A17A38CAD5B5}" type="presOf" srcId="{4419E88B-C80D-4600-9F20-9294D4C7B2B1}" destId="{DF30CCDF-DE9B-4DF9-A99F-24F2C821C467}" srcOrd="0" destOrd="1" presId="urn:microsoft.com/office/officeart/2005/8/layout/list1"/>
    <dgm:cxn modelId="{973AA191-CC91-4683-BE9A-B0FFAD2561B6}" type="presOf" srcId="{D6675641-F049-4A09-879F-F15EE03B1D85}" destId="{7BEF8439-996C-437A-AD35-84BB07BFAE76}" srcOrd="1" destOrd="0" presId="urn:microsoft.com/office/officeart/2005/8/layout/list1"/>
    <dgm:cxn modelId="{375D4092-96F1-482A-9003-3AEC98E0F00D}" type="presOf" srcId="{AB4B7B45-D911-4C75-9820-29F75C786B4B}" destId="{4E398216-ADF0-4DC2-900E-55ED61AA5D3B}" srcOrd="0" destOrd="0" presId="urn:microsoft.com/office/officeart/2005/8/layout/list1"/>
    <dgm:cxn modelId="{9341B8A0-E253-4F88-820C-6A1935C8491A}" type="presOf" srcId="{1352E826-B38E-48E3-83F0-CA82E1B97C11}" destId="{DDE1011D-39BE-4ABB-897A-B498871DC481}" srcOrd="0" destOrd="0" presId="urn:microsoft.com/office/officeart/2005/8/layout/list1"/>
    <dgm:cxn modelId="{056C0AA4-56A9-4F33-998B-E8C2097D9137}" srcId="{AB4B7B45-D911-4C75-9820-29F75C786B4B}" destId="{52C1407B-C637-41F4-87E1-E2D2499F150A}" srcOrd="3" destOrd="0" parTransId="{77E266A4-BA28-4CEB-BD1C-937768801C7A}" sibTransId="{D26223A9-5476-4104-9F26-CBB79BDA16BD}"/>
    <dgm:cxn modelId="{E59820A6-9B18-4854-A378-80B1B558FBC9}" type="presOf" srcId="{1D21462A-71D5-4CCE-8A23-55875CD1C887}" destId="{6B7875E2-0A84-4756-ACEA-BBE0445875DC}" srcOrd="0" destOrd="0" presId="urn:microsoft.com/office/officeart/2005/8/layout/list1"/>
    <dgm:cxn modelId="{E98C74A8-A108-45F4-8F35-5BBAB7C39629}" srcId="{C6984E5F-EA42-4F65-8686-2051090998D8}" destId="{0BE7541F-17FA-4993-82AE-5215497C42B7}" srcOrd="0" destOrd="0" parTransId="{8818929E-5FE5-450F-A488-2D2FBD7945A2}" sibTransId="{34BB0F51-D24B-43B2-A83F-28B5CACAA33E}"/>
    <dgm:cxn modelId="{5AFB05C3-2587-4BA7-B06B-7454FBB17A19}" srcId="{03C0839A-E614-47FB-946B-E4E6B5D0B4D0}" destId="{1D21462A-71D5-4CCE-8A23-55875CD1C887}" srcOrd="0" destOrd="0" parTransId="{8AE7FEFA-F802-4045-ABB9-6B60E3E93B34}" sibTransId="{D72D3684-2B36-4F1C-81EF-1A851461CF9C}"/>
    <dgm:cxn modelId="{A58478C8-BC96-48F1-A536-0712B062FED1}" srcId="{AB4B7B45-D911-4C75-9820-29F75C786B4B}" destId="{720C1433-6F12-4254-944F-F867A0B5A997}" srcOrd="2" destOrd="0" parTransId="{B5CB5049-71E3-4752-9E79-865D03AD0C59}" sibTransId="{1ECF019C-589E-4626-B9FF-F954CF446DD8}"/>
    <dgm:cxn modelId="{009899D7-A191-494E-A416-652C051DD047}" srcId="{03C0839A-E614-47FB-946B-E4E6B5D0B4D0}" destId="{D6675641-F049-4A09-879F-F15EE03B1D85}" srcOrd="2" destOrd="0" parTransId="{605106EE-5A4E-4BC3-AAA2-259F5FEBE9D4}" sibTransId="{BA98C1DD-0278-4F35-924B-02485C4E2093}"/>
    <dgm:cxn modelId="{E1BD3EDA-DEE6-497F-9976-47A06D826E88}" srcId="{AB4B7B45-D911-4C75-9820-29F75C786B4B}" destId="{4419E88B-C80D-4600-9F20-9294D4C7B2B1}" srcOrd="1" destOrd="0" parTransId="{208CAF3C-1FF1-4EA3-817D-B2879776310D}" sibTransId="{5CD89835-DB3F-40C6-8493-1E392D9FD171}"/>
    <dgm:cxn modelId="{A9A689DE-ACDF-4101-9B27-A09E5CC3CFBE}" srcId="{1D21462A-71D5-4CCE-8A23-55875CD1C887}" destId="{1352E826-B38E-48E3-83F0-CA82E1B97C11}" srcOrd="0" destOrd="0" parTransId="{8F302249-AB96-4812-9DF7-7578CB12C983}" sibTransId="{2BCB787B-FBE7-4FAE-B482-42390509A93E}"/>
    <dgm:cxn modelId="{398C20DF-8094-45D1-AEB4-A54238A8F5A3}" srcId="{D6675641-F049-4A09-879F-F15EE03B1D85}" destId="{C6984E5F-EA42-4F65-8686-2051090998D8}" srcOrd="0" destOrd="0" parTransId="{C1FA87BC-DD2F-419D-AFF7-CE2DE676DC05}" sibTransId="{53B3593A-01FD-46B8-9F27-F64D4B57BA34}"/>
    <dgm:cxn modelId="{D13A69EA-451D-4488-BA37-8FD9933DFDFF}" type="presOf" srcId="{52C1407B-C637-41F4-87E1-E2D2499F150A}" destId="{DF30CCDF-DE9B-4DF9-A99F-24F2C821C467}" srcOrd="0" destOrd="3" presId="urn:microsoft.com/office/officeart/2005/8/layout/list1"/>
    <dgm:cxn modelId="{3FE6865D-982C-4FE9-9351-3C53EEC856C6}" type="presParOf" srcId="{38F59508-FE84-40DC-BB85-D8E155D6491C}" destId="{A9559F3A-275E-4ABC-B12F-4AF5D4BC4499}" srcOrd="0" destOrd="0" presId="urn:microsoft.com/office/officeart/2005/8/layout/list1"/>
    <dgm:cxn modelId="{EC27EE61-CEB2-42F6-B754-2FC224E050F2}" type="presParOf" srcId="{A9559F3A-275E-4ABC-B12F-4AF5D4BC4499}" destId="{6B7875E2-0A84-4756-ACEA-BBE0445875DC}" srcOrd="0" destOrd="0" presId="urn:microsoft.com/office/officeart/2005/8/layout/list1"/>
    <dgm:cxn modelId="{EC82EB7B-55C6-4EBA-9171-1E0D69022184}" type="presParOf" srcId="{A9559F3A-275E-4ABC-B12F-4AF5D4BC4499}" destId="{60CA13E2-EA87-4EEC-BA99-117EB6EC08D7}" srcOrd="1" destOrd="0" presId="urn:microsoft.com/office/officeart/2005/8/layout/list1"/>
    <dgm:cxn modelId="{68E82EC9-CFB8-49E3-B709-191F9D39E3A9}" type="presParOf" srcId="{38F59508-FE84-40DC-BB85-D8E155D6491C}" destId="{84B60A83-FBA8-4EDE-BED9-A5E8A16970BA}" srcOrd="1" destOrd="0" presId="urn:microsoft.com/office/officeart/2005/8/layout/list1"/>
    <dgm:cxn modelId="{C6875FF9-3486-46CA-890B-3987BD27DFED}" type="presParOf" srcId="{38F59508-FE84-40DC-BB85-D8E155D6491C}" destId="{DDE1011D-39BE-4ABB-897A-B498871DC481}" srcOrd="2" destOrd="0" presId="urn:microsoft.com/office/officeart/2005/8/layout/list1"/>
    <dgm:cxn modelId="{F3919DD4-333D-4147-BC46-CC85897F7A2F}" type="presParOf" srcId="{38F59508-FE84-40DC-BB85-D8E155D6491C}" destId="{96E727B9-1C2C-403E-92AA-EAD56C92788C}" srcOrd="3" destOrd="0" presId="urn:microsoft.com/office/officeart/2005/8/layout/list1"/>
    <dgm:cxn modelId="{ECDD5285-D9AE-497F-AD63-C1A6E148C360}" type="presParOf" srcId="{38F59508-FE84-40DC-BB85-D8E155D6491C}" destId="{BAF49032-7011-4C06-BF4A-3ECB77AB9A32}" srcOrd="4" destOrd="0" presId="urn:microsoft.com/office/officeart/2005/8/layout/list1"/>
    <dgm:cxn modelId="{789187D8-E077-4B27-AF83-FCB60844BA0B}" type="presParOf" srcId="{BAF49032-7011-4C06-BF4A-3ECB77AB9A32}" destId="{4E398216-ADF0-4DC2-900E-55ED61AA5D3B}" srcOrd="0" destOrd="0" presId="urn:microsoft.com/office/officeart/2005/8/layout/list1"/>
    <dgm:cxn modelId="{9B0168D0-DCE4-454C-A062-F0D27DEB8F0E}" type="presParOf" srcId="{BAF49032-7011-4C06-BF4A-3ECB77AB9A32}" destId="{D5B1BAFE-1636-4BD2-8831-2AAECADE01D8}" srcOrd="1" destOrd="0" presId="urn:microsoft.com/office/officeart/2005/8/layout/list1"/>
    <dgm:cxn modelId="{B0545839-BD2C-4701-92B8-A3EDA1A06BF3}" type="presParOf" srcId="{38F59508-FE84-40DC-BB85-D8E155D6491C}" destId="{8E83A27F-BC64-454C-88B1-81EF7C8C1445}" srcOrd="5" destOrd="0" presId="urn:microsoft.com/office/officeart/2005/8/layout/list1"/>
    <dgm:cxn modelId="{8683AE9D-C310-4845-B207-BE2A37433010}" type="presParOf" srcId="{38F59508-FE84-40DC-BB85-D8E155D6491C}" destId="{DF30CCDF-DE9B-4DF9-A99F-24F2C821C467}" srcOrd="6" destOrd="0" presId="urn:microsoft.com/office/officeart/2005/8/layout/list1"/>
    <dgm:cxn modelId="{C39E5DE6-055F-4D8A-A08F-58A0748A16DB}" type="presParOf" srcId="{38F59508-FE84-40DC-BB85-D8E155D6491C}" destId="{72F93A57-0DFB-44C7-8088-823569BC439C}" srcOrd="7" destOrd="0" presId="urn:microsoft.com/office/officeart/2005/8/layout/list1"/>
    <dgm:cxn modelId="{44C8E426-5EAC-49B6-AED4-48F33FBBF482}" type="presParOf" srcId="{38F59508-FE84-40DC-BB85-D8E155D6491C}" destId="{4B3ACEA5-3D4B-40D5-A6E5-D9DBDABD4420}" srcOrd="8" destOrd="0" presId="urn:microsoft.com/office/officeart/2005/8/layout/list1"/>
    <dgm:cxn modelId="{784FDA3D-5C9D-4D01-8287-12B25E4399B6}" type="presParOf" srcId="{4B3ACEA5-3D4B-40D5-A6E5-D9DBDABD4420}" destId="{C287DBCC-E29E-4F7F-B514-8BA5F68D3330}" srcOrd="0" destOrd="0" presId="urn:microsoft.com/office/officeart/2005/8/layout/list1"/>
    <dgm:cxn modelId="{3F1D8B57-E5A5-44B5-9ADB-C53D4DDA0709}" type="presParOf" srcId="{4B3ACEA5-3D4B-40D5-A6E5-D9DBDABD4420}" destId="{7BEF8439-996C-437A-AD35-84BB07BFAE76}" srcOrd="1" destOrd="0" presId="urn:microsoft.com/office/officeart/2005/8/layout/list1"/>
    <dgm:cxn modelId="{AC6AEF6B-7915-4D1C-BBAE-095D286CD726}" type="presParOf" srcId="{38F59508-FE84-40DC-BB85-D8E155D6491C}" destId="{DA6C0BB2-F35C-4465-A65C-125C786FEEA5}" srcOrd="9" destOrd="0" presId="urn:microsoft.com/office/officeart/2005/8/layout/list1"/>
    <dgm:cxn modelId="{B62B4D66-C82B-4719-A9D8-E725128A6A69}" type="presParOf" srcId="{38F59508-FE84-40DC-BB85-D8E155D6491C}" destId="{65019237-4598-42D5-813D-29B94FF726F4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2E7458-4FF8-4663-9811-A7F777A356BE}">
      <dsp:nvSpPr>
        <dsp:cNvPr id="0" name=""/>
        <dsp:cNvSpPr/>
      </dsp:nvSpPr>
      <dsp:spPr>
        <a:xfrm rot="5400000">
          <a:off x="5299862" y="-1293876"/>
          <a:ext cx="3079699" cy="643737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1270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900" kern="1200" dirty="0"/>
            <a:t>Le point .</a:t>
          </a:r>
          <a:endParaRPr lang="en-US" sz="1900" kern="1200" dirty="0"/>
        </a:p>
        <a:p>
          <a:pPr marL="342900" lvl="2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900" kern="1200" dirty="0"/>
            <a:t>Correspond à n’importe quel caractère sauf NUL</a:t>
          </a:r>
          <a:endParaRPr lang="en-US" sz="1900" kern="1200" dirty="0"/>
        </a:p>
        <a:p>
          <a:pPr marL="342900" lvl="2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900" kern="1200" dirty="0" err="1"/>
            <a:t>Équivalent</a:t>
          </a:r>
          <a:r>
            <a:rPr lang="en-CA" sz="1900" kern="1200" dirty="0"/>
            <a:t> au « ? » </a:t>
          </a:r>
          <a:r>
            <a:rPr lang="en-CA" sz="1900" kern="1200" dirty="0" err="1"/>
            <a:t>en</a:t>
          </a:r>
          <a:r>
            <a:rPr lang="en-CA" sz="1900" kern="1200" dirty="0"/>
            <a:t> glob</a:t>
          </a:r>
          <a:endParaRPr lang="en-US" sz="1900" kern="1200" dirty="0"/>
        </a:p>
        <a:p>
          <a:pPr marL="342900" lvl="2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900" kern="1200" dirty="0"/>
            <a:t>Utiliser « \. » pour reconnaître un point</a:t>
          </a:r>
          <a:endParaRPr lang="en-U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900" kern="1200" dirty="0"/>
            <a:t>Les crochets []</a:t>
          </a:r>
          <a:endParaRPr lang="en-US" sz="1900" kern="1200" dirty="0"/>
        </a:p>
        <a:p>
          <a:pPr marL="342900" lvl="2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900" kern="1200"/>
            <a:t>Listent un choix parmi plusieurs caractères</a:t>
          </a:r>
          <a:endParaRPr lang="en-US" sz="1900" kern="1200"/>
        </a:p>
        <a:p>
          <a:pPr marL="342900" lvl="2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900" kern="1200" dirty="0"/>
            <a:t>Protéger crochets du </a:t>
          </a:r>
          <a:r>
            <a:rPr lang="fr-FR" sz="1900" kern="1200" dirty="0" err="1"/>
            <a:t>shell</a:t>
          </a:r>
          <a:r>
            <a:rPr lang="fr-FR" sz="1900" kern="1200" dirty="0"/>
            <a:t> avec guillemets</a:t>
          </a:r>
          <a:endParaRPr lang="en-US" sz="1900" kern="1200" dirty="0"/>
        </a:p>
        <a:p>
          <a:pPr marL="342900" lvl="2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900" kern="1200" dirty="0"/>
            <a:t>Circonflexe </a:t>
          </a:r>
          <a:r>
            <a:rPr lang="en-CA" sz="1900" kern="1200" dirty="0"/>
            <a:t>^ </a:t>
          </a:r>
          <a:r>
            <a:rPr lang="fr-FR" sz="1900" kern="1200" dirty="0"/>
            <a:t>indique négation (tout autre caractères)</a:t>
          </a:r>
          <a:endParaRPr lang="en-US" sz="1900" kern="1200" dirty="0"/>
        </a:p>
      </dsp:txBody>
      <dsp:txXfrm rot="-5400000">
        <a:off x="3621024" y="535301"/>
        <a:ext cx="6287037" cy="2779021"/>
      </dsp:txXfrm>
    </dsp:sp>
    <dsp:sp modelId="{F37EC304-7BCB-4B0C-BD0F-0A85C8B23734}">
      <dsp:nvSpPr>
        <dsp:cNvPr id="0" name=""/>
        <dsp:cNvSpPr/>
      </dsp:nvSpPr>
      <dsp:spPr>
        <a:xfrm>
          <a:off x="0" y="0"/>
          <a:ext cx="3621024" cy="384962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0000"/>
                <a:lumMod val="100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hade val="99000"/>
                <a:satMod val="105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8000"/>
                <a:satMod val="105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  <a:scene3d>
          <a:camera prst="orthographicFront">
            <a:rot lat="0" lon="0" rev="0"/>
          </a:camera>
          <a:lightRig rig="flat" dir="tl">
            <a:rot lat="0" lon="0" rev="4200000"/>
          </a:lightRig>
        </a:scene3d>
        <a:sp3d prstMaterial="flat">
          <a:bevelT w="50800" h="63500" prst="riblet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79070" tIns="89535" rIns="179070" bIns="89535" numCol="1" spcCol="1270" anchor="ctr" anchorCtr="0">
          <a:noAutofit/>
        </a:bodyPr>
        <a:lstStyle/>
        <a:p>
          <a:pPr marL="0" lvl="0" indent="0" algn="ctr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4700" kern="1200" dirty="0" err="1"/>
            <a:t>Caractères</a:t>
          </a:r>
          <a:r>
            <a:rPr lang="en-CA" sz="4700" kern="1200" dirty="0"/>
            <a:t> </a:t>
          </a:r>
          <a:r>
            <a:rPr lang="en-CA" sz="4700" kern="1200" dirty="0" err="1"/>
            <a:t>spéciaux</a:t>
          </a:r>
          <a:r>
            <a:rPr lang="en-CA" sz="4700" kern="1200" dirty="0"/>
            <a:t>:</a:t>
          </a:r>
          <a:endParaRPr lang="en-US" sz="4700" kern="1200" dirty="0"/>
        </a:p>
      </dsp:txBody>
      <dsp:txXfrm>
        <a:off x="176764" y="176764"/>
        <a:ext cx="3267496" cy="349609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2E7458-4FF8-4663-9811-A7F777A356BE}">
      <dsp:nvSpPr>
        <dsp:cNvPr id="0" name=""/>
        <dsp:cNvSpPr/>
      </dsp:nvSpPr>
      <dsp:spPr>
        <a:xfrm rot="5400000">
          <a:off x="5299862" y="-1293876"/>
          <a:ext cx="3079699" cy="643737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1270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800" kern="1200" dirty="0" err="1"/>
            <a:t>L’étoile</a:t>
          </a:r>
          <a:r>
            <a:rPr lang="en-CA" sz="1800" kern="1200" dirty="0"/>
            <a:t> *</a:t>
          </a:r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kern="1200" dirty="0"/>
            <a:t>Indique une répétition d’un motif 0+ fois</a:t>
          </a:r>
          <a:endParaRPr lang="en-CA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800" kern="1200" dirty="0"/>
            <a:t>Le </a:t>
          </a:r>
          <a:r>
            <a:rPr lang="en-CA" sz="1800" kern="1200" dirty="0" err="1"/>
            <a:t>circonflexe</a:t>
          </a:r>
          <a:r>
            <a:rPr lang="en-CA" sz="1800" kern="1200" dirty="0"/>
            <a:t> ^</a:t>
          </a:r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kern="1200" dirty="0"/>
            <a:t>Indique début de chaine ou (ligne)</a:t>
          </a:r>
          <a:endParaRPr lang="en-CA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800" kern="1200" dirty="0"/>
            <a:t>Le dollar $</a:t>
          </a:r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kern="1200" dirty="0"/>
            <a:t>Indique fin de chaine ou (ligne)</a:t>
          </a:r>
          <a:endParaRPr lang="en-CA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800" kern="1200" dirty="0"/>
            <a:t>La </a:t>
          </a:r>
          <a:r>
            <a:rPr lang="en-CA" sz="1800" kern="1200" dirty="0" err="1"/>
            <a:t>contre</a:t>
          </a:r>
          <a:r>
            <a:rPr lang="en-CA" sz="1800" kern="1200" dirty="0"/>
            <a:t>-oblique \</a:t>
          </a:r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kern="1200" dirty="0"/>
            <a:t>\ rend littéral un caractère spécial et inversement</a:t>
          </a:r>
          <a:endParaRPr lang="en-CA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kern="1200" dirty="0"/>
            <a:t>Tous autres caractères sont littéraux</a:t>
          </a:r>
          <a:endParaRPr lang="en-CA" sz="1800" kern="1200" dirty="0"/>
        </a:p>
      </dsp:txBody>
      <dsp:txXfrm rot="-5400000">
        <a:off x="3621024" y="535301"/>
        <a:ext cx="6287037" cy="2779021"/>
      </dsp:txXfrm>
    </dsp:sp>
    <dsp:sp modelId="{F37EC304-7BCB-4B0C-BD0F-0A85C8B23734}">
      <dsp:nvSpPr>
        <dsp:cNvPr id="0" name=""/>
        <dsp:cNvSpPr/>
      </dsp:nvSpPr>
      <dsp:spPr>
        <a:xfrm>
          <a:off x="0" y="0"/>
          <a:ext cx="3621024" cy="384962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0000"/>
                <a:lumMod val="100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hade val="99000"/>
                <a:satMod val="105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8000"/>
                <a:satMod val="105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  <a:scene3d>
          <a:camera prst="orthographicFront">
            <a:rot lat="0" lon="0" rev="0"/>
          </a:camera>
          <a:lightRig rig="flat" dir="tl">
            <a:rot lat="0" lon="0" rev="4200000"/>
          </a:lightRig>
        </a:scene3d>
        <a:sp3d prstMaterial="flat">
          <a:bevelT w="50800" h="63500" prst="riblet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79070" tIns="89535" rIns="179070" bIns="89535" numCol="1" spcCol="1270" anchor="ctr" anchorCtr="0">
          <a:noAutofit/>
        </a:bodyPr>
        <a:lstStyle/>
        <a:p>
          <a:pPr marL="0" lvl="0" indent="0" algn="ctr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4700" kern="1200">
              <a:latin typeface="Avenir Next LT Pro" panose="02020404030301010803"/>
              <a:ea typeface="+mn-ea"/>
              <a:cs typeface="+mn-cs"/>
            </a:rPr>
            <a:t>Caractères spéciaux:</a:t>
          </a:r>
          <a:endParaRPr lang="en-US" sz="4700" kern="1200">
            <a:latin typeface="Avenir Next LT Pro" panose="02020404030301010803"/>
            <a:ea typeface="+mn-ea"/>
            <a:cs typeface="+mn-cs"/>
          </a:endParaRPr>
        </a:p>
      </dsp:txBody>
      <dsp:txXfrm>
        <a:off x="176764" y="176764"/>
        <a:ext cx="3267496" cy="349609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19B1751-D8D5-4D2E-AE44-708D28E1815E}">
      <dsp:nvSpPr>
        <dsp:cNvPr id="0" name=""/>
        <dsp:cNvSpPr/>
      </dsp:nvSpPr>
      <dsp:spPr>
        <a:xfrm rot="5400000">
          <a:off x="6469035" y="-2753415"/>
          <a:ext cx="741353" cy="643737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1270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49530" tIns="24765" rIns="49530" bIns="24765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300" kern="1200" dirty="0"/>
            <a:t>Indique une répétition d’un motif 0+ fois</a:t>
          </a:r>
          <a:endParaRPr lang="en-CA" sz="1300" kern="1200" dirty="0"/>
        </a:p>
      </dsp:txBody>
      <dsp:txXfrm rot="-5400000">
        <a:off x="3621024" y="130786"/>
        <a:ext cx="6401186" cy="668973"/>
      </dsp:txXfrm>
    </dsp:sp>
    <dsp:sp modelId="{95AFD015-4C92-475D-8E83-DA691214F6C7}">
      <dsp:nvSpPr>
        <dsp:cNvPr id="0" name=""/>
        <dsp:cNvSpPr/>
      </dsp:nvSpPr>
      <dsp:spPr>
        <a:xfrm>
          <a:off x="0" y="1926"/>
          <a:ext cx="3621024" cy="92669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0000"/>
                <a:lumMod val="100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hade val="99000"/>
                <a:satMod val="105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8000"/>
                <a:satMod val="105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  <a:scene3d>
          <a:camera prst="orthographicFront">
            <a:rot lat="0" lon="0" rev="0"/>
          </a:camera>
          <a:lightRig rig="flat" dir="tl">
            <a:rot lat="0" lon="0" rev="4200000"/>
          </a:lightRig>
        </a:scene3d>
        <a:sp3d prstMaterial="flat">
          <a:bevelT w="50800" h="63500" prst="riblet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2600" kern="1200" dirty="0"/>
            <a:t>Le plus +</a:t>
          </a:r>
        </a:p>
      </dsp:txBody>
      <dsp:txXfrm>
        <a:off x="45237" y="47163"/>
        <a:ext cx="3530550" cy="836217"/>
      </dsp:txXfrm>
    </dsp:sp>
    <dsp:sp modelId="{97C446D6-F5A7-4DD4-817B-F0DA8D740952}">
      <dsp:nvSpPr>
        <dsp:cNvPr id="0" name=""/>
        <dsp:cNvSpPr/>
      </dsp:nvSpPr>
      <dsp:spPr>
        <a:xfrm rot="5400000">
          <a:off x="6469035" y="-1780389"/>
          <a:ext cx="741353" cy="643737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1270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49530" tIns="24765" rIns="49530" bIns="24765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300" kern="1200" dirty="0"/>
            <a:t>Indique début de chaine ou (ligne)</a:t>
          </a:r>
          <a:endParaRPr lang="en-CA" sz="1300" kern="1200" dirty="0"/>
        </a:p>
      </dsp:txBody>
      <dsp:txXfrm rot="-5400000">
        <a:off x="3621024" y="1103812"/>
        <a:ext cx="6401186" cy="668973"/>
      </dsp:txXfrm>
    </dsp:sp>
    <dsp:sp modelId="{85BDEFA7-69DE-443E-A506-9CB189951320}">
      <dsp:nvSpPr>
        <dsp:cNvPr id="0" name=""/>
        <dsp:cNvSpPr/>
      </dsp:nvSpPr>
      <dsp:spPr>
        <a:xfrm>
          <a:off x="0" y="974952"/>
          <a:ext cx="3621024" cy="92669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0000"/>
                <a:lumMod val="100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hade val="99000"/>
                <a:satMod val="105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8000"/>
                <a:satMod val="105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  <a:scene3d>
          <a:camera prst="orthographicFront">
            <a:rot lat="0" lon="0" rev="0"/>
          </a:camera>
          <a:lightRig rig="flat" dir="tl">
            <a:rot lat="0" lon="0" rev="4200000"/>
          </a:lightRig>
        </a:scene3d>
        <a:sp3d prstMaterial="flat">
          <a:bevelT w="50800" h="63500" prst="riblet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2600" kern="1200" dirty="0"/>
            <a:t>Le point </a:t>
          </a:r>
          <a:r>
            <a:rPr lang="en-CA" sz="2600" kern="1200" dirty="0" err="1"/>
            <a:t>d’interrogation</a:t>
          </a:r>
          <a:r>
            <a:rPr lang="en-CA" sz="2600" kern="1200" dirty="0"/>
            <a:t>, ?</a:t>
          </a:r>
        </a:p>
      </dsp:txBody>
      <dsp:txXfrm>
        <a:off x="45237" y="1020189"/>
        <a:ext cx="3530550" cy="836217"/>
      </dsp:txXfrm>
    </dsp:sp>
    <dsp:sp modelId="{9FEB5D09-6E09-4D0D-AA82-06216F486124}">
      <dsp:nvSpPr>
        <dsp:cNvPr id="0" name=""/>
        <dsp:cNvSpPr/>
      </dsp:nvSpPr>
      <dsp:spPr>
        <a:xfrm rot="5400000">
          <a:off x="6469035" y="-787042"/>
          <a:ext cx="741353" cy="643737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1270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49530" tIns="24765" rIns="49530" bIns="24765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300" kern="1200" dirty="0"/>
            <a:t>Indique Nb d’o</a:t>
          </a:r>
          <a:r>
            <a:rPr lang="en-CA" sz="1300" kern="1200" dirty="0" err="1"/>
            <a:t>ccurrences</a:t>
          </a:r>
          <a:endParaRPr lang="en-CA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300" kern="1200" dirty="0"/>
            <a:t>{n} </a:t>
          </a:r>
          <a:r>
            <a:rPr lang="en-CA" sz="1300" kern="1200" dirty="0" err="1"/>
            <a:t>ou</a:t>
          </a:r>
          <a:r>
            <a:rPr lang="en-CA" sz="1300" kern="1200" dirty="0"/>
            <a:t> {</a:t>
          </a:r>
          <a:r>
            <a:rPr lang="en-CA" sz="1300" kern="1200" dirty="0" err="1"/>
            <a:t>n,m</a:t>
          </a:r>
          <a:r>
            <a:rPr lang="en-CA" sz="1300" kern="1200" dirty="0"/>
            <a:t>} </a:t>
          </a:r>
          <a:r>
            <a:rPr lang="en-CA" sz="1300" kern="1200" dirty="0" err="1"/>
            <a:t>ou</a:t>
          </a:r>
          <a:r>
            <a:rPr lang="en-CA" sz="1300" kern="1200" dirty="0"/>
            <a:t> {n,} </a:t>
          </a:r>
          <a:r>
            <a:rPr lang="en-CA" sz="1300" kern="1200" dirty="0" err="1"/>
            <a:t>ou</a:t>
          </a:r>
          <a:r>
            <a:rPr lang="en-CA" sz="1300" kern="1200" dirty="0"/>
            <a:t> {,m}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300" kern="1200" dirty="0" err="1"/>
            <a:t>Peut</a:t>
          </a:r>
          <a:r>
            <a:rPr lang="en-CA" sz="1300" kern="1200" dirty="0"/>
            <a:t> </a:t>
          </a:r>
          <a:r>
            <a:rPr lang="fr-CA" sz="1300" kern="1200" dirty="0"/>
            <a:t>être utilisé en BRE avec </a:t>
          </a:r>
          <a:r>
            <a:rPr lang="en-CA" sz="1300" kern="1200" dirty="0"/>
            <a:t>\ : \{\}</a:t>
          </a:r>
        </a:p>
      </dsp:txBody>
      <dsp:txXfrm rot="-5400000">
        <a:off x="3621024" y="2097159"/>
        <a:ext cx="6401186" cy="668973"/>
      </dsp:txXfrm>
    </dsp:sp>
    <dsp:sp modelId="{6DDDA319-4329-4266-92BC-39B6DCF9A43A}">
      <dsp:nvSpPr>
        <dsp:cNvPr id="0" name=""/>
        <dsp:cNvSpPr/>
      </dsp:nvSpPr>
      <dsp:spPr>
        <a:xfrm>
          <a:off x="0" y="1947979"/>
          <a:ext cx="3621024" cy="92669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0000"/>
                <a:lumMod val="100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hade val="99000"/>
                <a:satMod val="105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8000"/>
                <a:satMod val="105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  <a:scene3d>
          <a:camera prst="orthographicFront">
            <a:rot lat="0" lon="0" rev="0"/>
          </a:camera>
          <a:lightRig rig="flat" dir="tl">
            <a:rot lat="0" lon="0" rev="4200000"/>
          </a:lightRig>
        </a:scene3d>
        <a:sp3d prstMaterial="flat">
          <a:bevelT w="50800" h="63500" prst="riblet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2600" kern="1200" dirty="0"/>
            <a:t>Accolades, {}</a:t>
          </a:r>
        </a:p>
      </dsp:txBody>
      <dsp:txXfrm>
        <a:off x="45237" y="1993216"/>
        <a:ext cx="3530550" cy="836217"/>
      </dsp:txXfrm>
    </dsp:sp>
    <dsp:sp modelId="{B140E950-C32F-4E0B-8EAC-2542367567A1}">
      <dsp:nvSpPr>
        <dsp:cNvPr id="0" name=""/>
        <dsp:cNvSpPr/>
      </dsp:nvSpPr>
      <dsp:spPr>
        <a:xfrm rot="5400000">
          <a:off x="6469035" y="165663"/>
          <a:ext cx="741353" cy="643737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1270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49530" tIns="24765" rIns="49530" bIns="24765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300" kern="1200" dirty="0"/>
            <a:t>Groupes</a:t>
          </a:r>
          <a:endParaRPr lang="en-CA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300" kern="1200" dirty="0" err="1"/>
            <a:t>Peut</a:t>
          </a:r>
          <a:r>
            <a:rPr lang="en-CA" sz="1300" kern="1200" dirty="0"/>
            <a:t> </a:t>
          </a:r>
          <a:r>
            <a:rPr lang="fr-CA" sz="1300" kern="1200" dirty="0"/>
            <a:t>être utilisé en BRE avec </a:t>
          </a:r>
          <a:r>
            <a:rPr lang="en-CA" sz="1300" kern="1200" dirty="0"/>
            <a:t>\ : \(\)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A" sz="1300" kern="1200" dirty="0"/>
            <a:t>Peut être utilisé pour faire du </a:t>
          </a:r>
          <a:r>
            <a:rPr lang="fr-CA" sz="1300" kern="1200" dirty="0" err="1"/>
            <a:t>backref</a:t>
          </a:r>
          <a:r>
            <a:rPr lang="fr-CA" sz="1300" kern="1200" dirty="0"/>
            <a:t>: </a:t>
          </a:r>
          <a:r>
            <a:rPr lang="en-CA" sz="1300" kern="1200" dirty="0"/>
            <a:t>‘(…)(..)\1\2’</a:t>
          </a:r>
        </a:p>
      </dsp:txBody>
      <dsp:txXfrm rot="-5400000">
        <a:off x="3621024" y="3049864"/>
        <a:ext cx="6401186" cy="668973"/>
      </dsp:txXfrm>
    </dsp:sp>
    <dsp:sp modelId="{AAF7E691-40F8-48C8-8340-C892122B7F22}">
      <dsp:nvSpPr>
        <dsp:cNvPr id="0" name=""/>
        <dsp:cNvSpPr/>
      </dsp:nvSpPr>
      <dsp:spPr>
        <a:xfrm>
          <a:off x="0" y="2921005"/>
          <a:ext cx="3621024" cy="92669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0000"/>
                <a:lumMod val="100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hade val="99000"/>
                <a:satMod val="105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8000"/>
                <a:satMod val="105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  <a:scene3d>
          <a:camera prst="orthographicFront">
            <a:rot lat="0" lon="0" rev="0"/>
          </a:camera>
          <a:lightRig rig="flat" dir="tl">
            <a:rot lat="0" lon="0" rev="4200000"/>
          </a:lightRig>
        </a:scene3d>
        <a:sp3d prstMaterial="flat">
          <a:bevelT w="50800" h="63500" prst="riblet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2600" kern="1200" dirty="0" err="1"/>
            <a:t>Parenth</a:t>
          </a:r>
          <a:r>
            <a:rPr lang="fr-CA" sz="2600" kern="1200" dirty="0" err="1"/>
            <a:t>èses</a:t>
          </a:r>
          <a:endParaRPr lang="en-CA" sz="2600" kern="1200" dirty="0"/>
        </a:p>
      </dsp:txBody>
      <dsp:txXfrm>
        <a:off x="45237" y="2966242"/>
        <a:ext cx="3530550" cy="83621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CBE6DE-98E5-4D3F-A4F0-1B412A186F6D}">
      <dsp:nvSpPr>
        <dsp:cNvPr id="0" name=""/>
        <dsp:cNvSpPr/>
      </dsp:nvSpPr>
      <dsp:spPr>
        <a:xfrm>
          <a:off x="979832" y="766467"/>
          <a:ext cx="1049835" cy="104983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A0493D-A19E-4828-9EE7-A7248BEEFD72}">
      <dsp:nvSpPr>
        <dsp:cNvPr id="0" name=""/>
        <dsp:cNvSpPr/>
      </dsp:nvSpPr>
      <dsp:spPr>
        <a:xfrm>
          <a:off x="4985" y="1910588"/>
          <a:ext cx="2999531" cy="5905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fr-CA" sz="1400" kern="1200"/>
            <a:t>Classe de caractères</a:t>
          </a:r>
          <a:endParaRPr lang="en-US" sz="1400" kern="1200"/>
        </a:p>
      </dsp:txBody>
      <dsp:txXfrm>
        <a:off x="4985" y="1910588"/>
        <a:ext cx="2999531" cy="590532"/>
      </dsp:txXfrm>
    </dsp:sp>
    <dsp:sp modelId="{7B0FA195-BF49-401B-8003-A072CC69585E}">
      <dsp:nvSpPr>
        <dsp:cNvPr id="0" name=""/>
        <dsp:cNvSpPr/>
      </dsp:nvSpPr>
      <dsp:spPr>
        <a:xfrm>
          <a:off x="4985" y="2544974"/>
          <a:ext cx="2999531" cy="4141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[:class:]</a:t>
          </a:r>
        </a:p>
        <a:p>
          <a:pPr marL="57150" lvl="1" indent="-57150" algn="ctr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dirty="0"/>
            <a:t>Ex: lower, upper, digit, alpha, </a:t>
          </a:r>
          <a:r>
            <a:rPr lang="en-US" sz="1100" kern="1200" dirty="0" err="1"/>
            <a:t>etc</a:t>
          </a:r>
          <a:endParaRPr lang="en-US" sz="1100" kern="1200" dirty="0"/>
        </a:p>
      </dsp:txBody>
      <dsp:txXfrm>
        <a:off x="4985" y="2544974"/>
        <a:ext cx="2999531" cy="414169"/>
      </dsp:txXfrm>
    </dsp:sp>
    <dsp:sp modelId="{022F78EC-FC30-4069-81DD-75ACAC0B9415}">
      <dsp:nvSpPr>
        <dsp:cNvPr id="0" name=""/>
        <dsp:cNvSpPr/>
      </dsp:nvSpPr>
      <dsp:spPr>
        <a:xfrm>
          <a:off x="4504282" y="686705"/>
          <a:ext cx="1049835" cy="104983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1C7DC51-F8E8-484D-A658-6A5E6ED2E03F}">
      <dsp:nvSpPr>
        <dsp:cNvPr id="0" name=""/>
        <dsp:cNvSpPr/>
      </dsp:nvSpPr>
      <dsp:spPr>
        <a:xfrm>
          <a:off x="3529434" y="1837686"/>
          <a:ext cx="2999531" cy="5905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fr-CA" sz="1400" kern="1200"/>
            <a:t>Classes d’équivalences</a:t>
          </a:r>
          <a:endParaRPr lang="en-US" sz="1400" kern="1200"/>
        </a:p>
      </dsp:txBody>
      <dsp:txXfrm>
        <a:off x="3529434" y="1837686"/>
        <a:ext cx="2999531" cy="590532"/>
      </dsp:txXfrm>
    </dsp:sp>
    <dsp:sp modelId="{2155A432-082E-4685-A1D2-DDBC9AA61C84}">
      <dsp:nvSpPr>
        <dsp:cNvPr id="0" name=""/>
        <dsp:cNvSpPr/>
      </dsp:nvSpPr>
      <dsp:spPr>
        <a:xfrm>
          <a:off x="3529434" y="2475262"/>
          <a:ext cx="2999531" cy="5636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[=e=] : classe d’équivalence du caractère e</a:t>
          </a:r>
          <a:endParaRPr lang="en-US" sz="1100" kern="1200" dirty="0"/>
        </a:p>
        <a:p>
          <a:pPr marL="57150" lvl="1" indent="-57150" algn="ctr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100" kern="1200"/>
            <a:t>inclut eéèêë</a:t>
          </a:r>
          <a:endParaRPr lang="en-US" sz="1100" kern="1200"/>
        </a:p>
        <a:p>
          <a:pPr marL="57150" lvl="1" indent="-57150" algn="ctr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dirty="0"/>
            <a:t>GREP: [[=e=]]</a:t>
          </a:r>
        </a:p>
      </dsp:txBody>
      <dsp:txXfrm>
        <a:off x="3529434" y="2475262"/>
        <a:ext cx="2999531" cy="563643"/>
      </dsp:txXfrm>
    </dsp:sp>
    <dsp:sp modelId="{2CC68DA5-05D0-4F37-94FB-AE7F2AB93A27}">
      <dsp:nvSpPr>
        <dsp:cNvPr id="0" name=""/>
        <dsp:cNvSpPr/>
      </dsp:nvSpPr>
      <dsp:spPr>
        <a:xfrm>
          <a:off x="8028731" y="686705"/>
          <a:ext cx="1049835" cy="104983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7E7F65-A1D0-47FC-8633-56A2A569F58B}">
      <dsp:nvSpPr>
        <dsp:cNvPr id="0" name=""/>
        <dsp:cNvSpPr/>
      </dsp:nvSpPr>
      <dsp:spPr>
        <a:xfrm>
          <a:off x="7053883" y="1837686"/>
          <a:ext cx="2999531" cy="5905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CA" sz="1400" kern="1200"/>
            <a:t>Voir Notes de Cours (</a:t>
          </a:r>
          <a:r>
            <a:rPr lang="en-CA" sz="1400" kern="1200">
              <a:hlinkClick xmlns:r="http://schemas.openxmlformats.org/officeDocument/2006/relationships" r:id="rId7"/>
            </a:rPr>
            <a:t>Chapitre 4: Expressions régulières</a:t>
          </a:r>
          <a:r>
            <a:rPr lang="en-CA" sz="1400" kern="1200"/>
            <a:t>) pour plus de détail</a:t>
          </a:r>
          <a:endParaRPr lang="en-US" sz="1400" kern="1200"/>
        </a:p>
      </dsp:txBody>
      <dsp:txXfrm>
        <a:off x="7053883" y="1837686"/>
        <a:ext cx="2999531" cy="590532"/>
      </dsp:txXfrm>
    </dsp:sp>
    <dsp:sp modelId="{55A0AB0B-C9FA-410A-9684-C932C022066A}">
      <dsp:nvSpPr>
        <dsp:cNvPr id="0" name=""/>
        <dsp:cNvSpPr/>
      </dsp:nvSpPr>
      <dsp:spPr>
        <a:xfrm>
          <a:off x="7053883" y="2475262"/>
          <a:ext cx="2999531" cy="5636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DE1011D-39BE-4ABB-897A-B498871DC481}">
      <dsp:nvSpPr>
        <dsp:cNvPr id="0" name=""/>
        <dsp:cNvSpPr/>
      </dsp:nvSpPr>
      <dsp:spPr>
        <a:xfrm>
          <a:off x="0" y="528393"/>
          <a:ext cx="5906181" cy="7654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8385" tIns="374904" rIns="458385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800" kern="1200"/>
            <a:t>grep [options] ‘motif’ </a:t>
          </a:r>
          <a:r>
            <a:rPr lang="en-CA" sz="1800" kern="1200" dirty="0" err="1"/>
            <a:t>fichier</a:t>
          </a:r>
          <a:endParaRPr lang="en-US" sz="1800" kern="1200" dirty="0"/>
        </a:p>
      </dsp:txBody>
      <dsp:txXfrm>
        <a:off x="0" y="528393"/>
        <a:ext cx="5906181" cy="765450"/>
      </dsp:txXfrm>
    </dsp:sp>
    <dsp:sp modelId="{60CA13E2-EA87-4EEC-BA99-117EB6EC08D7}">
      <dsp:nvSpPr>
        <dsp:cNvPr id="0" name=""/>
        <dsp:cNvSpPr/>
      </dsp:nvSpPr>
      <dsp:spPr>
        <a:xfrm>
          <a:off x="295309" y="262713"/>
          <a:ext cx="4134326" cy="53136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68" tIns="0" rIns="156268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800" kern="1200" dirty="0"/>
            <a:t>Syntaxe:</a:t>
          </a:r>
          <a:endParaRPr lang="en-US" sz="1800" kern="1200" dirty="0"/>
        </a:p>
      </dsp:txBody>
      <dsp:txXfrm>
        <a:off x="321248" y="288652"/>
        <a:ext cx="4082448" cy="479482"/>
      </dsp:txXfrm>
    </dsp:sp>
    <dsp:sp modelId="{DF30CCDF-DE9B-4DF9-A99F-24F2C821C467}">
      <dsp:nvSpPr>
        <dsp:cNvPr id="0" name=""/>
        <dsp:cNvSpPr/>
      </dsp:nvSpPr>
      <dsp:spPr>
        <a:xfrm>
          <a:off x="0" y="1656723"/>
          <a:ext cx="5906181" cy="16443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-661686"/>
              <a:satOff val="746"/>
              <a:lumOff val="176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8385" tIns="374904" rIns="458385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800" kern="1200"/>
            <a:t>-o: Affiche seulement les correspondances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800" kern="1200"/>
            <a:t>-E: </a:t>
          </a:r>
          <a:r>
            <a:rPr lang="fr-FR" sz="1800" kern="1200"/>
            <a:t>Active les expressions régulières étendues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800" kern="1200"/>
            <a:t>-i: Insensible à la casse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800" kern="1200"/>
            <a:t>-v: Exclure/Invertire les correspondances</a:t>
          </a:r>
          <a:endParaRPr lang="en-US" sz="1800" kern="1200"/>
        </a:p>
      </dsp:txBody>
      <dsp:txXfrm>
        <a:off x="0" y="1656723"/>
        <a:ext cx="5906181" cy="1644300"/>
      </dsp:txXfrm>
    </dsp:sp>
    <dsp:sp modelId="{D5B1BAFE-1636-4BD2-8831-2AAECADE01D8}">
      <dsp:nvSpPr>
        <dsp:cNvPr id="0" name=""/>
        <dsp:cNvSpPr/>
      </dsp:nvSpPr>
      <dsp:spPr>
        <a:xfrm>
          <a:off x="295309" y="1391043"/>
          <a:ext cx="4134326" cy="531360"/>
        </a:xfrm>
        <a:prstGeom prst="roundRect">
          <a:avLst/>
        </a:prstGeom>
        <a:solidFill>
          <a:schemeClr val="accent2">
            <a:hueOff val="-661686"/>
            <a:satOff val="746"/>
            <a:lumOff val="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68" tIns="0" rIns="156268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800" kern="1200"/>
            <a:t>Options utiles:</a:t>
          </a:r>
          <a:endParaRPr lang="en-US" sz="1800" kern="1200"/>
        </a:p>
      </dsp:txBody>
      <dsp:txXfrm>
        <a:off x="321248" y="1416982"/>
        <a:ext cx="4082448" cy="479482"/>
      </dsp:txXfrm>
    </dsp:sp>
    <dsp:sp modelId="{65019237-4598-42D5-813D-29B94FF726F4}">
      <dsp:nvSpPr>
        <dsp:cNvPr id="0" name=""/>
        <dsp:cNvSpPr/>
      </dsp:nvSpPr>
      <dsp:spPr>
        <a:xfrm>
          <a:off x="0" y="3663904"/>
          <a:ext cx="5906181" cy="13041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-1323373"/>
              <a:satOff val="1492"/>
              <a:lumOff val="353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8385" tIns="374904" rIns="458385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A" sz="1800" kern="1200" dirty="0"/>
            <a:t>Utiliser –e ou –E pour rechercher plusieurs motifs:</a:t>
          </a:r>
          <a:endParaRPr lang="en-US" sz="1800" kern="1200" dirty="0"/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A" sz="1800" kern="1200"/>
            <a:t> </a:t>
          </a:r>
          <a:r>
            <a:rPr lang="it-IT" sz="1800" kern="1200" dirty="0"/>
            <a:t>grep -e 'motif1' -e 'motif2' fichier</a:t>
          </a:r>
          <a:endParaRPr lang="en-US" sz="1800" kern="1200" dirty="0"/>
        </a:p>
      </dsp:txBody>
      <dsp:txXfrm>
        <a:off x="0" y="3663904"/>
        <a:ext cx="5906181" cy="1304100"/>
      </dsp:txXfrm>
    </dsp:sp>
    <dsp:sp modelId="{7BEF8439-996C-437A-AD35-84BB07BFAE76}">
      <dsp:nvSpPr>
        <dsp:cNvPr id="0" name=""/>
        <dsp:cNvSpPr/>
      </dsp:nvSpPr>
      <dsp:spPr>
        <a:xfrm>
          <a:off x="295309" y="3398224"/>
          <a:ext cx="4134326" cy="531360"/>
        </a:xfrm>
        <a:prstGeom prst="roundRect">
          <a:avLst/>
        </a:prstGeom>
        <a:solidFill>
          <a:schemeClr val="accent2">
            <a:hueOff val="-1323373"/>
            <a:satOff val="1492"/>
            <a:lumOff val="353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68" tIns="0" rIns="156268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800" kern="1200"/>
            <a:t>Utilisation avanc</a:t>
          </a:r>
          <a:r>
            <a:rPr lang="fr-CA" sz="1800" kern="1200"/>
            <a:t>ée:</a:t>
          </a:r>
          <a:endParaRPr lang="en-US" sz="1800" kern="1200"/>
        </a:p>
      </dsp:txBody>
      <dsp:txXfrm>
        <a:off x="321248" y="3424163"/>
        <a:ext cx="4082448" cy="47948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B30932-5710-47D1-A725-141F1B1177AC}" type="datetimeFigureOut">
              <a:rPr lang="en-CA" smtClean="0"/>
              <a:t>2025-02-27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EBF3DE-E24A-481F-B572-210C5D76AC5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41608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EBF3DE-E24A-481F-B572-210C5D76AC58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32889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04DB13E-F722-4ED6-BB00-556651E9528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10" name="Rectangle 9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11" name="Rectangle 10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15" name="Rectangle 14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26428D7-C6F3-473D-A360-A3F5C3E8728C}"/>
              </a:ext>
            </a:extLst>
          </p:cNvPr>
          <p:cNvGrpSpPr/>
          <p:nvPr/>
        </p:nvGrpSpPr>
        <p:grpSpPr>
          <a:xfrm>
            <a:off x="5250180" y="1267730"/>
            <a:ext cx="1691640" cy="615934"/>
            <a:chOff x="5250180" y="1267730"/>
            <a:chExt cx="1691640" cy="615934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25018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694182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250180" y="1883664"/>
              <a:ext cx="1691640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9103" y="2244830"/>
            <a:ext cx="8933796" cy="2437232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3000"/>
              </a:lnSpc>
              <a:defRPr lang="en-US" sz="6800" b="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9101" y="4682062"/>
            <a:ext cx="8936846" cy="457201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800" spc="80" baseline="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0" name="Date Placeholder 19"/>
          <p:cNvSpPr>
            <a:spLocks noGrp="1"/>
          </p:cNvSpPr>
          <p:nvPr>
            <p:ph type="dt" sz="half" idx="10"/>
          </p:nvPr>
        </p:nvSpPr>
        <p:spPr>
          <a:xfrm>
            <a:off x="5318760" y="1341256"/>
            <a:ext cx="1554480" cy="485546"/>
          </a:xfrm>
        </p:spPr>
        <p:txBody>
          <a:bodyPr/>
          <a:lstStyle>
            <a:lvl1pPr algn="ctr">
              <a:defRPr sz="1300" spc="0" baseline="0">
                <a:solidFill>
                  <a:srgbClr val="FFFFFF"/>
                </a:solidFill>
                <a:latin typeface="+mn-lt"/>
              </a:defRPr>
            </a:lvl1pPr>
          </a:lstStyle>
          <a:p>
            <a:fld id="{EA0C0817-A112-4847-8014-A94B7D2A4EA3}" type="datetime1">
              <a:rPr lang="en-US" smtClean="0"/>
              <a:t>2/27/2025</a:t>
            </a:fld>
            <a:endParaRPr lang="en-US" dirty="0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1"/>
          </p:nvPr>
        </p:nvSpPr>
        <p:spPr>
          <a:xfrm>
            <a:off x="1629100" y="5177408"/>
            <a:ext cx="5730295" cy="228600"/>
          </a:xfrm>
        </p:spPr>
        <p:txBody>
          <a:bodyPr/>
          <a:lstStyle>
            <a:lvl1pPr algn="l"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2"/>
          </p:nvPr>
        </p:nvSpPr>
        <p:spPr>
          <a:xfrm>
            <a:off x="8606920" y="5177408"/>
            <a:ext cx="1955980" cy="2286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13444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32B432-ACDA-4023-A761-2BAB76577B62}" type="datetime1">
              <a:rPr lang="en-US" smtClean="0"/>
              <a:t>2/27/2025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04002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A4A1889-E37C-4EC3-9E41-9DAD221CF38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23" name="Rectangle 22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24" name="Rectangle 23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30" name="Rectangle 29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9156" y="2275165"/>
            <a:ext cx="8933688" cy="2406895"/>
          </a:xfrm>
        </p:spPr>
        <p:txBody>
          <a:bodyPr anchor="ctr">
            <a:normAutofit/>
          </a:bodyPr>
          <a:lstStyle>
            <a:lvl1pPr algn="ctr">
              <a:lnSpc>
                <a:spcPct val="83000"/>
              </a:lnSpc>
              <a:defRPr lang="en-US" sz="680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683EB04-C23E-490C-A1A6-030CF79D23C8}"/>
              </a:ext>
            </a:extLst>
          </p:cNvPr>
          <p:cNvGrpSpPr/>
          <p:nvPr/>
        </p:nvGrpSpPr>
        <p:grpSpPr>
          <a:xfrm>
            <a:off x="5250180" y="1267730"/>
            <a:ext cx="1691640" cy="615934"/>
            <a:chOff x="5250180" y="1267730"/>
            <a:chExt cx="1691640" cy="615934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F8A84C03-E1CA-4A4E-81D6-9BB0C335B7A0}"/>
                </a:ext>
              </a:extLst>
            </p:cNvPr>
            <p:cNvCxnSpPr/>
            <p:nvPr/>
          </p:nvCxnSpPr>
          <p:spPr>
            <a:xfrm>
              <a:off x="525018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A26FB5A-D5D1-4DAB-AC43-7F51A7F2D197}"/>
                </a:ext>
              </a:extLst>
            </p:cNvPr>
            <p:cNvCxnSpPr/>
            <p:nvPr/>
          </p:nvCxnSpPr>
          <p:spPr>
            <a:xfrm>
              <a:off x="694182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9303F14-E560-4C02-94F4-B4695FE26813}"/>
                </a:ext>
              </a:extLst>
            </p:cNvPr>
            <p:cNvCxnSpPr/>
            <p:nvPr/>
          </p:nvCxnSpPr>
          <p:spPr>
            <a:xfrm>
              <a:off x="5250180" y="1883664"/>
              <a:ext cx="1691640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9156" y="4682062"/>
            <a:ext cx="8939784" cy="457200"/>
          </a:xfrm>
        </p:spPr>
        <p:txBody>
          <a:bodyPr anchor="t">
            <a:normAutofit/>
          </a:bodyPr>
          <a:lstStyle>
            <a:lvl1pPr marL="0" indent="0" algn="ctr">
              <a:buNone/>
              <a:tabLst>
                <a:tab pos="2633663" algn="l"/>
              </a:tabLst>
              <a:defRPr sz="1800">
                <a:solidFill>
                  <a:schemeClr val="tx1">
                    <a:lumMod val="95000"/>
                    <a:lumOff val="5000"/>
                  </a:schemeClr>
                </a:solidFill>
                <a:effectLst/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18760" y="1344502"/>
            <a:ext cx="1554480" cy="498781"/>
          </a:xfrm>
        </p:spPr>
        <p:txBody>
          <a:bodyPr/>
          <a:lstStyle>
            <a:lvl1pPr algn="ctr">
              <a:defRPr lang="en-US" sz="13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fld id="{D9C646AA-F36E-4540-911D-FFFC0A0EF24A}" type="datetime1">
              <a:rPr lang="en-US" smtClean="0"/>
              <a:t>2/27/2025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29157" y="5177408"/>
            <a:ext cx="5660134" cy="228600"/>
          </a:xfrm>
        </p:spPr>
        <p:txBody>
          <a:bodyPr/>
          <a:lstStyle>
            <a:lvl1pPr algn="l"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04504" y="5177408"/>
            <a:ext cx="1958339" cy="2286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79602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6800" y="2103120"/>
            <a:ext cx="466344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61760" y="2103120"/>
            <a:ext cx="466344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86D26-FA5F-4637-B602-B7C2DC34CFD4}" type="datetime1">
              <a:rPr lang="en-US" smtClean="0"/>
              <a:t>2/27/2025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9987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074334"/>
            <a:ext cx="4663440" cy="640080"/>
          </a:xfrm>
        </p:spPr>
        <p:txBody>
          <a:bodyPr anchor="ctr">
            <a:normAutofit/>
          </a:bodyPr>
          <a:lstStyle>
            <a:lvl1pPr marL="0" indent="0" algn="l">
              <a:spcBef>
                <a:spcPts val="0"/>
              </a:spcBef>
              <a:buNone/>
              <a:defRPr sz="1900" b="1" i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92472"/>
            <a:ext cx="4663440" cy="3163825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58712" y="2074334"/>
            <a:ext cx="4663440" cy="640080"/>
          </a:xfrm>
        </p:spPr>
        <p:txBody>
          <a:bodyPr anchor="ctr">
            <a:normAutofit/>
          </a:bodyPr>
          <a:lstStyle>
            <a:lvl1pPr marL="0" indent="0" algn="l">
              <a:spcBef>
                <a:spcPts val="0"/>
              </a:spcBef>
              <a:buNone/>
              <a:defRPr sz="1900" b="1">
                <a:solidFill>
                  <a:schemeClr val="tx1"/>
                </a:solidFill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58712" y="2792471"/>
            <a:ext cx="4663440" cy="3164509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F15D8-96D1-4781-BC50-CA8A088B2FE4}" type="datetime1">
              <a:rPr lang="en-US" smtClean="0"/>
              <a:t>2/27/2025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76868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A96C99-B8F8-4528-BD05-0E16E943DC09}" type="datetime1">
              <a:rPr lang="en-US" smtClean="0"/>
              <a:t>2/27/2025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19674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36942-C211-4B28-8DBD-C953E00AF71B}" type="datetime1">
              <a:rPr lang="en-US" smtClean="0"/>
              <a:t>2/27/2025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7824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5E1BBF9-8BEF-4353-BA68-30AAF9EBD8D8}"/>
              </a:ext>
            </a:extLst>
          </p:cNvPr>
          <p:cNvSpPr/>
          <p:nvPr/>
        </p:nvSpPr>
        <p:spPr>
          <a:xfrm>
            <a:off x="8119870" y="237744"/>
            <a:ext cx="3826596" cy="6382512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B941C21-2A5D-4912-AB06-1BB0C0EB6AE1}"/>
              </a:ext>
            </a:extLst>
          </p:cNvPr>
          <p:cNvSpPr/>
          <p:nvPr/>
        </p:nvSpPr>
        <p:spPr>
          <a:xfrm>
            <a:off x="8254660" y="374904"/>
            <a:ext cx="3557016" cy="6108192"/>
          </a:xfrm>
          <a:prstGeom prst="rect">
            <a:avLst/>
          </a:prstGeom>
          <a:noFill/>
          <a:ln w="63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8200" y="607392"/>
            <a:ext cx="3161963" cy="164592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3200" b="0" kern="1200" cap="none" spc="0" baseline="0" dirty="0">
                <a:solidFill>
                  <a:schemeClr val="tx1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609600"/>
            <a:ext cx="6858000" cy="5334000"/>
          </a:xfrm>
        </p:spPr>
        <p:txBody>
          <a:bodyPr/>
          <a:lstStyle>
            <a:lvl1pPr>
              <a:defRPr sz="19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58200" y="2336800"/>
            <a:ext cx="3161963" cy="3606800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800"/>
              </a:spcBef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>
          <a:xfrm>
            <a:off x="5588000" y="6035040"/>
            <a:ext cx="1955800" cy="36576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7E8D12A6-918A-48BD-8CB9-CA713993B0EA}" type="datetime1">
              <a:rPr lang="en-US" smtClean="0"/>
              <a:t>2/27/2025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685801" y="6035040"/>
            <a:ext cx="4584700" cy="365760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>
          <a:xfrm>
            <a:off x="10396728" y="6035040"/>
            <a:ext cx="1223435" cy="36576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8635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687CA98-D9C7-497F-A1DA-7D22F8753BCE}"/>
              </a:ext>
            </a:extLst>
          </p:cNvPr>
          <p:cNvSpPr/>
          <p:nvPr/>
        </p:nvSpPr>
        <p:spPr>
          <a:xfrm>
            <a:off x="8119870" y="237744"/>
            <a:ext cx="3826596" cy="6382512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8599" y="237744"/>
            <a:ext cx="7696201" cy="6382512"/>
          </a:xfr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662337" y="6035040"/>
            <a:ext cx="2071963" cy="365760"/>
          </a:xfrm>
        </p:spPr>
        <p:txBody>
          <a:bodyPr/>
          <a:lstStyle>
            <a:lvl1pPr>
              <a:defRPr b="1">
                <a:solidFill>
                  <a:srgbClr val="FFFFFF"/>
                </a:solidFill>
                <a:effectLst>
                  <a:outerShdw blurRad="19050" dist="635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fld id="{E778CE86-875F-4587-BCF6-FA054AFC0D53}" type="datetime1">
              <a:rPr lang="en-US" smtClean="0"/>
              <a:pPr/>
              <a:t>2/27/2025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12648" y="6035040"/>
            <a:ext cx="4588002" cy="365760"/>
          </a:xfrm>
        </p:spPr>
        <p:txBody>
          <a:bodyPr/>
          <a:lstStyle>
            <a:lvl1pPr marL="0" algn="r" defTabSz="914400" rtl="0" eaLnBrk="1" latinLnBrk="0" hangingPunct="1">
              <a:defRPr lang="en-US" sz="1000" b="1" kern="1200" dirty="0">
                <a:solidFill>
                  <a:srgbClr val="FFFFFF"/>
                </a:solidFill>
                <a:effectLst>
                  <a:outerShdw blurRad="19050" dist="6350" dir="2700000" algn="tl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lvl1pPr>
          </a:lstStyle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396728" y="6035040"/>
            <a:ext cx="1225296" cy="365760"/>
          </a:xfrm>
        </p:spPr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8B3D8CC-BB13-41A5-8F34-B8E84A4F9534}"/>
              </a:ext>
            </a:extLst>
          </p:cNvPr>
          <p:cNvSpPr/>
          <p:nvPr/>
        </p:nvSpPr>
        <p:spPr>
          <a:xfrm>
            <a:off x="8254660" y="374904"/>
            <a:ext cx="3557016" cy="6108192"/>
          </a:xfrm>
          <a:prstGeom prst="rect">
            <a:avLst/>
          </a:prstGeom>
          <a:noFill/>
          <a:ln w="63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77250" y="603504"/>
            <a:ext cx="3144774" cy="1645920"/>
          </a:xfrm>
        </p:spPr>
        <p:txBody>
          <a:bodyPr anchor="b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77250" y="2386584"/>
            <a:ext cx="3144774" cy="3511296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800"/>
              </a:spcBef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913042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4F40B7-36AB-4376-BE14-EF7004D79BB9}" type="datetime1">
              <a:rPr lang="en-US" smtClean="0"/>
              <a:t>2/27/2025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30085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1600" y="762000"/>
            <a:ext cx="2362200" cy="5257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762000"/>
            <a:ext cx="8077200" cy="5257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87CAB8-DCAE-46A5-AADA-B3FAD11A54E0}" type="datetime1">
              <a:rPr lang="en-US" smtClean="0"/>
              <a:t>2/27/2025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99999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01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8251DF6-5AD2-ACA8-5899-43F743C66417}"/>
              </a:ext>
            </a:extLst>
          </p:cNvPr>
          <p:cNvSpPr/>
          <p:nvPr userDrawn="1"/>
        </p:nvSpPr>
        <p:spPr>
          <a:xfrm>
            <a:off x="0" y="-1"/>
            <a:ext cx="12192000" cy="30860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1C3C0C18-3CFA-482C-8E5E-2A541D4A1B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296854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333"/>
            </a:lvl1pPr>
          </a:lstStyle>
          <a:p>
            <a:endParaRPr lang="en-ID"/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67530F7-C043-4F2D-AA58-B8F8D1238C2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31446" y="5359155"/>
            <a:ext cx="5074268" cy="70781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6A0E0A3C-AF5E-BB75-6F0A-2D22B84E67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1446" y="3429001"/>
            <a:ext cx="10873179" cy="1753090"/>
          </a:xfrm>
        </p:spPr>
        <p:txBody>
          <a:bodyPr anchor="b">
            <a:no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endParaRPr lang="en-GB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1692765-6536-09AA-A0BF-2358E9E5BE5F}"/>
              </a:ext>
            </a:extLst>
          </p:cNvPr>
          <p:cNvCxnSpPr/>
          <p:nvPr userDrawn="1"/>
        </p:nvCxnSpPr>
        <p:spPr>
          <a:xfrm>
            <a:off x="587375" y="3429000"/>
            <a:ext cx="0" cy="1753091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29">
            <a:extLst>
              <a:ext uri="{FF2B5EF4-FFF2-40B4-BE49-F238E27FC236}">
                <a16:creationId xmlns:a16="http://schemas.microsoft.com/office/drawing/2014/main" id="{73E0654F-4709-9928-E09F-2A00AF8174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29350" y="5359155"/>
            <a:ext cx="5375274" cy="70781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4FE027D9-E8BA-AB34-D226-FB323E4044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C0D6385D-654E-DC48-400B-090D33BE7F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4ACAE9F-16AE-335B-D01B-39C3752803F0}"/>
              </a:ext>
            </a:extLst>
          </p:cNvPr>
          <p:cNvSpPr/>
          <p:nvPr userDrawn="1"/>
        </p:nvSpPr>
        <p:spPr>
          <a:xfrm rot="5400000">
            <a:off x="6037262" y="2074784"/>
            <a:ext cx="117475" cy="190499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24733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01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8251DF6-5AD2-ACA8-5899-43F743C66417}"/>
              </a:ext>
            </a:extLst>
          </p:cNvPr>
          <p:cNvSpPr/>
          <p:nvPr userDrawn="1"/>
        </p:nvSpPr>
        <p:spPr>
          <a:xfrm>
            <a:off x="0" y="0"/>
            <a:ext cx="12192000" cy="62357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67530F7-C043-4F2D-AA58-B8F8D1238C2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31446" y="4614945"/>
            <a:ext cx="5074268" cy="70781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800" b="0">
                <a:solidFill>
                  <a:schemeClr val="bg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6A0E0A3C-AF5E-BB75-6F0A-2D22B84E67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1446" y="1628775"/>
            <a:ext cx="10873179" cy="2468025"/>
          </a:xfrm>
        </p:spPr>
        <p:txBody>
          <a:bodyPr anchor="ctr">
            <a:noAutofit/>
          </a:bodyPr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8" name="Text Placeholder 29">
            <a:extLst>
              <a:ext uri="{FF2B5EF4-FFF2-40B4-BE49-F238E27FC236}">
                <a16:creationId xmlns:a16="http://schemas.microsoft.com/office/drawing/2014/main" id="{73E0654F-4709-9928-E09F-2A00AF8174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29350" y="4614945"/>
            <a:ext cx="5375274" cy="70781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800" b="0">
                <a:solidFill>
                  <a:schemeClr val="bg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4FE027D9-E8BA-AB34-D226-FB323E4044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C0D6385D-654E-DC48-400B-090D33BE7F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346FEE9-501A-3130-038F-1856FF3A6460}"/>
              </a:ext>
            </a:extLst>
          </p:cNvPr>
          <p:cNvCxnSpPr>
            <a:cxnSpLocks/>
          </p:cNvCxnSpPr>
          <p:nvPr userDrawn="1"/>
        </p:nvCxnSpPr>
        <p:spPr>
          <a:xfrm>
            <a:off x="587375" y="2194987"/>
            <a:ext cx="0" cy="133560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43111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01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8251DF6-5AD2-ACA8-5899-43F743C66417}"/>
              </a:ext>
            </a:extLst>
          </p:cNvPr>
          <p:cNvSpPr/>
          <p:nvPr userDrawn="1"/>
        </p:nvSpPr>
        <p:spPr>
          <a:xfrm>
            <a:off x="0" y="0"/>
            <a:ext cx="12192000" cy="419054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67530F7-C043-4F2D-AA58-B8F8D1238C2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31446" y="4614945"/>
            <a:ext cx="5074268" cy="70781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6A0E0A3C-AF5E-BB75-6F0A-2D22B84E67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1446" y="584204"/>
            <a:ext cx="10873179" cy="3064462"/>
          </a:xfrm>
        </p:spPr>
        <p:txBody>
          <a:bodyPr anchor="b">
            <a:noAutofit/>
          </a:bodyPr>
          <a:lstStyle>
            <a:lvl1pPr algn="ctr">
              <a:defRPr sz="5400"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8" name="Text Placeholder 29">
            <a:extLst>
              <a:ext uri="{FF2B5EF4-FFF2-40B4-BE49-F238E27FC236}">
                <a16:creationId xmlns:a16="http://schemas.microsoft.com/office/drawing/2014/main" id="{73E0654F-4709-9928-E09F-2A00AF8174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29350" y="4614945"/>
            <a:ext cx="5375274" cy="70781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buNone/>
              <a:defRPr sz="18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4FE027D9-E8BA-AB34-D226-FB323E4044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C0D6385D-654E-DC48-400B-090D33BE7F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4ACAE9F-16AE-335B-D01B-39C3752803F0}"/>
              </a:ext>
            </a:extLst>
          </p:cNvPr>
          <p:cNvSpPr/>
          <p:nvPr userDrawn="1"/>
        </p:nvSpPr>
        <p:spPr>
          <a:xfrm rot="5400000">
            <a:off x="6037262" y="3296781"/>
            <a:ext cx="117475" cy="190499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012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S02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D6FF304-8F5A-AE9D-9F8A-073146069168}"/>
              </a:ext>
            </a:extLst>
          </p:cNvPr>
          <p:cNvSpPr/>
          <p:nvPr userDrawn="1"/>
        </p:nvSpPr>
        <p:spPr>
          <a:xfrm>
            <a:off x="4079875" y="-1"/>
            <a:ext cx="8112125" cy="62356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accent4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accent4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6" name="Picture Placeholder 11">
            <a:extLst>
              <a:ext uri="{FF2B5EF4-FFF2-40B4-BE49-F238E27FC236}">
                <a16:creationId xmlns:a16="http://schemas.microsoft.com/office/drawing/2014/main" id="{A8355845-DE26-7198-B2CF-7868C1CEAA3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1676" y="1117600"/>
            <a:ext cx="5271689" cy="4622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333"/>
            </a:lvl1pPr>
          </a:lstStyle>
          <a:p>
            <a:endParaRPr lang="en-ID"/>
          </a:p>
        </p:txBody>
      </p:sp>
      <p:sp>
        <p:nvSpPr>
          <p:cNvPr id="80" name="Text Placeholder 29">
            <a:extLst>
              <a:ext uri="{FF2B5EF4-FFF2-40B4-BE49-F238E27FC236}">
                <a16:creationId xmlns:a16="http://schemas.microsoft.com/office/drawing/2014/main" id="{F86EE282-1EF4-62A2-779C-EB878597B925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6560742" y="3821174"/>
            <a:ext cx="5043883" cy="323521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buNone/>
              <a:defRPr sz="1800" b="1">
                <a:solidFill>
                  <a:srgbClr val="FFFFFF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81" name="Title 1">
            <a:extLst>
              <a:ext uri="{FF2B5EF4-FFF2-40B4-BE49-F238E27FC236}">
                <a16:creationId xmlns:a16="http://schemas.microsoft.com/office/drawing/2014/main" id="{4C3A2759-D421-466C-0049-BF7444943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0743" y="1485900"/>
            <a:ext cx="5043882" cy="1943100"/>
          </a:xfrm>
        </p:spPr>
        <p:txBody>
          <a:bodyPr anchor="b">
            <a:no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D" dirty="0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41C7500-A827-04B9-B0EF-2DBB9A14BDDD}"/>
              </a:ext>
            </a:extLst>
          </p:cNvPr>
          <p:cNvCxnSpPr>
            <a:cxnSpLocks/>
          </p:cNvCxnSpPr>
          <p:nvPr userDrawn="1"/>
        </p:nvCxnSpPr>
        <p:spPr>
          <a:xfrm>
            <a:off x="6416675" y="1485900"/>
            <a:ext cx="0" cy="1941036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Rectangle 83">
            <a:extLst>
              <a:ext uri="{FF2B5EF4-FFF2-40B4-BE49-F238E27FC236}">
                <a16:creationId xmlns:a16="http://schemas.microsoft.com/office/drawing/2014/main" id="{86A68FF5-D245-3670-D1FD-1CBCD14BC34E}"/>
              </a:ext>
            </a:extLst>
          </p:cNvPr>
          <p:cNvSpPr/>
          <p:nvPr userDrawn="1"/>
        </p:nvSpPr>
        <p:spPr>
          <a:xfrm rot="10800000">
            <a:off x="584200" y="2476501"/>
            <a:ext cx="117475" cy="190499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03806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S02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D6FF304-8F5A-AE9D-9F8A-073146069168}"/>
              </a:ext>
            </a:extLst>
          </p:cNvPr>
          <p:cNvSpPr/>
          <p:nvPr userDrawn="1"/>
        </p:nvSpPr>
        <p:spPr>
          <a:xfrm>
            <a:off x="587375" y="1622423"/>
            <a:ext cx="11604625" cy="36131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accent4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accent4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80" name="Text Placeholder 29">
            <a:extLst>
              <a:ext uri="{FF2B5EF4-FFF2-40B4-BE49-F238E27FC236}">
                <a16:creationId xmlns:a16="http://schemas.microsoft.com/office/drawing/2014/main" id="{F86EE282-1EF4-62A2-779C-EB878597B925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1217613" y="4640352"/>
            <a:ext cx="10387012" cy="323521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buNone/>
              <a:defRPr sz="1800" b="1">
                <a:solidFill>
                  <a:srgbClr val="FFFFFF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81" name="Title 1">
            <a:extLst>
              <a:ext uri="{FF2B5EF4-FFF2-40B4-BE49-F238E27FC236}">
                <a16:creationId xmlns:a16="http://schemas.microsoft.com/office/drawing/2014/main" id="{4C3A2759-D421-466C-0049-BF7444943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7613" y="2456418"/>
            <a:ext cx="10387012" cy="1943100"/>
          </a:xfrm>
        </p:spPr>
        <p:txBody>
          <a:bodyPr anchor="ctr">
            <a:no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D" dirty="0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41C7500-A827-04B9-B0EF-2DBB9A14BDDD}"/>
              </a:ext>
            </a:extLst>
          </p:cNvPr>
          <p:cNvCxnSpPr>
            <a:cxnSpLocks/>
          </p:cNvCxnSpPr>
          <p:nvPr userDrawn="1"/>
        </p:nvCxnSpPr>
        <p:spPr>
          <a:xfrm>
            <a:off x="1063625" y="2457450"/>
            <a:ext cx="0" cy="1941036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6226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S02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D6FF304-8F5A-AE9D-9F8A-073146069168}"/>
              </a:ext>
            </a:extLst>
          </p:cNvPr>
          <p:cNvSpPr/>
          <p:nvPr userDrawn="1"/>
        </p:nvSpPr>
        <p:spPr>
          <a:xfrm>
            <a:off x="587376" y="1622423"/>
            <a:ext cx="11017250" cy="36131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accent4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accent4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80" name="Text Placeholder 29">
            <a:extLst>
              <a:ext uri="{FF2B5EF4-FFF2-40B4-BE49-F238E27FC236}">
                <a16:creationId xmlns:a16="http://schemas.microsoft.com/office/drawing/2014/main" id="{F86EE282-1EF4-62A2-779C-EB878597B925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03288" y="4478427"/>
            <a:ext cx="10387012" cy="323521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 algn="ctr">
              <a:buNone/>
              <a:defRPr sz="1800" b="1">
                <a:solidFill>
                  <a:srgbClr val="FFFFFF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81" name="Title 1">
            <a:extLst>
              <a:ext uri="{FF2B5EF4-FFF2-40B4-BE49-F238E27FC236}">
                <a16:creationId xmlns:a16="http://schemas.microsoft.com/office/drawing/2014/main" id="{4C3A2759-D421-466C-0049-BF7444943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288" y="2294493"/>
            <a:ext cx="10387012" cy="1943100"/>
          </a:xfrm>
        </p:spPr>
        <p:txBody>
          <a:bodyPr anchor="ctr">
            <a:noAutofit/>
          </a:bodyPr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D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06A6EF3-CA9F-A84F-60F9-29E0269F7913}"/>
              </a:ext>
            </a:extLst>
          </p:cNvPr>
          <p:cNvSpPr/>
          <p:nvPr userDrawn="1"/>
        </p:nvSpPr>
        <p:spPr>
          <a:xfrm rot="5400000">
            <a:off x="6037262" y="4344757"/>
            <a:ext cx="117475" cy="190499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27132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03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113C14A-F91E-E368-53F3-9FC8BF33B41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086350" y="1033780"/>
            <a:ext cx="64295" cy="474980"/>
          </a:xfrm>
          <a:custGeom>
            <a:avLst/>
            <a:gdLst>
              <a:gd name="connsiteX0" fmla="*/ 0 w 64295"/>
              <a:gd name="connsiteY0" fmla="*/ 0 h 474980"/>
              <a:gd name="connsiteX1" fmla="*/ 64295 w 64295"/>
              <a:gd name="connsiteY1" fmla="*/ 0 h 474980"/>
              <a:gd name="connsiteX2" fmla="*/ 64295 w 64295"/>
              <a:gd name="connsiteY2" fmla="*/ 474980 h 474980"/>
              <a:gd name="connsiteX3" fmla="*/ 0 w 64295"/>
              <a:gd name="connsiteY3" fmla="*/ 474980 h 474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295" h="474980">
                <a:moveTo>
                  <a:pt x="0" y="0"/>
                </a:moveTo>
                <a:lnTo>
                  <a:pt x="64295" y="0"/>
                </a:lnTo>
                <a:lnTo>
                  <a:pt x="64295" y="474980"/>
                </a:lnTo>
                <a:lnTo>
                  <a:pt x="0" y="47498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accent4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6FF304-8F5A-AE9D-9F8A-073146069168}"/>
              </a:ext>
            </a:extLst>
          </p:cNvPr>
          <p:cNvSpPr/>
          <p:nvPr userDrawn="1"/>
        </p:nvSpPr>
        <p:spPr>
          <a:xfrm>
            <a:off x="0" y="-1"/>
            <a:ext cx="5086349" cy="62356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 Placeholder 29">
            <a:extLst>
              <a:ext uri="{FF2B5EF4-FFF2-40B4-BE49-F238E27FC236}">
                <a16:creationId xmlns:a16="http://schemas.microsoft.com/office/drawing/2014/main" id="{F28F550A-A637-E065-107C-7C7A9E6C01FA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5233585" y="1033780"/>
            <a:ext cx="6371039" cy="474980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36477C-8D55-B4B8-85DD-DAF85A20D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44" y="2343150"/>
            <a:ext cx="3564332" cy="2171700"/>
          </a:xfrm>
        </p:spPr>
        <p:txBody>
          <a:bodyPr anchor="ctr">
            <a:no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D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accent4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657BBCF-CA9E-FB2C-CA76-82D2795FF965}"/>
              </a:ext>
            </a:extLst>
          </p:cNvPr>
          <p:cNvCxnSpPr>
            <a:cxnSpLocks/>
          </p:cNvCxnSpPr>
          <p:nvPr userDrawn="1"/>
        </p:nvCxnSpPr>
        <p:spPr>
          <a:xfrm>
            <a:off x="587375" y="2761200"/>
            <a:ext cx="0" cy="133560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accent4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811B2AFA-044A-C36C-021E-F07CB653D8E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086350" y="1648461"/>
            <a:ext cx="64295" cy="474980"/>
          </a:xfrm>
          <a:custGeom>
            <a:avLst/>
            <a:gdLst>
              <a:gd name="connsiteX0" fmla="*/ 0 w 64295"/>
              <a:gd name="connsiteY0" fmla="*/ 0 h 474980"/>
              <a:gd name="connsiteX1" fmla="*/ 64295 w 64295"/>
              <a:gd name="connsiteY1" fmla="*/ 0 h 474980"/>
              <a:gd name="connsiteX2" fmla="*/ 64295 w 64295"/>
              <a:gd name="connsiteY2" fmla="*/ 474980 h 474980"/>
              <a:gd name="connsiteX3" fmla="*/ 0 w 64295"/>
              <a:gd name="connsiteY3" fmla="*/ 474980 h 474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295" h="474980">
                <a:moveTo>
                  <a:pt x="0" y="0"/>
                </a:moveTo>
                <a:lnTo>
                  <a:pt x="64295" y="0"/>
                </a:lnTo>
                <a:lnTo>
                  <a:pt x="64295" y="474980"/>
                </a:lnTo>
                <a:lnTo>
                  <a:pt x="0" y="47498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accent4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62" name="Text Placeholder 29">
            <a:extLst>
              <a:ext uri="{FF2B5EF4-FFF2-40B4-BE49-F238E27FC236}">
                <a16:creationId xmlns:a16="http://schemas.microsoft.com/office/drawing/2014/main" id="{E78C0ED6-4AAA-EFB9-FCD1-E8A57F469F17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5233585" y="1648461"/>
            <a:ext cx="6371039" cy="474980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77561A31-0F6B-EC29-74AA-F136A20142E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086350" y="2263142"/>
            <a:ext cx="64295" cy="474980"/>
          </a:xfrm>
          <a:custGeom>
            <a:avLst/>
            <a:gdLst>
              <a:gd name="connsiteX0" fmla="*/ 0 w 64295"/>
              <a:gd name="connsiteY0" fmla="*/ 0 h 474980"/>
              <a:gd name="connsiteX1" fmla="*/ 64295 w 64295"/>
              <a:gd name="connsiteY1" fmla="*/ 0 h 474980"/>
              <a:gd name="connsiteX2" fmla="*/ 64295 w 64295"/>
              <a:gd name="connsiteY2" fmla="*/ 474980 h 474980"/>
              <a:gd name="connsiteX3" fmla="*/ 0 w 64295"/>
              <a:gd name="connsiteY3" fmla="*/ 474980 h 474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295" h="474980">
                <a:moveTo>
                  <a:pt x="0" y="0"/>
                </a:moveTo>
                <a:lnTo>
                  <a:pt x="64295" y="0"/>
                </a:lnTo>
                <a:lnTo>
                  <a:pt x="64295" y="474980"/>
                </a:lnTo>
                <a:lnTo>
                  <a:pt x="0" y="47498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accent4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64" name="Text Placeholder 29">
            <a:extLst>
              <a:ext uri="{FF2B5EF4-FFF2-40B4-BE49-F238E27FC236}">
                <a16:creationId xmlns:a16="http://schemas.microsoft.com/office/drawing/2014/main" id="{C8C3894D-D32B-CD32-7B1E-F2C516B79D47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5233585" y="2263142"/>
            <a:ext cx="6371039" cy="474980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65" name="Text Placeholder 64">
            <a:extLst>
              <a:ext uri="{FF2B5EF4-FFF2-40B4-BE49-F238E27FC236}">
                <a16:creationId xmlns:a16="http://schemas.microsoft.com/office/drawing/2014/main" id="{95A56C3A-206F-EAD8-B5FC-BF3EA749704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5086350" y="2877823"/>
            <a:ext cx="64295" cy="474980"/>
          </a:xfrm>
          <a:custGeom>
            <a:avLst/>
            <a:gdLst>
              <a:gd name="connsiteX0" fmla="*/ 0 w 64295"/>
              <a:gd name="connsiteY0" fmla="*/ 0 h 474980"/>
              <a:gd name="connsiteX1" fmla="*/ 64295 w 64295"/>
              <a:gd name="connsiteY1" fmla="*/ 0 h 474980"/>
              <a:gd name="connsiteX2" fmla="*/ 64295 w 64295"/>
              <a:gd name="connsiteY2" fmla="*/ 474980 h 474980"/>
              <a:gd name="connsiteX3" fmla="*/ 0 w 64295"/>
              <a:gd name="connsiteY3" fmla="*/ 474980 h 474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295" h="474980">
                <a:moveTo>
                  <a:pt x="0" y="0"/>
                </a:moveTo>
                <a:lnTo>
                  <a:pt x="64295" y="0"/>
                </a:lnTo>
                <a:lnTo>
                  <a:pt x="64295" y="474980"/>
                </a:lnTo>
                <a:lnTo>
                  <a:pt x="0" y="47498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accent4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66" name="Text Placeholder 29">
            <a:extLst>
              <a:ext uri="{FF2B5EF4-FFF2-40B4-BE49-F238E27FC236}">
                <a16:creationId xmlns:a16="http://schemas.microsoft.com/office/drawing/2014/main" id="{E7964B58-8A41-D8B1-8EDB-58FCBE0AFBA6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5233585" y="2877823"/>
            <a:ext cx="6371039" cy="474980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67" name="Text Placeholder 66">
            <a:extLst>
              <a:ext uri="{FF2B5EF4-FFF2-40B4-BE49-F238E27FC236}">
                <a16:creationId xmlns:a16="http://schemas.microsoft.com/office/drawing/2014/main" id="{DF3D4D0D-CC8E-E97F-3260-BD47F04F4BF1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086350" y="3492504"/>
            <a:ext cx="64295" cy="474980"/>
          </a:xfrm>
          <a:custGeom>
            <a:avLst/>
            <a:gdLst>
              <a:gd name="connsiteX0" fmla="*/ 0 w 64295"/>
              <a:gd name="connsiteY0" fmla="*/ 0 h 474980"/>
              <a:gd name="connsiteX1" fmla="*/ 64295 w 64295"/>
              <a:gd name="connsiteY1" fmla="*/ 0 h 474980"/>
              <a:gd name="connsiteX2" fmla="*/ 64295 w 64295"/>
              <a:gd name="connsiteY2" fmla="*/ 474980 h 474980"/>
              <a:gd name="connsiteX3" fmla="*/ 0 w 64295"/>
              <a:gd name="connsiteY3" fmla="*/ 474980 h 474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295" h="474980">
                <a:moveTo>
                  <a:pt x="0" y="0"/>
                </a:moveTo>
                <a:lnTo>
                  <a:pt x="64295" y="0"/>
                </a:lnTo>
                <a:lnTo>
                  <a:pt x="64295" y="474980"/>
                </a:lnTo>
                <a:lnTo>
                  <a:pt x="0" y="47498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accent4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68" name="Text Placeholder 29">
            <a:extLst>
              <a:ext uri="{FF2B5EF4-FFF2-40B4-BE49-F238E27FC236}">
                <a16:creationId xmlns:a16="http://schemas.microsoft.com/office/drawing/2014/main" id="{57EA9763-E16A-0112-AE6E-C8032ACF5328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5233585" y="3492504"/>
            <a:ext cx="6371039" cy="474980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69" name="Text Placeholder 68">
            <a:extLst>
              <a:ext uri="{FF2B5EF4-FFF2-40B4-BE49-F238E27FC236}">
                <a16:creationId xmlns:a16="http://schemas.microsoft.com/office/drawing/2014/main" id="{50030960-DEAA-31E8-F93C-19C0F3B11192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5086350" y="4107185"/>
            <a:ext cx="64295" cy="474980"/>
          </a:xfrm>
          <a:custGeom>
            <a:avLst/>
            <a:gdLst>
              <a:gd name="connsiteX0" fmla="*/ 0 w 64295"/>
              <a:gd name="connsiteY0" fmla="*/ 0 h 474980"/>
              <a:gd name="connsiteX1" fmla="*/ 64295 w 64295"/>
              <a:gd name="connsiteY1" fmla="*/ 0 h 474980"/>
              <a:gd name="connsiteX2" fmla="*/ 64295 w 64295"/>
              <a:gd name="connsiteY2" fmla="*/ 474980 h 474980"/>
              <a:gd name="connsiteX3" fmla="*/ 0 w 64295"/>
              <a:gd name="connsiteY3" fmla="*/ 474980 h 474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295" h="474980">
                <a:moveTo>
                  <a:pt x="0" y="0"/>
                </a:moveTo>
                <a:lnTo>
                  <a:pt x="64295" y="0"/>
                </a:lnTo>
                <a:lnTo>
                  <a:pt x="64295" y="474980"/>
                </a:lnTo>
                <a:lnTo>
                  <a:pt x="0" y="47498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accent4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70" name="Text Placeholder 29">
            <a:extLst>
              <a:ext uri="{FF2B5EF4-FFF2-40B4-BE49-F238E27FC236}">
                <a16:creationId xmlns:a16="http://schemas.microsoft.com/office/drawing/2014/main" id="{335EAFCE-8F0D-D52C-3CCA-E88FAB2D5789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5233585" y="4107185"/>
            <a:ext cx="6371039" cy="474980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71" name="Text Placeholder 70">
            <a:extLst>
              <a:ext uri="{FF2B5EF4-FFF2-40B4-BE49-F238E27FC236}">
                <a16:creationId xmlns:a16="http://schemas.microsoft.com/office/drawing/2014/main" id="{6B6646DC-ED17-C9B8-7BAC-C865F4853153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086350" y="4721866"/>
            <a:ext cx="64295" cy="474980"/>
          </a:xfrm>
          <a:custGeom>
            <a:avLst/>
            <a:gdLst>
              <a:gd name="connsiteX0" fmla="*/ 0 w 64295"/>
              <a:gd name="connsiteY0" fmla="*/ 0 h 474980"/>
              <a:gd name="connsiteX1" fmla="*/ 64295 w 64295"/>
              <a:gd name="connsiteY1" fmla="*/ 0 h 474980"/>
              <a:gd name="connsiteX2" fmla="*/ 64295 w 64295"/>
              <a:gd name="connsiteY2" fmla="*/ 474980 h 474980"/>
              <a:gd name="connsiteX3" fmla="*/ 0 w 64295"/>
              <a:gd name="connsiteY3" fmla="*/ 474980 h 474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295" h="474980">
                <a:moveTo>
                  <a:pt x="0" y="0"/>
                </a:moveTo>
                <a:lnTo>
                  <a:pt x="64295" y="0"/>
                </a:lnTo>
                <a:lnTo>
                  <a:pt x="64295" y="474980"/>
                </a:lnTo>
                <a:lnTo>
                  <a:pt x="0" y="47498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accent4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72" name="Text Placeholder 29">
            <a:extLst>
              <a:ext uri="{FF2B5EF4-FFF2-40B4-BE49-F238E27FC236}">
                <a16:creationId xmlns:a16="http://schemas.microsoft.com/office/drawing/2014/main" id="{4D3773C6-9E41-7F11-9C11-83020A87CE2E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233585" y="4721866"/>
            <a:ext cx="6371039" cy="474980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73" name="Text Placeholder 72">
            <a:extLst>
              <a:ext uri="{FF2B5EF4-FFF2-40B4-BE49-F238E27FC236}">
                <a16:creationId xmlns:a16="http://schemas.microsoft.com/office/drawing/2014/main" id="{6FEBD0ED-9E29-AAE1-53AD-36C907E671F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5086350" y="5336547"/>
            <a:ext cx="64295" cy="474980"/>
          </a:xfrm>
          <a:custGeom>
            <a:avLst/>
            <a:gdLst>
              <a:gd name="connsiteX0" fmla="*/ 0 w 64295"/>
              <a:gd name="connsiteY0" fmla="*/ 0 h 474980"/>
              <a:gd name="connsiteX1" fmla="*/ 64295 w 64295"/>
              <a:gd name="connsiteY1" fmla="*/ 0 h 474980"/>
              <a:gd name="connsiteX2" fmla="*/ 64295 w 64295"/>
              <a:gd name="connsiteY2" fmla="*/ 474980 h 474980"/>
              <a:gd name="connsiteX3" fmla="*/ 0 w 64295"/>
              <a:gd name="connsiteY3" fmla="*/ 474980 h 474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295" h="474980">
                <a:moveTo>
                  <a:pt x="0" y="0"/>
                </a:moveTo>
                <a:lnTo>
                  <a:pt x="64295" y="0"/>
                </a:lnTo>
                <a:lnTo>
                  <a:pt x="64295" y="474980"/>
                </a:lnTo>
                <a:lnTo>
                  <a:pt x="0" y="47498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accent4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74" name="Text Placeholder 29">
            <a:extLst>
              <a:ext uri="{FF2B5EF4-FFF2-40B4-BE49-F238E27FC236}">
                <a16:creationId xmlns:a16="http://schemas.microsoft.com/office/drawing/2014/main" id="{269CBBE2-6FC6-E558-760E-5D918AD813EA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5233585" y="5336547"/>
            <a:ext cx="6371039" cy="474980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8932454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03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660035A9-FF24-F5AF-5182-A3914CCC1030}"/>
              </a:ext>
            </a:extLst>
          </p:cNvPr>
          <p:cNvGrpSpPr/>
          <p:nvPr userDrawn="1"/>
        </p:nvGrpSpPr>
        <p:grpSpPr>
          <a:xfrm flipV="1">
            <a:off x="587375" y="3782853"/>
            <a:ext cx="11017250" cy="2452846"/>
            <a:chOff x="587375" y="3782853"/>
            <a:chExt cx="11017250" cy="245284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441AC7B-FDFF-B7EA-80AB-81299E4C8A1B}"/>
                </a:ext>
              </a:extLst>
            </p:cNvPr>
            <p:cNvSpPr/>
            <p:nvPr userDrawn="1"/>
          </p:nvSpPr>
          <p:spPr>
            <a:xfrm>
              <a:off x="587375" y="3782853"/>
              <a:ext cx="11017250" cy="245284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C278148-A0BB-C425-A419-556F60508034}"/>
                </a:ext>
              </a:extLst>
            </p:cNvPr>
            <p:cNvSpPr/>
            <p:nvPr userDrawn="1"/>
          </p:nvSpPr>
          <p:spPr>
            <a:xfrm rot="5400000">
              <a:off x="6037262" y="5224463"/>
              <a:ext cx="117475" cy="190499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113C14A-F91E-E368-53F3-9FC8BF33B41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086350" y="863820"/>
            <a:ext cx="64295" cy="474980"/>
          </a:xfrm>
          <a:custGeom>
            <a:avLst/>
            <a:gdLst>
              <a:gd name="connsiteX0" fmla="*/ 0 w 64295"/>
              <a:gd name="connsiteY0" fmla="*/ 0 h 474980"/>
              <a:gd name="connsiteX1" fmla="*/ 64295 w 64295"/>
              <a:gd name="connsiteY1" fmla="*/ 0 h 474980"/>
              <a:gd name="connsiteX2" fmla="*/ 64295 w 64295"/>
              <a:gd name="connsiteY2" fmla="*/ 474980 h 474980"/>
              <a:gd name="connsiteX3" fmla="*/ 0 w 64295"/>
              <a:gd name="connsiteY3" fmla="*/ 474980 h 474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295" h="474980">
                <a:moveTo>
                  <a:pt x="0" y="0"/>
                </a:moveTo>
                <a:lnTo>
                  <a:pt x="64295" y="0"/>
                </a:lnTo>
                <a:lnTo>
                  <a:pt x="64295" y="474980"/>
                </a:lnTo>
                <a:lnTo>
                  <a:pt x="0" y="47498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accent4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6FF304-8F5A-AE9D-9F8A-073146069168}"/>
              </a:ext>
            </a:extLst>
          </p:cNvPr>
          <p:cNvSpPr/>
          <p:nvPr userDrawn="1"/>
        </p:nvSpPr>
        <p:spPr>
          <a:xfrm>
            <a:off x="0" y="584200"/>
            <a:ext cx="5086349" cy="28448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 Placeholder 29">
            <a:extLst>
              <a:ext uri="{FF2B5EF4-FFF2-40B4-BE49-F238E27FC236}">
                <a16:creationId xmlns:a16="http://schemas.microsoft.com/office/drawing/2014/main" id="{F28F550A-A637-E065-107C-7C7A9E6C01FA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5233585" y="863820"/>
            <a:ext cx="6371039" cy="474980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36477C-8D55-B4B8-85DD-DAF85A20D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43" y="920750"/>
            <a:ext cx="3680533" cy="2171700"/>
          </a:xfrm>
        </p:spPr>
        <p:txBody>
          <a:bodyPr anchor="ctr">
            <a:no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D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accent4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657BBCF-CA9E-FB2C-CA76-82D2795FF965}"/>
              </a:ext>
            </a:extLst>
          </p:cNvPr>
          <p:cNvCxnSpPr>
            <a:cxnSpLocks/>
          </p:cNvCxnSpPr>
          <p:nvPr userDrawn="1"/>
        </p:nvCxnSpPr>
        <p:spPr>
          <a:xfrm>
            <a:off x="587375" y="1338800"/>
            <a:ext cx="0" cy="133560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accent4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811B2AFA-044A-C36C-021E-F07CB653D8E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086350" y="1478501"/>
            <a:ext cx="64295" cy="474980"/>
          </a:xfrm>
          <a:custGeom>
            <a:avLst/>
            <a:gdLst>
              <a:gd name="connsiteX0" fmla="*/ 0 w 64295"/>
              <a:gd name="connsiteY0" fmla="*/ 0 h 474980"/>
              <a:gd name="connsiteX1" fmla="*/ 64295 w 64295"/>
              <a:gd name="connsiteY1" fmla="*/ 0 h 474980"/>
              <a:gd name="connsiteX2" fmla="*/ 64295 w 64295"/>
              <a:gd name="connsiteY2" fmla="*/ 474980 h 474980"/>
              <a:gd name="connsiteX3" fmla="*/ 0 w 64295"/>
              <a:gd name="connsiteY3" fmla="*/ 474980 h 474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295" h="474980">
                <a:moveTo>
                  <a:pt x="0" y="0"/>
                </a:moveTo>
                <a:lnTo>
                  <a:pt x="64295" y="0"/>
                </a:lnTo>
                <a:lnTo>
                  <a:pt x="64295" y="474980"/>
                </a:lnTo>
                <a:lnTo>
                  <a:pt x="0" y="47498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accent4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62" name="Text Placeholder 29">
            <a:extLst>
              <a:ext uri="{FF2B5EF4-FFF2-40B4-BE49-F238E27FC236}">
                <a16:creationId xmlns:a16="http://schemas.microsoft.com/office/drawing/2014/main" id="{E78C0ED6-4AAA-EFB9-FCD1-E8A57F469F17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5233585" y="1478501"/>
            <a:ext cx="6371039" cy="474980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77561A31-0F6B-EC29-74AA-F136A20142E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086350" y="2093182"/>
            <a:ext cx="64295" cy="474980"/>
          </a:xfrm>
          <a:custGeom>
            <a:avLst/>
            <a:gdLst>
              <a:gd name="connsiteX0" fmla="*/ 0 w 64295"/>
              <a:gd name="connsiteY0" fmla="*/ 0 h 474980"/>
              <a:gd name="connsiteX1" fmla="*/ 64295 w 64295"/>
              <a:gd name="connsiteY1" fmla="*/ 0 h 474980"/>
              <a:gd name="connsiteX2" fmla="*/ 64295 w 64295"/>
              <a:gd name="connsiteY2" fmla="*/ 474980 h 474980"/>
              <a:gd name="connsiteX3" fmla="*/ 0 w 64295"/>
              <a:gd name="connsiteY3" fmla="*/ 474980 h 474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295" h="474980">
                <a:moveTo>
                  <a:pt x="0" y="0"/>
                </a:moveTo>
                <a:lnTo>
                  <a:pt x="64295" y="0"/>
                </a:lnTo>
                <a:lnTo>
                  <a:pt x="64295" y="474980"/>
                </a:lnTo>
                <a:lnTo>
                  <a:pt x="0" y="47498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accent4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64" name="Text Placeholder 29">
            <a:extLst>
              <a:ext uri="{FF2B5EF4-FFF2-40B4-BE49-F238E27FC236}">
                <a16:creationId xmlns:a16="http://schemas.microsoft.com/office/drawing/2014/main" id="{C8C3894D-D32B-CD32-7B1E-F2C516B79D47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5233585" y="2093182"/>
            <a:ext cx="6371039" cy="474980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65" name="Text Placeholder 64">
            <a:extLst>
              <a:ext uri="{FF2B5EF4-FFF2-40B4-BE49-F238E27FC236}">
                <a16:creationId xmlns:a16="http://schemas.microsoft.com/office/drawing/2014/main" id="{95A56C3A-206F-EAD8-B5FC-BF3EA749704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5086350" y="2707863"/>
            <a:ext cx="64295" cy="474980"/>
          </a:xfrm>
          <a:custGeom>
            <a:avLst/>
            <a:gdLst>
              <a:gd name="connsiteX0" fmla="*/ 0 w 64295"/>
              <a:gd name="connsiteY0" fmla="*/ 0 h 474980"/>
              <a:gd name="connsiteX1" fmla="*/ 64295 w 64295"/>
              <a:gd name="connsiteY1" fmla="*/ 0 h 474980"/>
              <a:gd name="connsiteX2" fmla="*/ 64295 w 64295"/>
              <a:gd name="connsiteY2" fmla="*/ 474980 h 474980"/>
              <a:gd name="connsiteX3" fmla="*/ 0 w 64295"/>
              <a:gd name="connsiteY3" fmla="*/ 474980 h 474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295" h="474980">
                <a:moveTo>
                  <a:pt x="0" y="0"/>
                </a:moveTo>
                <a:lnTo>
                  <a:pt x="64295" y="0"/>
                </a:lnTo>
                <a:lnTo>
                  <a:pt x="64295" y="474980"/>
                </a:lnTo>
                <a:lnTo>
                  <a:pt x="0" y="47498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accent4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66" name="Text Placeholder 29">
            <a:extLst>
              <a:ext uri="{FF2B5EF4-FFF2-40B4-BE49-F238E27FC236}">
                <a16:creationId xmlns:a16="http://schemas.microsoft.com/office/drawing/2014/main" id="{E7964B58-8A41-D8B1-8EDB-58FCBE0AFBA6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5233585" y="2707863"/>
            <a:ext cx="6371039" cy="474980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9" name="Picture Placeholder 11">
            <a:extLst>
              <a:ext uri="{FF2B5EF4-FFF2-40B4-BE49-F238E27FC236}">
                <a16:creationId xmlns:a16="http://schemas.microsoft.com/office/drawing/2014/main" id="{7FEAEC78-CBED-438F-1CFE-067AC96B97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4850" y="3900328"/>
            <a:ext cx="10782300" cy="23336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333"/>
            </a:lvl1pPr>
          </a:lstStyle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621049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S04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accent4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accent4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27" name="Text Placeholder 16">
            <a:extLst>
              <a:ext uri="{FF2B5EF4-FFF2-40B4-BE49-F238E27FC236}">
                <a16:creationId xmlns:a16="http://schemas.microsoft.com/office/drawing/2014/main" id="{0FFB1B8D-7AAD-0B62-F76D-6964122D463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250544" y="2164935"/>
            <a:ext cx="64295" cy="474980"/>
          </a:xfrm>
          <a:custGeom>
            <a:avLst/>
            <a:gdLst>
              <a:gd name="connsiteX0" fmla="*/ 0 w 64295"/>
              <a:gd name="connsiteY0" fmla="*/ 0 h 474980"/>
              <a:gd name="connsiteX1" fmla="*/ 64295 w 64295"/>
              <a:gd name="connsiteY1" fmla="*/ 0 h 474980"/>
              <a:gd name="connsiteX2" fmla="*/ 64295 w 64295"/>
              <a:gd name="connsiteY2" fmla="*/ 474980 h 474980"/>
              <a:gd name="connsiteX3" fmla="*/ 0 w 64295"/>
              <a:gd name="connsiteY3" fmla="*/ 474980 h 474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295" h="474980">
                <a:moveTo>
                  <a:pt x="0" y="0"/>
                </a:moveTo>
                <a:lnTo>
                  <a:pt x="64295" y="0"/>
                </a:lnTo>
                <a:lnTo>
                  <a:pt x="64295" y="474980"/>
                </a:lnTo>
                <a:lnTo>
                  <a:pt x="0" y="47498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accent4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28" name="Text Placeholder 29">
            <a:extLst>
              <a:ext uri="{FF2B5EF4-FFF2-40B4-BE49-F238E27FC236}">
                <a16:creationId xmlns:a16="http://schemas.microsoft.com/office/drawing/2014/main" id="{C8B15BD3-2A3F-B505-D2C1-0332B340314E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4397779" y="2098895"/>
            <a:ext cx="7206846" cy="607060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B6055E9-E6F7-641B-80FB-0B939D173EF4}"/>
              </a:ext>
            </a:extLst>
          </p:cNvPr>
          <p:cNvSpPr/>
          <p:nvPr userDrawn="1"/>
        </p:nvSpPr>
        <p:spPr>
          <a:xfrm>
            <a:off x="4079876" y="593363"/>
            <a:ext cx="8112124" cy="130211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A830DC25-802B-19A0-E4B3-1D633449CF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97779" y="696887"/>
            <a:ext cx="7206841" cy="1095064"/>
          </a:xfrm>
        </p:spPr>
        <p:txBody>
          <a:bodyPr anchor="ctr">
            <a:no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text</a:t>
            </a:r>
            <a:endParaRPr lang="en-ID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990EA30-774B-C58A-0F2E-BA47E1EB0D86}"/>
              </a:ext>
            </a:extLst>
          </p:cNvPr>
          <p:cNvCxnSpPr>
            <a:cxnSpLocks/>
          </p:cNvCxnSpPr>
          <p:nvPr userDrawn="1"/>
        </p:nvCxnSpPr>
        <p:spPr>
          <a:xfrm>
            <a:off x="4253711" y="696887"/>
            <a:ext cx="0" cy="1095064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 Placeholder 16">
            <a:extLst>
              <a:ext uri="{FF2B5EF4-FFF2-40B4-BE49-F238E27FC236}">
                <a16:creationId xmlns:a16="http://schemas.microsoft.com/office/drawing/2014/main" id="{639F1C6C-BB59-58E7-1E81-91812893CE7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250544" y="2995503"/>
            <a:ext cx="64295" cy="474980"/>
          </a:xfrm>
          <a:custGeom>
            <a:avLst/>
            <a:gdLst>
              <a:gd name="connsiteX0" fmla="*/ 0 w 64295"/>
              <a:gd name="connsiteY0" fmla="*/ 0 h 474980"/>
              <a:gd name="connsiteX1" fmla="*/ 64295 w 64295"/>
              <a:gd name="connsiteY1" fmla="*/ 0 h 474980"/>
              <a:gd name="connsiteX2" fmla="*/ 64295 w 64295"/>
              <a:gd name="connsiteY2" fmla="*/ 474980 h 474980"/>
              <a:gd name="connsiteX3" fmla="*/ 0 w 64295"/>
              <a:gd name="connsiteY3" fmla="*/ 474980 h 474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295" h="474980">
                <a:moveTo>
                  <a:pt x="0" y="0"/>
                </a:moveTo>
                <a:lnTo>
                  <a:pt x="64295" y="0"/>
                </a:lnTo>
                <a:lnTo>
                  <a:pt x="64295" y="474980"/>
                </a:lnTo>
                <a:lnTo>
                  <a:pt x="0" y="47498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accent4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43" name="Text Placeholder 29">
            <a:extLst>
              <a:ext uri="{FF2B5EF4-FFF2-40B4-BE49-F238E27FC236}">
                <a16:creationId xmlns:a16="http://schemas.microsoft.com/office/drawing/2014/main" id="{2527CCD0-482E-202A-43B0-D766A243E65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4397779" y="2929463"/>
            <a:ext cx="7206846" cy="607060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44" name="Text Placeholder 16">
            <a:extLst>
              <a:ext uri="{FF2B5EF4-FFF2-40B4-BE49-F238E27FC236}">
                <a16:creationId xmlns:a16="http://schemas.microsoft.com/office/drawing/2014/main" id="{74587298-4FAA-6464-EA9C-B59BE403C60E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4250544" y="3826071"/>
            <a:ext cx="64295" cy="474980"/>
          </a:xfrm>
          <a:custGeom>
            <a:avLst/>
            <a:gdLst>
              <a:gd name="connsiteX0" fmla="*/ 0 w 64295"/>
              <a:gd name="connsiteY0" fmla="*/ 0 h 474980"/>
              <a:gd name="connsiteX1" fmla="*/ 64295 w 64295"/>
              <a:gd name="connsiteY1" fmla="*/ 0 h 474980"/>
              <a:gd name="connsiteX2" fmla="*/ 64295 w 64295"/>
              <a:gd name="connsiteY2" fmla="*/ 474980 h 474980"/>
              <a:gd name="connsiteX3" fmla="*/ 0 w 64295"/>
              <a:gd name="connsiteY3" fmla="*/ 474980 h 474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295" h="474980">
                <a:moveTo>
                  <a:pt x="0" y="0"/>
                </a:moveTo>
                <a:lnTo>
                  <a:pt x="64295" y="0"/>
                </a:lnTo>
                <a:lnTo>
                  <a:pt x="64295" y="474980"/>
                </a:lnTo>
                <a:lnTo>
                  <a:pt x="0" y="47498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accent4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45" name="Text Placeholder 29">
            <a:extLst>
              <a:ext uri="{FF2B5EF4-FFF2-40B4-BE49-F238E27FC236}">
                <a16:creationId xmlns:a16="http://schemas.microsoft.com/office/drawing/2014/main" id="{81B86203-E913-D3E3-6642-EF37EB507949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4397779" y="3760031"/>
            <a:ext cx="7206846" cy="607060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46" name="Text Placeholder 16">
            <a:extLst>
              <a:ext uri="{FF2B5EF4-FFF2-40B4-BE49-F238E27FC236}">
                <a16:creationId xmlns:a16="http://schemas.microsoft.com/office/drawing/2014/main" id="{E15B20AD-6668-A82D-9445-5A496E722FCD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4250544" y="4656639"/>
            <a:ext cx="64295" cy="474980"/>
          </a:xfrm>
          <a:custGeom>
            <a:avLst/>
            <a:gdLst>
              <a:gd name="connsiteX0" fmla="*/ 0 w 64295"/>
              <a:gd name="connsiteY0" fmla="*/ 0 h 474980"/>
              <a:gd name="connsiteX1" fmla="*/ 64295 w 64295"/>
              <a:gd name="connsiteY1" fmla="*/ 0 h 474980"/>
              <a:gd name="connsiteX2" fmla="*/ 64295 w 64295"/>
              <a:gd name="connsiteY2" fmla="*/ 474980 h 474980"/>
              <a:gd name="connsiteX3" fmla="*/ 0 w 64295"/>
              <a:gd name="connsiteY3" fmla="*/ 474980 h 474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295" h="474980">
                <a:moveTo>
                  <a:pt x="0" y="0"/>
                </a:moveTo>
                <a:lnTo>
                  <a:pt x="64295" y="0"/>
                </a:lnTo>
                <a:lnTo>
                  <a:pt x="64295" y="474980"/>
                </a:lnTo>
                <a:lnTo>
                  <a:pt x="0" y="47498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accent4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47" name="Text Placeholder 29">
            <a:extLst>
              <a:ext uri="{FF2B5EF4-FFF2-40B4-BE49-F238E27FC236}">
                <a16:creationId xmlns:a16="http://schemas.microsoft.com/office/drawing/2014/main" id="{D66A7128-1B7C-EA25-B14F-427F785C99E9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4397779" y="4590599"/>
            <a:ext cx="7206846" cy="607060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48" name="Text Placeholder 16">
            <a:extLst>
              <a:ext uri="{FF2B5EF4-FFF2-40B4-BE49-F238E27FC236}">
                <a16:creationId xmlns:a16="http://schemas.microsoft.com/office/drawing/2014/main" id="{2DC4498E-5031-CDF7-F1A6-A4EF750AEAA2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4250544" y="5487207"/>
            <a:ext cx="64295" cy="474980"/>
          </a:xfrm>
          <a:custGeom>
            <a:avLst/>
            <a:gdLst>
              <a:gd name="connsiteX0" fmla="*/ 0 w 64295"/>
              <a:gd name="connsiteY0" fmla="*/ 0 h 474980"/>
              <a:gd name="connsiteX1" fmla="*/ 64295 w 64295"/>
              <a:gd name="connsiteY1" fmla="*/ 0 h 474980"/>
              <a:gd name="connsiteX2" fmla="*/ 64295 w 64295"/>
              <a:gd name="connsiteY2" fmla="*/ 474980 h 474980"/>
              <a:gd name="connsiteX3" fmla="*/ 0 w 64295"/>
              <a:gd name="connsiteY3" fmla="*/ 474980 h 474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295" h="474980">
                <a:moveTo>
                  <a:pt x="0" y="0"/>
                </a:moveTo>
                <a:lnTo>
                  <a:pt x="64295" y="0"/>
                </a:lnTo>
                <a:lnTo>
                  <a:pt x="64295" y="474980"/>
                </a:lnTo>
                <a:lnTo>
                  <a:pt x="0" y="47498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accent4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49" name="Text Placeholder 29">
            <a:extLst>
              <a:ext uri="{FF2B5EF4-FFF2-40B4-BE49-F238E27FC236}">
                <a16:creationId xmlns:a16="http://schemas.microsoft.com/office/drawing/2014/main" id="{CA641483-D5A7-E85B-23E4-88F7A9E459A2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397779" y="5421167"/>
            <a:ext cx="7206846" cy="607060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CF29C0E-E389-C3AB-7738-A08CB4F74F41}"/>
              </a:ext>
            </a:extLst>
          </p:cNvPr>
          <p:cNvSpPr/>
          <p:nvPr userDrawn="1"/>
        </p:nvSpPr>
        <p:spPr>
          <a:xfrm>
            <a:off x="-1" y="584199"/>
            <a:ext cx="3663165" cy="544402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3" name="Picture Placeholder 11">
            <a:extLst>
              <a:ext uri="{FF2B5EF4-FFF2-40B4-BE49-F238E27FC236}">
                <a16:creationId xmlns:a16="http://schemas.microsoft.com/office/drawing/2014/main" id="{9B208A22-0813-6CAE-ECAB-29C5A41BE16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701649"/>
            <a:ext cx="3545689" cy="520910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333">
                <a:solidFill>
                  <a:schemeClr val="tx1"/>
                </a:solidFill>
              </a:defRPr>
            </a:lvl1pPr>
          </a:lstStyle>
          <a:p>
            <a:endParaRPr lang="en-ID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1DA9EEE-E688-859F-C090-FAA63706DA41}"/>
              </a:ext>
            </a:extLst>
          </p:cNvPr>
          <p:cNvSpPr/>
          <p:nvPr userDrawn="1"/>
        </p:nvSpPr>
        <p:spPr>
          <a:xfrm>
            <a:off x="3545689" y="2476501"/>
            <a:ext cx="117475" cy="190499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52581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S04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accent4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accent4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27" name="Text Placeholder 16">
            <a:extLst>
              <a:ext uri="{FF2B5EF4-FFF2-40B4-BE49-F238E27FC236}">
                <a16:creationId xmlns:a16="http://schemas.microsoft.com/office/drawing/2014/main" id="{0FFB1B8D-7AAD-0B62-F76D-6964122D463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05278" y="2090857"/>
            <a:ext cx="64295" cy="474980"/>
          </a:xfrm>
          <a:custGeom>
            <a:avLst/>
            <a:gdLst>
              <a:gd name="connsiteX0" fmla="*/ 0 w 64295"/>
              <a:gd name="connsiteY0" fmla="*/ 0 h 474980"/>
              <a:gd name="connsiteX1" fmla="*/ 64295 w 64295"/>
              <a:gd name="connsiteY1" fmla="*/ 0 h 474980"/>
              <a:gd name="connsiteX2" fmla="*/ 64295 w 64295"/>
              <a:gd name="connsiteY2" fmla="*/ 474980 h 474980"/>
              <a:gd name="connsiteX3" fmla="*/ 0 w 64295"/>
              <a:gd name="connsiteY3" fmla="*/ 474980 h 474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295" h="474980">
                <a:moveTo>
                  <a:pt x="0" y="0"/>
                </a:moveTo>
                <a:lnTo>
                  <a:pt x="64295" y="0"/>
                </a:lnTo>
                <a:lnTo>
                  <a:pt x="64295" y="474980"/>
                </a:lnTo>
                <a:lnTo>
                  <a:pt x="0" y="47498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accent4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28" name="Text Placeholder 29">
            <a:extLst>
              <a:ext uri="{FF2B5EF4-FFF2-40B4-BE49-F238E27FC236}">
                <a16:creationId xmlns:a16="http://schemas.microsoft.com/office/drawing/2014/main" id="{C8B15BD3-2A3F-B505-D2C1-0332B340314E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1052513" y="2024817"/>
            <a:ext cx="10552112" cy="607060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B6055E9-E6F7-641B-80FB-0B939D173EF4}"/>
              </a:ext>
            </a:extLst>
          </p:cNvPr>
          <p:cNvSpPr/>
          <p:nvPr userDrawn="1"/>
        </p:nvSpPr>
        <p:spPr>
          <a:xfrm>
            <a:off x="587374" y="593363"/>
            <a:ext cx="11604625" cy="106697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A830DC25-802B-19A0-E4B3-1D633449CF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5278" y="678193"/>
            <a:ext cx="10699347" cy="897319"/>
          </a:xfrm>
        </p:spPr>
        <p:txBody>
          <a:bodyPr anchor="ctr">
            <a:no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text</a:t>
            </a:r>
            <a:endParaRPr lang="en-ID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990EA30-774B-C58A-0F2E-BA47E1EB0D86}"/>
              </a:ext>
            </a:extLst>
          </p:cNvPr>
          <p:cNvCxnSpPr>
            <a:cxnSpLocks/>
          </p:cNvCxnSpPr>
          <p:nvPr userDrawn="1"/>
        </p:nvCxnSpPr>
        <p:spPr>
          <a:xfrm>
            <a:off x="761210" y="678193"/>
            <a:ext cx="0" cy="897319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 Placeholder 16">
            <a:extLst>
              <a:ext uri="{FF2B5EF4-FFF2-40B4-BE49-F238E27FC236}">
                <a16:creationId xmlns:a16="http://schemas.microsoft.com/office/drawing/2014/main" id="{639F1C6C-BB59-58E7-1E81-91812893CE7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05278" y="2921425"/>
            <a:ext cx="64295" cy="474980"/>
          </a:xfrm>
          <a:custGeom>
            <a:avLst/>
            <a:gdLst>
              <a:gd name="connsiteX0" fmla="*/ 0 w 64295"/>
              <a:gd name="connsiteY0" fmla="*/ 0 h 474980"/>
              <a:gd name="connsiteX1" fmla="*/ 64295 w 64295"/>
              <a:gd name="connsiteY1" fmla="*/ 0 h 474980"/>
              <a:gd name="connsiteX2" fmla="*/ 64295 w 64295"/>
              <a:gd name="connsiteY2" fmla="*/ 474980 h 474980"/>
              <a:gd name="connsiteX3" fmla="*/ 0 w 64295"/>
              <a:gd name="connsiteY3" fmla="*/ 474980 h 474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295" h="474980">
                <a:moveTo>
                  <a:pt x="0" y="0"/>
                </a:moveTo>
                <a:lnTo>
                  <a:pt x="64295" y="0"/>
                </a:lnTo>
                <a:lnTo>
                  <a:pt x="64295" y="474980"/>
                </a:lnTo>
                <a:lnTo>
                  <a:pt x="0" y="47498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accent4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43" name="Text Placeholder 29">
            <a:extLst>
              <a:ext uri="{FF2B5EF4-FFF2-40B4-BE49-F238E27FC236}">
                <a16:creationId xmlns:a16="http://schemas.microsoft.com/office/drawing/2014/main" id="{2527CCD0-482E-202A-43B0-D766A243E65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052513" y="2855385"/>
            <a:ext cx="10552112" cy="607060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44" name="Text Placeholder 16">
            <a:extLst>
              <a:ext uri="{FF2B5EF4-FFF2-40B4-BE49-F238E27FC236}">
                <a16:creationId xmlns:a16="http://schemas.microsoft.com/office/drawing/2014/main" id="{74587298-4FAA-6464-EA9C-B59BE403C60E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05278" y="3751993"/>
            <a:ext cx="64295" cy="474980"/>
          </a:xfrm>
          <a:custGeom>
            <a:avLst/>
            <a:gdLst>
              <a:gd name="connsiteX0" fmla="*/ 0 w 64295"/>
              <a:gd name="connsiteY0" fmla="*/ 0 h 474980"/>
              <a:gd name="connsiteX1" fmla="*/ 64295 w 64295"/>
              <a:gd name="connsiteY1" fmla="*/ 0 h 474980"/>
              <a:gd name="connsiteX2" fmla="*/ 64295 w 64295"/>
              <a:gd name="connsiteY2" fmla="*/ 474980 h 474980"/>
              <a:gd name="connsiteX3" fmla="*/ 0 w 64295"/>
              <a:gd name="connsiteY3" fmla="*/ 474980 h 474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295" h="474980">
                <a:moveTo>
                  <a:pt x="0" y="0"/>
                </a:moveTo>
                <a:lnTo>
                  <a:pt x="64295" y="0"/>
                </a:lnTo>
                <a:lnTo>
                  <a:pt x="64295" y="474980"/>
                </a:lnTo>
                <a:lnTo>
                  <a:pt x="0" y="47498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accent4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45" name="Text Placeholder 29">
            <a:extLst>
              <a:ext uri="{FF2B5EF4-FFF2-40B4-BE49-F238E27FC236}">
                <a16:creationId xmlns:a16="http://schemas.microsoft.com/office/drawing/2014/main" id="{81B86203-E913-D3E3-6642-EF37EB507949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052513" y="3685953"/>
            <a:ext cx="10552112" cy="607060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46" name="Text Placeholder 16">
            <a:extLst>
              <a:ext uri="{FF2B5EF4-FFF2-40B4-BE49-F238E27FC236}">
                <a16:creationId xmlns:a16="http://schemas.microsoft.com/office/drawing/2014/main" id="{E15B20AD-6668-A82D-9445-5A496E722FCD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905278" y="4582561"/>
            <a:ext cx="64295" cy="474980"/>
          </a:xfrm>
          <a:custGeom>
            <a:avLst/>
            <a:gdLst>
              <a:gd name="connsiteX0" fmla="*/ 0 w 64295"/>
              <a:gd name="connsiteY0" fmla="*/ 0 h 474980"/>
              <a:gd name="connsiteX1" fmla="*/ 64295 w 64295"/>
              <a:gd name="connsiteY1" fmla="*/ 0 h 474980"/>
              <a:gd name="connsiteX2" fmla="*/ 64295 w 64295"/>
              <a:gd name="connsiteY2" fmla="*/ 474980 h 474980"/>
              <a:gd name="connsiteX3" fmla="*/ 0 w 64295"/>
              <a:gd name="connsiteY3" fmla="*/ 474980 h 474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295" h="474980">
                <a:moveTo>
                  <a:pt x="0" y="0"/>
                </a:moveTo>
                <a:lnTo>
                  <a:pt x="64295" y="0"/>
                </a:lnTo>
                <a:lnTo>
                  <a:pt x="64295" y="474980"/>
                </a:lnTo>
                <a:lnTo>
                  <a:pt x="0" y="47498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accent4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47" name="Text Placeholder 29">
            <a:extLst>
              <a:ext uri="{FF2B5EF4-FFF2-40B4-BE49-F238E27FC236}">
                <a16:creationId xmlns:a16="http://schemas.microsoft.com/office/drawing/2014/main" id="{D66A7128-1B7C-EA25-B14F-427F785C99E9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052513" y="4516521"/>
            <a:ext cx="10552112" cy="607060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48" name="Text Placeholder 16">
            <a:extLst>
              <a:ext uri="{FF2B5EF4-FFF2-40B4-BE49-F238E27FC236}">
                <a16:creationId xmlns:a16="http://schemas.microsoft.com/office/drawing/2014/main" id="{2DC4498E-5031-CDF7-F1A6-A4EF750AEAA2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05278" y="5413129"/>
            <a:ext cx="64295" cy="474980"/>
          </a:xfrm>
          <a:custGeom>
            <a:avLst/>
            <a:gdLst>
              <a:gd name="connsiteX0" fmla="*/ 0 w 64295"/>
              <a:gd name="connsiteY0" fmla="*/ 0 h 474980"/>
              <a:gd name="connsiteX1" fmla="*/ 64295 w 64295"/>
              <a:gd name="connsiteY1" fmla="*/ 0 h 474980"/>
              <a:gd name="connsiteX2" fmla="*/ 64295 w 64295"/>
              <a:gd name="connsiteY2" fmla="*/ 474980 h 474980"/>
              <a:gd name="connsiteX3" fmla="*/ 0 w 64295"/>
              <a:gd name="connsiteY3" fmla="*/ 474980 h 474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295" h="474980">
                <a:moveTo>
                  <a:pt x="0" y="0"/>
                </a:moveTo>
                <a:lnTo>
                  <a:pt x="64295" y="0"/>
                </a:lnTo>
                <a:lnTo>
                  <a:pt x="64295" y="474980"/>
                </a:lnTo>
                <a:lnTo>
                  <a:pt x="0" y="47498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accent4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49" name="Text Placeholder 29">
            <a:extLst>
              <a:ext uri="{FF2B5EF4-FFF2-40B4-BE49-F238E27FC236}">
                <a16:creationId xmlns:a16="http://schemas.microsoft.com/office/drawing/2014/main" id="{CA641483-D5A7-E85B-23E4-88F7A9E459A2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1052513" y="5347089"/>
            <a:ext cx="10552112" cy="607060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560886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S04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9">
            <a:extLst>
              <a:ext uri="{FF2B5EF4-FFF2-40B4-BE49-F238E27FC236}">
                <a16:creationId xmlns:a16="http://schemas.microsoft.com/office/drawing/2014/main" id="{C8B15BD3-2A3F-B505-D2C1-0332B340314E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587375" y="2046407"/>
            <a:ext cx="2005012" cy="3062168"/>
          </a:xfrm>
          <a:prstGeom prst="rect">
            <a:avLst/>
          </a:prstGeom>
          <a:ln w="38100">
            <a:solidFill>
              <a:schemeClr val="accent1"/>
            </a:solidFill>
          </a:ln>
        </p:spPr>
        <p:txBody>
          <a:bodyPr lIns="90000" tIns="288000" rIns="91440" bIns="0" anchor="t">
            <a:noAutofit/>
          </a:bodyPr>
          <a:lstStyle>
            <a:lvl1pPr marL="0" indent="0" algn="ctr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43" name="Text Placeholder 29">
            <a:extLst>
              <a:ext uri="{FF2B5EF4-FFF2-40B4-BE49-F238E27FC236}">
                <a16:creationId xmlns:a16="http://schemas.microsoft.com/office/drawing/2014/main" id="{2527CCD0-482E-202A-43B0-D766A243E65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2840434" y="2046407"/>
            <a:ext cx="2005012" cy="3062168"/>
          </a:xfrm>
          <a:prstGeom prst="rect">
            <a:avLst/>
          </a:prstGeom>
          <a:ln w="38100">
            <a:solidFill>
              <a:schemeClr val="accent1"/>
            </a:solidFill>
          </a:ln>
        </p:spPr>
        <p:txBody>
          <a:bodyPr lIns="90000" tIns="288000" rIns="91440" bIns="0" anchor="t">
            <a:noAutofit/>
          </a:bodyPr>
          <a:lstStyle>
            <a:lvl1pPr marL="0" indent="0" algn="ctr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45" name="Text Placeholder 29">
            <a:extLst>
              <a:ext uri="{FF2B5EF4-FFF2-40B4-BE49-F238E27FC236}">
                <a16:creationId xmlns:a16="http://schemas.microsoft.com/office/drawing/2014/main" id="{81B86203-E913-D3E3-6642-EF37EB507949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5093493" y="2046407"/>
            <a:ext cx="2005012" cy="3062168"/>
          </a:xfrm>
          <a:prstGeom prst="rect">
            <a:avLst/>
          </a:prstGeom>
          <a:ln w="38100">
            <a:solidFill>
              <a:schemeClr val="accent1"/>
            </a:solidFill>
          </a:ln>
        </p:spPr>
        <p:txBody>
          <a:bodyPr lIns="90000" tIns="288000" rIns="91440" bIns="0" anchor="t">
            <a:noAutofit/>
          </a:bodyPr>
          <a:lstStyle>
            <a:lvl1pPr marL="0" indent="0" algn="ctr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47" name="Text Placeholder 29">
            <a:extLst>
              <a:ext uri="{FF2B5EF4-FFF2-40B4-BE49-F238E27FC236}">
                <a16:creationId xmlns:a16="http://schemas.microsoft.com/office/drawing/2014/main" id="{D66A7128-1B7C-EA25-B14F-427F785C99E9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7346553" y="2046407"/>
            <a:ext cx="2005012" cy="3062168"/>
          </a:xfrm>
          <a:prstGeom prst="rect">
            <a:avLst/>
          </a:prstGeom>
          <a:ln w="38100">
            <a:solidFill>
              <a:schemeClr val="accent1"/>
            </a:solidFill>
          </a:ln>
        </p:spPr>
        <p:txBody>
          <a:bodyPr lIns="90000" tIns="288000" rIns="91440" bIns="0" anchor="t">
            <a:noAutofit/>
          </a:bodyPr>
          <a:lstStyle>
            <a:lvl1pPr marL="0" indent="0" algn="ctr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49" name="Text Placeholder 29">
            <a:extLst>
              <a:ext uri="{FF2B5EF4-FFF2-40B4-BE49-F238E27FC236}">
                <a16:creationId xmlns:a16="http://schemas.microsoft.com/office/drawing/2014/main" id="{CA641483-D5A7-E85B-23E4-88F7A9E459A2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9599613" y="2046407"/>
            <a:ext cx="2005012" cy="3062168"/>
          </a:xfrm>
          <a:prstGeom prst="rect">
            <a:avLst/>
          </a:prstGeom>
          <a:ln w="38100">
            <a:solidFill>
              <a:schemeClr val="accent1"/>
            </a:solidFill>
          </a:ln>
        </p:spPr>
        <p:txBody>
          <a:bodyPr lIns="90000" tIns="288000" rIns="91440" bIns="0" anchor="t">
            <a:noAutofit/>
          </a:bodyPr>
          <a:lstStyle>
            <a:lvl1pPr marL="0" indent="0" algn="ctr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accent4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accent4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27" name="Text Placeholder 16">
            <a:extLst>
              <a:ext uri="{FF2B5EF4-FFF2-40B4-BE49-F238E27FC236}">
                <a16:creationId xmlns:a16="http://schemas.microsoft.com/office/drawing/2014/main" id="{0FFB1B8D-7AAD-0B62-F76D-6964122D463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 rot="5400000">
            <a:off x="1557734" y="1755180"/>
            <a:ext cx="64295" cy="474980"/>
          </a:xfrm>
          <a:custGeom>
            <a:avLst/>
            <a:gdLst>
              <a:gd name="connsiteX0" fmla="*/ 0 w 64295"/>
              <a:gd name="connsiteY0" fmla="*/ 0 h 474980"/>
              <a:gd name="connsiteX1" fmla="*/ 64295 w 64295"/>
              <a:gd name="connsiteY1" fmla="*/ 0 h 474980"/>
              <a:gd name="connsiteX2" fmla="*/ 64295 w 64295"/>
              <a:gd name="connsiteY2" fmla="*/ 474980 h 474980"/>
              <a:gd name="connsiteX3" fmla="*/ 0 w 64295"/>
              <a:gd name="connsiteY3" fmla="*/ 474980 h 474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295" h="474980">
                <a:moveTo>
                  <a:pt x="0" y="0"/>
                </a:moveTo>
                <a:lnTo>
                  <a:pt x="64295" y="0"/>
                </a:lnTo>
                <a:lnTo>
                  <a:pt x="64295" y="474980"/>
                </a:lnTo>
                <a:lnTo>
                  <a:pt x="0" y="47498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accent4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42" name="Text Placeholder 16">
            <a:extLst>
              <a:ext uri="{FF2B5EF4-FFF2-40B4-BE49-F238E27FC236}">
                <a16:creationId xmlns:a16="http://schemas.microsoft.com/office/drawing/2014/main" id="{639F1C6C-BB59-58E7-1E81-91812893CE7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 rot="5400000">
            <a:off x="3810794" y="1755180"/>
            <a:ext cx="64295" cy="474980"/>
          </a:xfrm>
          <a:custGeom>
            <a:avLst/>
            <a:gdLst>
              <a:gd name="connsiteX0" fmla="*/ 0 w 64295"/>
              <a:gd name="connsiteY0" fmla="*/ 0 h 474980"/>
              <a:gd name="connsiteX1" fmla="*/ 64295 w 64295"/>
              <a:gd name="connsiteY1" fmla="*/ 0 h 474980"/>
              <a:gd name="connsiteX2" fmla="*/ 64295 w 64295"/>
              <a:gd name="connsiteY2" fmla="*/ 474980 h 474980"/>
              <a:gd name="connsiteX3" fmla="*/ 0 w 64295"/>
              <a:gd name="connsiteY3" fmla="*/ 474980 h 474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295" h="474980">
                <a:moveTo>
                  <a:pt x="0" y="0"/>
                </a:moveTo>
                <a:lnTo>
                  <a:pt x="64295" y="0"/>
                </a:lnTo>
                <a:lnTo>
                  <a:pt x="64295" y="474980"/>
                </a:lnTo>
                <a:lnTo>
                  <a:pt x="0" y="47498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accent4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44" name="Text Placeholder 16">
            <a:extLst>
              <a:ext uri="{FF2B5EF4-FFF2-40B4-BE49-F238E27FC236}">
                <a16:creationId xmlns:a16="http://schemas.microsoft.com/office/drawing/2014/main" id="{74587298-4FAA-6464-EA9C-B59BE403C60E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 rot="5400000">
            <a:off x="6063854" y="1755180"/>
            <a:ext cx="64295" cy="474980"/>
          </a:xfrm>
          <a:custGeom>
            <a:avLst/>
            <a:gdLst>
              <a:gd name="connsiteX0" fmla="*/ 0 w 64295"/>
              <a:gd name="connsiteY0" fmla="*/ 0 h 474980"/>
              <a:gd name="connsiteX1" fmla="*/ 64295 w 64295"/>
              <a:gd name="connsiteY1" fmla="*/ 0 h 474980"/>
              <a:gd name="connsiteX2" fmla="*/ 64295 w 64295"/>
              <a:gd name="connsiteY2" fmla="*/ 474980 h 474980"/>
              <a:gd name="connsiteX3" fmla="*/ 0 w 64295"/>
              <a:gd name="connsiteY3" fmla="*/ 474980 h 474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295" h="474980">
                <a:moveTo>
                  <a:pt x="0" y="0"/>
                </a:moveTo>
                <a:lnTo>
                  <a:pt x="64295" y="0"/>
                </a:lnTo>
                <a:lnTo>
                  <a:pt x="64295" y="474980"/>
                </a:lnTo>
                <a:lnTo>
                  <a:pt x="0" y="47498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accent4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46" name="Text Placeholder 16">
            <a:extLst>
              <a:ext uri="{FF2B5EF4-FFF2-40B4-BE49-F238E27FC236}">
                <a16:creationId xmlns:a16="http://schemas.microsoft.com/office/drawing/2014/main" id="{E15B20AD-6668-A82D-9445-5A496E722FCD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 rot="5400000">
            <a:off x="8316914" y="1755180"/>
            <a:ext cx="64295" cy="474980"/>
          </a:xfrm>
          <a:custGeom>
            <a:avLst/>
            <a:gdLst>
              <a:gd name="connsiteX0" fmla="*/ 0 w 64295"/>
              <a:gd name="connsiteY0" fmla="*/ 0 h 474980"/>
              <a:gd name="connsiteX1" fmla="*/ 64295 w 64295"/>
              <a:gd name="connsiteY1" fmla="*/ 0 h 474980"/>
              <a:gd name="connsiteX2" fmla="*/ 64295 w 64295"/>
              <a:gd name="connsiteY2" fmla="*/ 474980 h 474980"/>
              <a:gd name="connsiteX3" fmla="*/ 0 w 64295"/>
              <a:gd name="connsiteY3" fmla="*/ 474980 h 474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295" h="474980">
                <a:moveTo>
                  <a:pt x="0" y="0"/>
                </a:moveTo>
                <a:lnTo>
                  <a:pt x="64295" y="0"/>
                </a:lnTo>
                <a:lnTo>
                  <a:pt x="64295" y="474980"/>
                </a:lnTo>
                <a:lnTo>
                  <a:pt x="0" y="47498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accent4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48" name="Text Placeholder 16">
            <a:extLst>
              <a:ext uri="{FF2B5EF4-FFF2-40B4-BE49-F238E27FC236}">
                <a16:creationId xmlns:a16="http://schemas.microsoft.com/office/drawing/2014/main" id="{2DC4498E-5031-CDF7-F1A6-A4EF750AEAA2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 rot="5400000">
            <a:off x="10569972" y="1755180"/>
            <a:ext cx="64295" cy="474980"/>
          </a:xfrm>
          <a:custGeom>
            <a:avLst/>
            <a:gdLst>
              <a:gd name="connsiteX0" fmla="*/ 0 w 64295"/>
              <a:gd name="connsiteY0" fmla="*/ 0 h 474980"/>
              <a:gd name="connsiteX1" fmla="*/ 64295 w 64295"/>
              <a:gd name="connsiteY1" fmla="*/ 0 h 474980"/>
              <a:gd name="connsiteX2" fmla="*/ 64295 w 64295"/>
              <a:gd name="connsiteY2" fmla="*/ 474980 h 474980"/>
              <a:gd name="connsiteX3" fmla="*/ 0 w 64295"/>
              <a:gd name="connsiteY3" fmla="*/ 474980 h 474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295" h="474980">
                <a:moveTo>
                  <a:pt x="0" y="0"/>
                </a:moveTo>
                <a:lnTo>
                  <a:pt x="64295" y="0"/>
                </a:lnTo>
                <a:lnTo>
                  <a:pt x="64295" y="474980"/>
                </a:lnTo>
                <a:lnTo>
                  <a:pt x="0" y="47498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accent4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DA916C-63A0-466A-BC69-A6BB9AE21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43" y="586105"/>
            <a:ext cx="10873182" cy="709295"/>
          </a:xfrm>
        </p:spPr>
        <p:txBody>
          <a:bodyPr anchor="t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D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2C06518-9E58-A831-AE4A-4EECA507A2D8}"/>
              </a:ext>
            </a:extLst>
          </p:cNvPr>
          <p:cNvCxnSpPr>
            <a:cxnSpLocks/>
          </p:cNvCxnSpPr>
          <p:nvPr userDrawn="1"/>
        </p:nvCxnSpPr>
        <p:spPr>
          <a:xfrm>
            <a:off x="587375" y="585690"/>
            <a:ext cx="0" cy="70971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75745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Us S05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accent4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accent4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27" name="Text Placeholder 16">
            <a:extLst>
              <a:ext uri="{FF2B5EF4-FFF2-40B4-BE49-F238E27FC236}">
                <a16:creationId xmlns:a16="http://schemas.microsoft.com/office/drawing/2014/main" id="{0FFB1B8D-7AAD-0B62-F76D-6964122D463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6000" y="1452087"/>
            <a:ext cx="64295" cy="474980"/>
          </a:xfrm>
          <a:custGeom>
            <a:avLst/>
            <a:gdLst>
              <a:gd name="connsiteX0" fmla="*/ 0 w 64295"/>
              <a:gd name="connsiteY0" fmla="*/ 0 h 474980"/>
              <a:gd name="connsiteX1" fmla="*/ 64295 w 64295"/>
              <a:gd name="connsiteY1" fmla="*/ 0 h 474980"/>
              <a:gd name="connsiteX2" fmla="*/ 64295 w 64295"/>
              <a:gd name="connsiteY2" fmla="*/ 474980 h 474980"/>
              <a:gd name="connsiteX3" fmla="*/ 0 w 64295"/>
              <a:gd name="connsiteY3" fmla="*/ 474980 h 474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295" h="474980">
                <a:moveTo>
                  <a:pt x="0" y="0"/>
                </a:moveTo>
                <a:lnTo>
                  <a:pt x="64295" y="0"/>
                </a:lnTo>
                <a:lnTo>
                  <a:pt x="64295" y="474980"/>
                </a:lnTo>
                <a:lnTo>
                  <a:pt x="0" y="47498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accent4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B6055E9-E6F7-641B-80FB-0B939D173EF4}"/>
              </a:ext>
            </a:extLst>
          </p:cNvPr>
          <p:cNvSpPr/>
          <p:nvPr userDrawn="1"/>
        </p:nvSpPr>
        <p:spPr>
          <a:xfrm>
            <a:off x="0" y="2567262"/>
            <a:ext cx="5330824" cy="171898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A830DC25-802B-19A0-E4B3-1D633449CF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4201" y="2703930"/>
            <a:ext cx="4425950" cy="1445652"/>
          </a:xfrm>
        </p:spPr>
        <p:txBody>
          <a:bodyPr anchor="ctr">
            <a:no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text</a:t>
            </a:r>
            <a:endParaRPr lang="en-ID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990EA30-774B-C58A-0F2E-BA47E1EB0D86}"/>
              </a:ext>
            </a:extLst>
          </p:cNvPr>
          <p:cNvCxnSpPr>
            <a:cxnSpLocks/>
          </p:cNvCxnSpPr>
          <p:nvPr userDrawn="1"/>
        </p:nvCxnSpPr>
        <p:spPr>
          <a:xfrm>
            <a:off x="5196888" y="2879224"/>
            <a:ext cx="0" cy="1095064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29">
            <a:extLst>
              <a:ext uri="{FF2B5EF4-FFF2-40B4-BE49-F238E27FC236}">
                <a16:creationId xmlns:a16="http://schemas.microsoft.com/office/drawing/2014/main" id="{17F8224B-2972-D6CA-7891-5E3A39916B6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250977" y="1326515"/>
            <a:ext cx="5361390" cy="323521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Website</a:t>
            </a:r>
            <a:endParaRPr lang="en-ID" dirty="0"/>
          </a:p>
        </p:txBody>
      </p:sp>
      <p:sp>
        <p:nvSpPr>
          <p:cNvPr id="9" name="Text Placeholder 29">
            <a:extLst>
              <a:ext uri="{FF2B5EF4-FFF2-40B4-BE49-F238E27FC236}">
                <a16:creationId xmlns:a16="http://schemas.microsoft.com/office/drawing/2014/main" id="{0150F3D9-C5BA-2CF3-577A-20D417C84D5B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6250977" y="1722034"/>
            <a:ext cx="5361390" cy="323521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0" name="Text Placeholder 16">
            <a:extLst>
              <a:ext uri="{FF2B5EF4-FFF2-40B4-BE49-F238E27FC236}">
                <a16:creationId xmlns:a16="http://schemas.microsoft.com/office/drawing/2014/main" id="{8CDB50DB-14FB-8EC2-BBF8-9D39B761BAD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096000" y="2609277"/>
            <a:ext cx="64295" cy="474980"/>
          </a:xfrm>
          <a:custGeom>
            <a:avLst/>
            <a:gdLst>
              <a:gd name="connsiteX0" fmla="*/ 0 w 64295"/>
              <a:gd name="connsiteY0" fmla="*/ 0 h 474980"/>
              <a:gd name="connsiteX1" fmla="*/ 64295 w 64295"/>
              <a:gd name="connsiteY1" fmla="*/ 0 h 474980"/>
              <a:gd name="connsiteX2" fmla="*/ 64295 w 64295"/>
              <a:gd name="connsiteY2" fmla="*/ 474980 h 474980"/>
              <a:gd name="connsiteX3" fmla="*/ 0 w 64295"/>
              <a:gd name="connsiteY3" fmla="*/ 474980 h 474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295" h="474980">
                <a:moveTo>
                  <a:pt x="0" y="0"/>
                </a:moveTo>
                <a:lnTo>
                  <a:pt x="64295" y="0"/>
                </a:lnTo>
                <a:lnTo>
                  <a:pt x="64295" y="474980"/>
                </a:lnTo>
                <a:lnTo>
                  <a:pt x="0" y="47498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accent4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12" name="Text Placeholder 29">
            <a:extLst>
              <a:ext uri="{FF2B5EF4-FFF2-40B4-BE49-F238E27FC236}">
                <a16:creationId xmlns:a16="http://schemas.microsoft.com/office/drawing/2014/main" id="{A3C8A60E-A492-680C-9A67-071F63EDE37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250977" y="2483705"/>
            <a:ext cx="5361390" cy="323521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Email</a:t>
            </a:r>
            <a:endParaRPr lang="en-ID" dirty="0"/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54189725-F503-3346-0B77-4175202475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6250977" y="2879224"/>
            <a:ext cx="5361390" cy="323521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4" name="Text Placeholder 16">
            <a:extLst>
              <a:ext uri="{FF2B5EF4-FFF2-40B4-BE49-F238E27FC236}">
                <a16:creationId xmlns:a16="http://schemas.microsoft.com/office/drawing/2014/main" id="{6A7119A9-F6C1-3E78-A7B8-7A4695A37DF9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6096000" y="3766467"/>
            <a:ext cx="64295" cy="474980"/>
          </a:xfrm>
          <a:custGeom>
            <a:avLst/>
            <a:gdLst>
              <a:gd name="connsiteX0" fmla="*/ 0 w 64295"/>
              <a:gd name="connsiteY0" fmla="*/ 0 h 474980"/>
              <a:gd name="connsiteX1" fmla="*/ 64295 w 64295"/>
              <a:gd name="connsiteY1" fmla="*/ 0 h 474980"/>
              <a:gd name="connsiteX2" fmla="*/ 64295 w 64295"/>
              <a:gd name="connsiteY2" fmla="*/ 474980 h 474980"/>
              <a:gd name="connsiteX3" fmla="*/ 0 w 64295"/>
              <a:gd name="connsiteY3" fmla="*/ 474980 h 474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295" h="474980">
                <a:moveTo>
                  <a:pt x="0" y="0"/>
                </a:moveTo>
                <a:lnTo>
                  <a:pt x="64295" y="0"/>
                </a:lnTo>
                <a:lnTo>
                  <a:pt x="64295" y="474980"/>
                </a:lnTo>
                <a:lnTo>
                  <a:pt x="0" y="47498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accent4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0ECAA7E2-DF4B-A5D2-BE65-C795750AE429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250977" y="3640895"/>
            <a:ext cx="5361390" cy="323521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Phone Number</a:t>
            </a:r>
            <a:endParaRPr lang="en-ID" dirty="0"/>
          </a:p>
        </p:txBody>
      </p:sp>
      <p:sp>
        <p:nvSpPr>
          <p:cNvPr id="16" name="Text Placeholder 29">
            <a:extLst>
              <a:ext uri="{FF2B5EF4-FFF2-40B4-BE49-F238E27FC236}">
                <a16:creationId xmlns:a16="http://schemas.microsoft.com/office/drawing/2014/main" id="{FFF608BC-B1D4-AD27-2B53-0F088AECCDBA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6250977" y="4036414"/>
            <a:ext cx="5361390" cy="323521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61A8469B-66C0-388B-FF13-7E8091A3F56F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096000" y="4923657"/>
            <a:ext cx="64295" cy="474980"/>
          </a:xfrm>
          <a:custGeom>
            <a:avLst/>
            <a:gdLst>
              <a:gd name="connsiteX0" fmla="*/ 0 w 64295"/>
              <a:gd name="connsiteY0" fmla="*/ 0 h 474980"/>
              <a:gd name="connsiteX1" fmla="*/ 64295 w 64295"/>
              <a:gd name="connsiteY1" fmla="*/ 0 h 474980"/>
              <a:gd name="connsiteX2" fmla="*/ 64295 w 64295"/>
              <a:gd name="connsiteY2" fmla="*/ 474980 h 474980"/>
              <a:gd name="connsiteX3" fmla="*/ 0 w 64295"/>
              <a:gd name="connsiteY3" fmla="*/ 474980 h 474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295" h="474980">
                <a:moveTo>
                  <a:pt x="0" y="0"/>
                </a:moveTo>
                <a:lnTo>
                  <a:pt x="64295" y="0"/>
                </a:lnTo>
                <a:lnTo>
                  <a:pt x="64295" y="474980"/>
                </a:lnTo>
                <a:lnTo>
                  <a:pt x="0" y="47498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accent4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D2474B70-73D5-F138-81CA-B06F430971D8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250977" y="4798085"/>
            <a:ext cx="5361390" cy="323521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Location</a:t>
            </a:r>
            <a:endParaRPr lang="en-ID" dirty="0"/>
          </a:p>
        </p:txBody>
      </p:sp>
      <p:sp>
        <p:nvSpPr>
          <p:cNvPr id="19" name="Text Placeholder 29">
            <a:extLst>
              <a:ext uri="{FF2B5EF4-FFF2-40B4-BE49-F238E27FC236}">
                <a16:creationId xmlns:a16="http://schemas.microsoft.com/office/drawing/2014/main" id="{A4A35D17-0A9F-3774-435D-AEBADBA7499D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6250977" y="5193604"/>
            <a:ext cx="5361390" cy="323521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42157209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Us S05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accent4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accent4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28" name="Text Placeholder 29">
            <a:extLst>
              <a:ext uri="{FF2B5EF4-FFF2-40B4-BE49-F238E27FC236}">
                <a16:creationId xmlns:a16="http://schemas.microsoft.com/office/drawing/2014/main" id="{C8B15BD3-2A3F-B505-D2C1-0332B340314E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76999" y="1326515"/>
            <a:ext cx="5127625" cy="607060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B6055E9-E6F7-641B-80FB-0B939D173EF4}"/>
              </a:ext>
            </a:extLst>
          </p:cNvPr>
          <p:cNvSpPr/>
          <p:nvPr userDrawn="1"/>
        </p:nvSpPr>
        <p:spPr>
          <a:xfrm>
            <a:off x="0" y="2567262"/>
            <a:ext cx="5330824" cy="171898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A830DC25-802B-19A0-E4B3-1D633449CF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4201" y="2703930"/>
            <a:ext cx="4425950" cy="1445652"/>
          </a:xfrm>
        </p:spPr>
        <p:txBody>
          <a:bodyPr anchor="ctr">
            <a:no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text</a:t>
            </a:r>
            <a:endParaRPr lang="en-ID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990EA30-774B-C58A-0F2E-BA47E1EB0D86}"/>
              </a:ext>
            </a:extLst>
          </p:cNvPr>
          <p:cNvCxnSpPr>
            <a:cxnSpLocks/>
          </p:cNvCxnSpPr>
          <p:nvPr userDrawn="1"/>
        </p:nvCxnSpPr>
        <p:spPr>
          <a:xfrm>
            <a:off x="5196888" y="2879224"/>
            <a:ext cx="0" cy="1095064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9">
            <a:extLst>
              <a:ext uri="{FF2B5EF4-FFF2-40B4-BE49-F238E27FC236}">
                <a16:creationId xmlns:a16="http://schemas.microsoft.com/office/drawing/2014/main" id="{6667C09D-F5FE-C8BE-C254-35A6F3EC9B49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6476999" y="2520907"/>
            <a:ext cx="5127625" cy="607060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5" name="Text Placeholder 29">
            <a:extLst>
              <a:ext uri="{FF2B5EF4-FFF2-40B4-BE49-F238E27FC236}">
                <a16:creationId xmlns:a16="http://schemas.microsoft.com/office/drawing/2014/main" id="{F313C270-1389-4400-B626-0F91E48EF99C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6476999" y="3715299"/>
            <a:ext cx="5127625" cy="607060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A68D81B6-7EAF-9410-F2E1-FEE807D73D14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6476999" y="4909691"/>
            <a:ext cx="5127625" cy="607060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8B374301-5977-9039-ACCF-24F94B552430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839091" y="1373136"/>
            <a:ext cx="513817" cy="513817"/>
          </a:xfrm>
          <a:custGeom>
            <a:avLst/>
            <a:gdLst>
              <a:gd name="connsiteX0" fmla="*/ 391447 w 513817"/>
              <a:gd name="connsiteY0" fmla="*/ 270430 h 513817"/>
              <a:gd name="connsiteX1" fmla="*/ 294093 w 513817"/>
              <a:gd name="connsiteY1" fmla="*/ 469872 h 513817"/>
              <a:gd name="connsiteX2" fmla="*/ 472576 w 513817"/>
              <a:gd name="connsiteY2" fmla="*/ 270430 h 513817"/>
              <a:gd name="connsiteX3" fmla="*/ 270430 w 513817"/>
              <a:gd name="connsiteY3" fmla="*/ 270430 h 513817"/>
              <a:gd name="connsiteX4" fmla="*/ 270430 w 513817"/>
              <a:gd name="connsiteY4" fmla="*/ 456351 h 513817"/>
              <a:gd name="connsiteX5" fmla="*/ 364404 w 513817"/>
              <a:gd name="connsiteY5" fmla="*/ 270430 h 513817"/>
              <a:gd name="connsiteX6" fmla="*/ 149413 w 513817"/>
              <a:gd name="connsiteY6" fmla="*/ 270430 h 513817"/>
              <a:gd name="connsiteX7" fmla="*/ 243387 w 513817"/>
              <a:gd name="connsiteY7" fmla="*/ 456351 h 513817"/>
              <a:gd name="connsiteX8" fmla="*/ 243387 w 513817"/>
              <a:gd name="connsiteY8" fmla="*/ 270430 h 513817"/>
              <a:gd name="connsiteX9" fmla="*/ 41241 w 513817"/>
              <a:gd name="connsiteY9" fmla="*/ 270430 h 513817"/>
              <a:gd name="connsiteX10" fmla="*/ 219724 w 513817"/>
              <a:gd name="connsiteY10" fmla="*/ 469872 h 513817"/>
              <a:gd name="connsiteX11" fmla="*/ 122370 w 513817"/>
              <a:gd name="connsiteY11" fmla="*/ 270430 h 513817"/>
              <a:gd name="connsiteX12" fmla="*/ 270430 w 513817"/>
              <a:gd name="connsiteY12" fmla="*/ 57466 h 513817"/>
              <a:gd name="connsiteX13" fmla="*/ 270430 w 513817"/>
              <a:gd name="connsiteY13" fmla="*/ 243387 h 513817"/>
              <a:gd name="connsiteX14" fmla="*/ 364404 w 513817"/>
              <a:gd name="connsiteY14" fmla="*/ 243387 h 513817"/>
              <a:gd name="connsiteX15" fmla="*/ 270430 w 513817"/>
              <a:gd name="connsiteY15" fmla="*/ 57466 h 513817"/>
              <a:gd name="connsiteX16" fmla="*/ 243387 w 513817"/>
              <a:gd name="connsiteY16" fmla="*/ 57466 h 513817"/>
              <a:gd name="connsiteX17" fmla="*/ 149413 w 513817"/>
              <a:gd name="connsiteY17" fmla="*/ 243387 h 513817"/>
              <a:gd name="connsiteX18" fmla="*/ 243387 w 513817"/>
              <a:gd name="connsiteY18" fmla="*/ 243387 h 513817"/>
              <a:gd name="connsiteX19" fmla="*/ 294093 w 513817"/>
              <a:gd name="connsiteY19" fmla="*/ 43945 h 513817"/>
              <a:gd name="connsiteX20" fmla="*/ 391447 w 513817"/>
              <a:gd name="connsiteY20" fmla="*/ 243387 h 513817"/>
              <a:gd name="connsiteX21" fmla="*/ 472576 w 513817"/>
              <a:gd name="connsiteY21" fmla="*/ 243387 h 513817"/>
              <a:gd name="connsiteX22" fmla="*/ 294093 w 513817"/>
              <a:gd name="connsiteY22" fmla="*/ 43945 h 513817"/>
              <a:gd name="connsiteX23" fmla="*/ 219724 w 513817"/>
              <a:gd name="connsiteY23" fmla="*/ 43945 h 513817"/>
              <a:gd name="connsiteX24" fmla="*/ 41241 w 513817"/>
              <a:gd name="connsiteY24" fmla="*/ 243387 h 513817"/>
              <a:gd name="connsiteX25" fmla="*/ 122370 w 513817"/>
              <a:gd name="connsiteY25" fmla="*/ 243387 h 513817"/>
              <a:gd name="connsiteX26" fmla="*/ 219724 w 513817"/>
              <a:gd name="connsiteY26" fmla="*/ 43945 h 513817"/>
              <a:gd name="connsiteX27" fmla="*/ 256909 w 513817"/>
              <a:gd name="connsiteY27" fmla="*/ 0 h 513817"/>
              <a:gd name="connsiteX28" fmla="*/ 513817 w 513817"/>
              <a:gd name="connsiteY28" fmla="*/ 256909 h 513817"/>
              <a:gd name="connsiteX29" fmla="*/ 256909 w 513817"/>
              <a:gd name="connsiteY29" fmla="*/ 513817 h 513817"/>
              <a:gd name="connsiteX30" fmla="*/ 0 w 513817"/>
              <a:gd name="connsiteY30" fmla="*/ 256909 h 513817"/>
              <a:gd name="connsiteX31" fmla="*/ 256909 w 513817"/>
              <a:gd name="connsiteY31" fmla="*/ 0 h 513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513817" h="513817">
                <a:moveTo>
                  <a:pt x="391447" y="270430"/>
                </a:moveTo>
                <a:cubicBezTo>
                  <a:pt x="386715" y="347503"/>
                  <a:pt x="338038" y="415786"/>
                  <a:pt x="294093" y="469872"/>
                </a:cubicBezTo>
                <a:cubicBezTo>
                  <a:pt x="391447" y="452970"/>
                  <a:pt x="466492" y="371165"/>
                  <a:pt x="472576" y="270430"/>
                </a:cubicBezTo>
                <a:close/>
                <a:moveTo>
                  <a:pt x="270430" y="270430"/>
                </a:moveTo>
                <a:lnTo>
                  <a:pt x="270430" y="456351"/>
                </a:lnTo>
                <a:cubicBezTo>
                  <a:pt x="313699" y="402941"/>
                  <a:pt x="358996" y="340066"/>
                  <a:pt x="364404" y="270430"/>
                </a:cubicBezTo>
                <a:close/>
                <a:moveTo>
                  <a:pt x="149413" y="270430"/>
                </a:moveTo>
                <a:cubicBezTo>
                  <a:pt x="154821" y="340066"/>
                  <a:pt x="200118" y="402941"/>
                  <a:pt x="243387" y="456351"/>
                </a:cubicBezTo>
                <a:lnTo>
                  <a:pt x="243387" y="270430"/>
                </a:lnTo>
                <a:close/>
                <a:moveTo>
                  <a:pt x="41241" y="270430"/>
                </a:moveTo>
                <a:cubicBezTo>
                  <a:pt x="47325" y="371165"/>
                  <a:pt x="122370" y="452970"/>
                  <a:pt x="219724" y="469872"/>
                </a:cubicBezTo>
                <a:cubicBezTo>
                  <a:pt x="175780" y="415786"/>
                  <a:pt x="127778" y="347503"/>
                  <a:pt x="122370" y="270430"/>
                </a:cubicBezTo>
                <a:close/>
                <a:moveTo>
                  <a:pt x="270430" y="57466"/>
                </a:moveTo>
                <a:lnTo>
                  <a:pt x="270430" y="243387"/>
                </a:lnTo>
                <a:lnTo>
                  <a:pt x="364404" y="243387"/>
                </a:lnTo>
                <a:cubicBezTo>
                  <a:pt x="358996" y="173075"/>
                  <a:pt x="313699" y="110876"/>
                  <a:pt x="270430" y="57466"/>
                </a:cubicBezTo>
                <a:close/>
                <a:moveTo>
                  <a:pt x="243387" y="57466"/>
                </a:moveTo>
                <a:cubicBezTo>
                  <a:pt x="200118" y="110876"/>
                  <a:pt x="154821" y="173751"/>
                  <a:pt x="149413" y="243387"/>
                </a:cubicBezTo>
                <a:lnTo>
                  <a:pt x="243387" y="243387"/>
                </a:lnTo>
                <a:close/>
                <a:moveTo>
                  <a:pt x="294093" y="43945"/>
                </a:moveTo>
                <a:cubicBezTo>
                  <a:pt x="338038" y="98031"/>
                  <a:pt x="386715" y="166314"/>
                  <a:pt x="391447" y="243387"/>
                </a:cubicBezTo>
                <a:lnTo>
                  <a:pt x="472576" y="243387"/>
                </a:lnTo>
                <a:cubicBezTo>
                  <a:pt x="466492" y="142652"/>
                  <a:pt x="391447" y="60847"/>
                  <a:pt x="294093" y="43945"/>
                </a:cubicBezTo>
                <a:close/>
                <a:moveTo>
                  <a:pt x="219724" y="43945"/>
                </a:moveTo>
                <a:cubicBezTo>
                  <a:pt x="122370" y="60847"/>
                  <a:pt x="47325" y="142652"/>
                  <a:pt x="41241" y="243387"/>
                </a:cubicBezTo>
                <a:lnTo>
                  <a:pt x="122370" y="243387"/>
                </a:lnTo>
                <a:cubicBezTo>
                  <a:pt x="127102" y="166314"/>
                  <a:pt x="175780" y="98031"/>
                  <a:pt x="219724" y="43945"/>
                </a:cubicBezTo>
                <a:close/>
                <a:moveTo>
                  <a:pt x="256909" y="0"/>
                </a:moveTo>
                <a:cubicBezTo>
                  <a:pt x="398884" y="0"/>
                  <a:pt x="513817" y="114933"/>
                  <a:pt x="513817" y="256909"/>
                </a:cubicBezTo>
                <a:cubicBezTo>
                  <a:pt x="513817" y="398884"/>
                  <a:pt x="398884" y="513817"/>
                  <a:pt x="256909" y="513817"/>
                </a:cubicBezTo>
                <a:cubicBezTo>
                  <a:pt x="114933" y="513817"/>
                  <a:pt x="0" y="398884"/>
                  <a:pt x="0" y="256909"/>
                </a:cubicBezTo>
                <a:cubicBezTo>
                  <a:pt x="0" y="114933"/>
                  <a:pt x="114933" y="0"/>
                  <a:pt x="256909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lvl1pPr algn="ctr">
              <a:defRPr lang="en-GB" sz="1000" b="1" dirty="0"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pPr lvl="0" algn="ctr"/>
            <a:endParaRPr lang="en-GB" dirty="0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189560EE-D986-44EE-9C19-CCA4ED43D787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5825570" y="2540400"/>
            <a:ext cx="540860" cy="594946"/>
          </a:xfrm>
          <a:custGeom>
            <a:avLst/>
            <a:gdLst>
              <a:gd name="connsiteX0" fmla="*/ 270768 w 540860"/>
              <a:gd name="connsiteY0" fmla="*/ 393307 h 594946"/>
              <a:gd name="connsiteX1" fmla="*/ 205527 w 540860"/>
              <a:gd name="connsiteY1" fmla="*/ 419167 h 594946"/>
              <a:gd name="connsiteX2" fmla="*/ 196062 w 540860"/>
              <a:gd name="connsiteY2" fmla="*/ 427956 h 594946"/>
              <a:gd name="connsiteX3" fmla="*/ 62199 w 540860"/>
              <a:gd name="connsiteY3" fmla="*/ 554382 h 594946"/>
              <a:gd name="connsiteX4" fmla="*/ 478661 w 540860"/>
              <a:gd name="connsiteY4" fmla="*/ 554382 h 594946"/>
              <a:gd name="connsiteX5" fmla="*/ 345474 w 540860"/>
              <a:gd name="connsiteY5" fmla="*/ 427956 h 594946"/>
              <a:gd name="connsiteX6" fmla="*/ 336009 w 540860"/>
              <a:gd name="connsiteY6" fmla="*/ 419167 h 594946"/>
              <a:gd name="connsiteX7" fmla="*/ 270768 w 540860"/>
              <a:gd name="connsiteY7" fmla="*/ 393307 h 594946"/>
              <a:gd name="connsiteX8" fmla="*/ 500296 w 540860"/>
              <a:gd name="connsiteY8" fmla="*/ 281247 h 594946"/>
              <a:gd name="connsiteX9" fmla="*/ 365081 w 540860"/>
              <a:gd name="connsiteY9" fmla="*/ 409701 h 594946"/>
              <a:gd name="connsiteX10" fmla="*/ 500296 w 540860"/>
              <a:gd name="connsiteY10" fmla="*/ 538156 h 594946"/>
              <a:gd name="connsiteX11" fmla="*/ 40565 w 540860"/>
              <a:gd name="connsiteY11" fmla="*/ 280571 h 594946"/>
              <a:gd name="connsiteX12" fmla="*/ 40565 w 540860"/>
              <a:gd name="connsiteY12" fmla="*/ 537480 h 594946"/>
              <a:gd name="connsiteX13" fmla="*/ 175780 w 540860"/>
              <a:gd name="connsiteY13" fmla="*/ 409025 h 594946"/>
              <a:gd name="connsiteX14" fmla="*/ 270429 w 540860"/>
              <a:gd name="connsiteY14" fmla="*/ 215668 h 594946"/>
              <a:gd name="connsiteX15" fmla="*/ 248795 w 540860"/>
              <a:gd name="connsiteY15" fmla="*/ 237302 h 594946"/>
              <a:gd name="connsiteX16" fmla="*/ 270429 w 540860"/>
              <a:gd name="connsiteY16" fmla="*/ 258936 h 594946"/>
              <a:gd name="connsiteX17" fmla="*/ 292064 w 540860"/>
              <a:gd name="connsiteY17" fmla="*/ 237302 h 594946"/>
              <a:gd name="connsiteX18" fmla="*/ 270429 w 540860"/>
              <a:gd name="connsiteY18" fmla="*/ 215668 h 594946"/>
              <a:gd name="connsiteX19" fmla="*/ 271105 w 540860"/>
              <a:gd name="connsiteY19" fmla="*/ 147384 h 594946"/>
              <a:gd name="connsiteX20" fmla="*/ 358995 w 540860"/>
              <a:gd name="connsiteY20" fmla="*/ 235274 h 594946"/>
              <a:gd name="connsiteX21" fmla="*/ 358995 w 540860"/>
              <a:gd name="connsiteY21" fmla="*/ 256908 h 594946"/>
              <a:gd name="connsiteX22" fmla="*/ 337361 w 540860"/>
              <a:gd name="connsiteY22" fmla="*/ 278543 h 594946"/>
              <a:gd name="connsiteX23" fmla="*/ 304233 w 540860"/>
              <a:gd name="connsiteY23" fmla="*/ 263669 h 594946"/>
              <a:gd name="connsiteX24" fmla="*/ 248119 w 540860"/>
              <a:gd name="connsiteY24" fmla="*/ 272458 h 594946"/>
              <a:gd name="connsiteX25" fmla="*/ 229865 w 540860"/>
              <a:gd name="connsiteY25" fmla="*/ 219048 h 594946"/>
              <a:gd name="connsiteX26" fmla="*/ 279218 w 540860"/>
              <a:gd name="connsiteY26" fmla="*/ 192005 h 594946"/>
              <a:gd name="connsiteX27" fmla="*/ 315050 w 540860"/>
              <a:gd name="connsiteY27" fmla="*/ 235950 h 594946"/>
              <a:gd name="connsiteX28" fmla="*/ 336685 w 540860"/>
              <a:gd name="connsiteY28" fmla="*/ 257584 h 594946"/>
              <a:gd name="connsiteX29" fmla="*/ 336685 w 540860"/>
              <a:gd name="connsiteY29" fmla="*/ 235950 h 594946"/>
              <a:gd name="connsiteX30" fmla="*/ 271105 w 540860"/>
              <a:gd name="connsiteY30" fmla="*/ 170371 h 594946"/>
              <a:gd name="connsiteX31" fmla="*/ 205526 w 540860"/>
              <a:gd name="connsiteY31" fmla="*/ 235950 h 594946"/>
              <a:gd name="connsiteX32" fmla="*/ 270429 w 540860"/>
              <a:gd name="connsiteY32" fmla="*/ 301529 h 594946"/>
              <a:gd name="connsiteX33" fmla="*/ 303557 w 540860"/>
              <a:gd name="connsiteY33" fmla="*/ 293416 h 594946"/>
              <a:gd name="connsiteX34" fmla="*/ 319107 w 540860"/>
              <a:gd name="connsiteY34" fmla="*/ 298149 h 594946"/>
              <a:gd name="connsiteX35" fmla="*/ 314374 w 540860"/>
              <a:gd name="connsiteY35" fmla="*/ 313698 h 594946"/>
              <a:gd name="connsiteX36" fmla="*/ 270429 w 540860"/>
              <a:gd name="connsiteY36" fmla="*/ 324516 h 594946"/>
              <a:gd name="connsiteX37" fmla="*/ 183216 w 540860"/>
              <a:gd name="connsiteY37" fmla="*/ 235274 h 594946"/>
              <a:gd name="connsiteX38" fmla="*/ 271105 w 540860"/>
              <a:gd name="connsiteY38" fmla="*/ 147384 h 594946"/>
              <a:gd name="connsiteX39" fmla="*/ 135215 w 540860"/>
              <a:gd name="connsiteY39" fmla="*/ 108172 h 594946"/>
              <a:gd name="connsiteX40" fmla="*/ 135215 w 540860"/>
              <a:gd name="connsiteY40" fmla="*/ 333305 h 594946"/>
              <a:gd name="connsiteX41" fmla="*/ 196062 w 540860"/>
              <a:gd name="connsiteY41" fmla="*/ 391447 h 594946"/>
              <a:gd name="connsiteX42" fmla="*/ 344798 w 540860"/>
              <a:gd name="connsiteY42" fmla="*/ 391447 h 594946"/>
              <a:gd name="connsiteX43" fmla="*/ 405645 w 540860"/>
              <a:gd name="connsiteY43" fmla="*/ 333305 h 594946"/>
              <a:gd name="connsiteX44" fmla="*/ 405645 w 540860"/>
              <a:gd name="connsiteY44" fmla="*/ 108172 h 594946"/>
              <a:gd name="connsiteX45" fmla="*/ 270430 w 540860"/>
              <a:gd name="connsiteY45" fmla="*/ 0 h 594946"/>
              <a:gd name="connsiteX46" fmla="*/ 351559 w 540860"/>
              <a:gd name="connsiteY46" fmla="*/ 67608 h 594946"/>
              <a:gd name="connsiteX47" fmla="*/ 446210 w 540860"/>
              <a:gd name="connsiteY47" fmla="*/ 67608 h 594946"/>
              <a:gd name="connsiteX48" fmla="*/ 446210 w 540860"/>
              <a:gd name="connsiteY48" fmla="*/ 126426 h 594946"/>
              <a:gd name="connsiteX49" fmla="*/ 540860 w 540860"/>
              <a:gd name="connsiteY49" fmla="*/ 217020 h 594946"/>
              <a:gd name="connsiteX50" fmla="*/ 540860 w 540860"/>
              <a:gd name="connsiteY50" fmla="*/ 594946 h 594946"/>
              <a:gd name="connsiteX51" fmla="*/ 0 w 540860"/>
              <a:gd name="connsiteY51" fmla="*/ 594946 h 594946"/>
              <a:gd name="connsiteX52" fmla="*/ 0 w 540860"/>
              <a:gd name="connsiteY52" fmla="*/ 217020 h 594946"/>
              <a:gd name="connsiteX53" fmla="*/ 94651 w 540860"/>
              <a:gd name="connsiteY53" fmla="*/ 127102 h 594946"/>
              <a:gd name="connsiteX54" fmla="*/ 94651 w 540860"/>
              <a:gd name="connsiteY54" fmla="*/ 67608 h 594946"/>
              <a:gd name="connsiteX55" fmla="*/ 189301 w 540860"/>
              <a:gd name="connsiteY55" fmla="*/ 67608 h 5949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540860" h="594946">
                <a:moveTo>
                  <a:pt x="270768" y="393307"/>
                </a:moveTo>
                <a:cubicBezTo>
                  <a:pt x="247275" y="393307"/>
                  <a:pt x="223781" y="401927"/>
                  <a:pt x="205527" y="419167"/>
                </a:cubicBezTo>
                <a:lnTo>
                  <a:pt x="196062" y="427956"/>
                </a:lnTo>
                <a:lnTo>
                  <a:pt x="62199" y="554382"/>
                </a:lnTo>
                <a:lnTo>
                  <a:pt x="478661" y="554382"/>
                </a:lnTo>
                <a:lnTo>
                  <a:pt x="345474" y="427956"/>
                </a:lnTo>
                <a:lnTo>
                  <a:pt x="336009" y="419167"/>
                </a:lnTo>
                <a:cubicBezTo>
                  <a:pt x="317755" y="401927"/>
                  <a:pt x="294262" y="393307"/>
                  <a:pt x="270768" y="393307"/>
                </a:cubicBezTo>
                <a:close/>
                <a:moveTo>
                  <a:pt x="500296" y="281247"/>
                </a:moveTo>
                <a:lnTo>
                  <a:pt x="365081" y="409701"/>
                </a:lnTo>
                <a:lnTo>
                  <a:pt x="500296" y="538156"/>
                </a:lnTo>
                <a:close/>
                <a:moveTo>
                  <a:pt x="40565" y="280571"/>
                </a:moveTo>
                <a:lnTo>
                  <a:pt x="40565" y="537480"/>
                </a:lnTo>
                <a:lnTo>
                  <a:pt x="175780" y="409025"/>
                </a:lnTo>
                <a:close/>
                <a:moveTo>
                  <a:pt x="270429" y="215668"/>
                </a:moveTo>
                <a:cubicBezTo>
                  <a:pt x="258936" y="215668"/>
                  <a:pt x="248795" y="225133"/>
                  <a:pt x="248795" y="237302"/>
                </a:cubicBezTo>
                <a:cubicBezTo>
                  <a:pt x="248795" y="248795"/>
                  <a:pt x="258260" y="258936"/>
                  <a:pt x="270429" y="258936"/>
                </a:cubicBezTo>
                <a:cubicBezTo>
                  <a:pt x="282599" y="258936"/>
                  <a:pt x="292064" y="249471"/>
                  <a:pt x="292064" y="237302"/>
                </a:cubicBezTo>
                <a:cubicBezTo>
                  <a:pt x="292064" y="225133"/>
                  <a:pt x="282599" y="215668"/>
                  <a:pt x="270429" y="215668"/>
                </a:cubicBezTo>
                <a:close/>
                <a:moveTo>
                  <a:pt x="271105" y="147384"/>
                </a:moveTo>
                <a:cubicBezTo>
                  <a:pt x="319783" y="147384"/>
                  <a:pt x="358995" y="186596"/>
                  <a:pt x="358995" y="235274"/>
                </a:cubicBezTo>
                <a:lnTo>
                  <a:pt x="358995" y="256908"/>
                </a:lnTo>
                <a:cubicBezTo>
                  <a:pt x="358995" y="269078"/>
                  <a:pt x="349530" y="278543"/>
                  <a:pt x="337361" y="278543"/>
                </a:cubicBezTo>
                <a:cubicBezTo>
                  <a:pt x="324515" y="278543"/>
                  <a:pt x="312346" y="273134"/>
                  <a:pt x="304233" y="263669"/>
                </a:cubicBezTo>
                <a:cubicBezTo>
                  <a:pt x="290035" y="279895"/>
                  <a:pt x="266373" y="283275"/>
                  <a:pt x="248119" y="272458"/>
                </a:cubicBezTo>
                <a:cubicBezTo>
                  <a:pt x="229865" y="261641"/>
                  <a:pt x="222428" y="238654"/>
                  <a:pt x="229865" y="219048"/>
                </a:cubicBezTo>
                <a:cubicBezTo>
                  <a:pt x="237302" y="199442"/>
                  <a:pt x="258260" y="187949"/>
                  <a:pt x="279218" y="192005"/>
                </a:cubicBezTo>
                <a:cubicBezTo>
                  <a:pt x="300177" y="196061"/>
                  <a:pt x="315050" y="214315"/>
                  <a:pt x="315050" y="235950"/>
                </a:cubicBezTo>
                <a:cubicBezTo>
                  <a:pt x="315050" y="248119"/>
                  <a:pt x="324515" y="257584"/>
                  <a:pt x="336685" y="257584"/>
                </a:cubicBezTo>
                <a:lnTo>
                  <a:pt x="336685" y="235950"/>
                </a:lnTo>
                <a:cubicBezTo>
                  <a:pt x="336685" y="199442"/>
                  <a:pt x="306937" y="170371"/>
                  <a:pt x="271105" y="170371"/>
                </a:cubicBezTo>
                <a:cubicBezTo>
                  <a:pt x="235273" y="170371"/>
                  <a:pt x="205526" y="200118"/>
                  <a:pt x="205526" y="235950"/>
                </a:cubicBezTo>
                <a:cubicBezTo>
                  <a:pt x="204850" y="271782"/>
                  <a:pt x="234597" y="301529"/>
                  <a:pt x="270429" y="301529"/>
                </a:cubicBezTo>
                <a:cubicBezTo>
                  <a:pt x="281923" y="301529"/>
                  <a:pt x="293416" y="298825"/>
                  <a:pt x="303557" y="293416"/>
                </a:cubicBezTo>
                <a:cubicBezTo>
                  <a:pt x="308966" y="290712"/>
                  <a:pt x="315726" y="292740"/>
                  <a:pt x="319107" y="298149"/>
                </a:cubicBezTo>
                <a:cubicBezTo>
                  <a:pt x="321811" y="303557"/>
                  <a:pt x="319783" y="310318"/>
                  <a:pt x="314374" y="313698"/>
                </a:cubicBezTo>
                <a:cubicBezTo>
                  <a:pt x="300853" y="320459"/>
                  <a:pt x="285979" y="324516"/>
                  <a:pt x="270429" y="324516"/>
                </a:cubicBezTo>
                <a:cubicBezTo>
                  <a:pt x="221752" y="323840"/>
                  <a:pt x="182540" y="284627"/>
                  <a:pt x="183216" y="235274"/>
                </a:cubicBezTo>
                <a:cubicBezTo>
                  <a:pt x="183216" y="186596"/>
                  <a:pt x="222428" y="147384"/>
                  <a:pt x="271105" y="147384"/>
                </a:cubicBezTo>
                <a:close/>
                <a:moveTo>
                  <a:pt x="135215" y="108172"/>
                </a:moveTo>
                <a:lnTo>
                  <a:pt x="135215" y="333305"/>
                </a:lnTo>
                <a:lnTo>
                  <a:pt x="196062" y="391447"/>
                </a:lnTo>
                <a:cubicBezTo>
                  <a:pt x="240007" y="357644"/>
                  <a:pt x="300853" y="357644"/>
                  <a:pt x="344798" y="391447"/>
                </a:cubicBezTo>
                <a:lnTo>
                  <a:pt x="405645" y="333305"/>
                </a:lnTo>
                <a:lnTo>
                  <a:pt x="405645" y="108172"/>
                </a:lnTo>
                <a:close/>
                <a:moveTo>
                  <a:pt x="270430" y="0"/>
                </a:moveTo>
                <a:lnTo>
                  <a:pt x="351559" y="67608"/>
                </a:lnTo>
                <a:lnTo>
                  <a:pt x="446210" y="67608"/>
                </a:lnTo>
                <a:lnTo>
                  <a:pt x="446210" y="126426"/>
                </a:lnTo>
                <a:lnTo>
                  <a:pt x="540860" y="217020"/>
                </a:lnTo>
                <a:lnTo>
                  <a:pt x="540860" y="594946"/>
                </a:lnTo>
                <a:lnTo>
                  <a:pt x="0" y="594946"/>
                </a:lnTo>
                <a:lnTo>
                  <a:pt x="0" y="217020"/>
                </a:lnTo>
                <a:lnTo>
                  <a:pt x="94651" y="127102"/>
                </a:lnTo>
                <a:lnTo>
                  <a:pt x="94651" y="67608"/>
                </a:lnTo>
                <a:lnTo>
                  <a:pt x="189301" y="6760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lvl1pPr algn="ctr">
              <a:defRPr lang="en-GB" sz="1000" b="1" dirty="0"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pPr lvl="0" algn="ctr"/>
            <a:endParaRPr lang="en-GB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9236B62B-08A6-31D4-74E0-38DBCD975150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5825911" y="3788793"/>
            <a:ext cx="539842" cy="541115"/>
          </a:xfrm>
          <a:custGeom>
            <a:avLst/>
            <a:gdLst>
              <a:gd name="connsiteX0" fmla="*/ 417472 w 539842"/>
              <a:gd name="connsiteY0" fmla="*/ 321135 h 541115"/>
              <a:gd name="connsiteX1" fmla="*/ 438431 w 539842"/>
              <a:gd name="connsiteY1" fmla="*/ 329924 h 541115"/>
              <a:gd name="connsiteX2" fmla="*/ 531729 w 539842"/>
              <a:gd name="connsiteY2" fmla="*/ 423222 h 541115"/>
              <a:gd name="connsiteX3" fmla="*/ 539842 w 539842"/>
              <a:gd name="connsiteY3" fmla="*/ 444181 h 541115"/>
              <a:gd name="connsiteX4" fmla="*/ 531053 w 539842"/>
              <a:gd name="connsiteY4" fmla="*/ 465139 h 541115"/>
              <a:gd name="connsiteX5" fmla="*/ 520912 w 539842"/>
              <a:gd name="connsiteY5" fmla="*/ 475280 h 541115"/>
              <a:gd name="connsiteX6" fmla="*/ 386373 w 539842"/>
              <a:gd name="connsiteY6" fmla="*/ 340741 h 541115"/>
              <a:gd name="connsiteX7" fmla="*/ 396514 w 539842"/>
              <a:gd name="connsiteY7" fmla="*/ 329924 h 541115"/>
              <a:gd name="connsiteX8" fmla="*/ 417472 w 539842"/>
              <a:gd name="connsiteY8" fmla="*/ 321135 h 541115"/>
              <a:gd name="connsiteX9" fmla="*/ 44956 w 539842"/>
              <a:gd name="connsiteY9" fmla="*/ 39888 h 541115"/>
              <a:gd name="connsiteX10" fmla="*/ 179495 w 539842"/>
              <a:gd name="connsiteY10" fmla="*/ 174427 h 541115"/>
              <a:gd name="connsiteX11" fmla="*/ 158536 w 539842"/>
              <a:gd name="connsiteY11" fmla="*/ 194709 h 541115"/>
              <a:gd name="connsiteX12" fmla="*/ 154480 w 539842"/>
              <a:gd name="connsiteY12" fmla="*/ 204850 h 541115"/>
              <a:gd name="connsiteX13" fmla="*/ 158536 w 539842"/>
              <a:gd name="connsiteY13" fmla="*/ 214991 h 541115"/>
              <a:gd name="connsiteX14" fmla="*/ 326203 w 539842"/>
              <a:gd name="connsiteY14" fmla="*/ 381982 h 541115"/>
              <a:gd name="connsiteX15" fmla="*/ 336344 w 539842"/>
              <a:gd name="connsiteY15" fmla="*/ 386038 h 541115"/>
              <a:gd name="connsiteX16" fmla="*/ 346485 w 539842"/>
              <a:gd name="connsiteY16" fmla="*/ 381982 h 541115"/>
              <a:gd name="connsiteX17" fmla="*/ 366767 w 539842"/>
              <a:gd name="connsiteY17" fmla="*/ 361024 h 541115"/>
              <a:gd name="connsiteX18" fmla="*/ 500630 w 539842"/>
              <a:gd name="connsiteY18" fmla="*/ 495563 h 541115"/>
              <a:gd name="connsiteX19" fmla="*/ 482376 w 539842"/>
              <a:gd name="connsiteY19" fmla="*/ 513817 h 541115"/>
              <a:gd name="connsiteX20" fmla="*/ 413417 w 539842"/>
              <a:gd name="connsiteY20" fmla="*/ 540860 h 541115"/>
              <a:gd name="connsiteX21" fmla="*/ 305245 w 539842"/>
              <a:gd name="connsiteY21" fmla="*/ 509084 h 541115"/>
              <a:gd name="connsiteX22" fmla="*/ 262652 w 539842"/>
              <a:gd name="connsiteY22" fmla="*/ 482041 h 541115"/>
              <a:gd name="connsiteX23" fmla="*/ 56449 w 539842"/>
              <a:gd name="connsiteY23" fmla="*/ 269077 h 541115"/>
              <a:gd name="connsiteX24" fmla="*/ 15885 w 539842"/>
              <a:gd name="connsiteY24" fmla="*/ 198090 h 541115"/>
              <a:gd name="connsiteX25" fmla="*/ 335 w 539842"/>
              <a:gd name="connsiteY25" fmla="*/ 110200 h 541115"/>
              <a:gd name="connsiteX26" fmla="*/ 22645 w 539842"/>
              <a:gd name="connsiteY26" fmla="*/ 62198 h 541115"/>
              <a:gd name="connsiteX27" fmla="*/ 44956 w 539842"/>
              <a:gd name="connsiteY27" fmla="*/ 39888 h 541115"/>
              <a:gd name="connsiteX28" fmla="*/ 97013 w 539842"/>
              <a:gd name="connsiteY28" fmla="*/ 0 h 541115"/>
              <a:gd name="connsiteX29" fmla="*/ 117296 w 539842"/>
              <a:gd name="connsiteY29" fmla="*/ 8789 h 541115"/>
              <a:gd name="connsiteX30" fmla="*/ 210594 w 539842"/>
              <a:gd name="connsiteY30" fmla="*/ 101411 h 541115"/>
              <a:gd name="connsiteX31" fmla="*/ 219383 w 539842"/>
              <a:gd name="connsiteY31" fmla="*/ 122370 h 541115"/>
              <a:gd name="connsiteX32" fmla="*/ 210594 w 539842"/>
              <a:gd name="connsiteY32" fmla="*/ 143328 h 541115"/>
              <a:gd name="connsiteX33" fmla="*/ 200453 w 539842"/>
              <a:gd name="connsiteY33" fmla="*/ 153469 h 541115"/>
              <a:gd name="connsiteX34" fmla="*/ 65914 w 539842"/>
              <a:gd name="connsiteY34" fmla="*/ 18930 h 541115"/>
              <a:gd name="connsiteX35" fmla="*/ 76055 w 539842"/>
              <a:gd name="connsiteY35" fmla="*/ 8789 h 541115"/>
              <a:gd name="connsiteX36" fmla="*/ 97013 w 539842"/>
              <a:gd name="connsiteY36" fmla="*/ 0 h 541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539842" h="541115">
                <a:moveTo>
                  <a:pt x="417472" y="321135"/>
                </a:moveTo>
                <a:cubicBezTo>
                  <a:pt x="425585" y="321135"/>
                  <a:pt x="433022" y="324515"/>
                  <a:pt x="438431" y="329924"/>
                </a:cubicBezTo>
                <a:lnTo>
                  <a:pt x="531729" y="423222"/>
                </a:lnTo>
                <a:cubicBezTo>
                  <a:pt x="537138" y="428631"/>
                  <a:pt x="539842" y="436068"/>
                  <a:pt x="539842" y="444181"/>
                </a:cubicBezTo>
                <a:cubicBezTo>
                  <a:pt x="539842" y="452294"/>
                  <a:pt x="536462" y="459730"/>
                  <a:pt x="531053" y="465139"/>
                </a:cubicBezTo>
                <a:lnTo>
                  <a:pt x="520912" y="475280"/>
                </a:lnTo>
                <a:lnTo>
                  <a:pt x="386373" y="340741"/>
                </a:lnTo>
                <a:lnTo>
                  <a:pt x="396514" y="329924"/>
                </a:lnTo>
                <a:cubicBezTo>
                  <a:pt x="401923" y="324515"/>
                  <a:pt x="409360" y="321135"/>
                  <a:pt x="417472" y="321135"/>
                </a:cubicBezTo>
                <a:close/>
                <a:moveTo>
                  <a:pt x="44956" y="39888"/>
                </a:moveTo>
                <a:lnTo>
                  <a:pt x="179495" y="174427"/>
                </a:lnTo>
                <a:lnTo>
                  <a:pt x="158536" y="194709"/>
                </a:lnTo>
                <a:cubicBezTo>
                  <a:pt x="155832" y="197413"/>
                  <a:pt x="154480" y="201470"/>
                  <a:pt x="154480" y="204850"/>
                </a:cubicBezTo>
                <a:cubicBezTo>
                  <a:pt x="154480" y="208231"/>
                  <a:pt x="155832" y="212287"/>
                  <a:pt x="158536" y="214991"/>
                </a:cubicBezTo>
                <a:lnTo>
                  <a:pt x="326203" y="381982"/>
                </a:lnTo>
                <a:cubicBezTo>
                  <a:pt x="328907" y="384686"/>
                  <a:pt x="332964" y="386038"/>
                  <a:pt x="336344" y="386038"/>
                </a:cubicBezTo>
                <a:cubicBezTo>
                  <a:pt x="339724" y="386038"/>
                  <a:pt x="343781" y="384686"/>
                  <a:pt x="346485" y="381982"/>
                </a:cubicBezTo>
                <a:lnTo>
                  <a:pt x="366767" y="361024"/>
                </a:lnTo>
                <a:lnTo>
                  <a:pt x="500630" y="495563"/>
                </a:lnTo>
                <a:lnTo>
                  <a:pt x="482376" y="513817"/>
                </a:lnTo>
                <a:cubicBezTo>
                  <a:pt x="464798" y="532747"/>
                  <a:pt x="439107" y="542888"/>
                  <a:pt x="413417" y="540860"/>
                </a:cubicBezTo>
                <a:cubicBezTo>
                  <a:pt x="374880" y="538155"/>
                  <a:pt x="339048" y="525986"/>
                  <a:pt x="305245" y="509084"/>
                </a:cubicBezTo>
                <a:cubicBezTo>
                  <a:pt x="290371" y="500971"/>
                  <a:pt x="276173" y="492182"/>
                  <a:pt x="262652" y="482041"/>
                </a:cubicBezTo>
                <a:cubicBezTo>
                  <a:pt x="181523" y="424575"/>
                  <a:pt x="111887" y="352235"/>
                  <a:pt x="56449" y="269077"/>
                </a:cubicBezTo>
                <a:cubicBezTo>
                  <a:pt x="40899" y="246767"/>
                  <a:pt x="26702" y="223104"/>
                  <a:pt x="15885" y="198090"/>
                </a:cubicBezTo>
                <a:cubicBezTo>
                  <a:pt x="5743" y="169694"/>
                  <a:pt x="-1693" y="140623"/>
                  <a:pt x="335" y="110200"/>
                </a:cubicBezTo>
                <a:cubicBezTo>
                  <a:pt x="1011" y="91946"/>
                  <a:pt x="9124" y="75044"/>
                  <a:pt x="22645" y="62198"/>
                </a:cubicBezTo>
                <a:cubicBezTo>
                  <a:pt x="28054" y="56790"/>
                  <a:pt x="36167" y="48677"/>
                  <a:pt x="44956" y="39888"/>
                </a:cubicBezTo>
                <a:close/>
                <a:moveTo>
                  <a:pt x="97013" y="0"/>
                </a:moveTo>
                <a:cubicBezTo>
                  <a:pt x="104450" y="0"/>
                  <a:pt x="111887" y="3380"/>
                  <a:pt x="117296" y="8789"/>
                </a:cubicBezTo>
                <a:lnTo>
                  <a:pt x="210594" y="101411"/>
                </a:lnTo>
                <a:cubicBezTo>
                  <a:pt x="216003" y="106820"/>
                  <a:pt x="219383" y="114257"/>
                  <a:pt x="219383" y="122370"/>
                </a:cubicBezTo>
                <a:cubicBezTo>
                  <a:pt x="219383" y="130482"/>
                  <a:pt x="216003" y="137919"/>
                  <a:pt x="210594" y="143328"/>
                </a:cubicBezTo>
                <a:lnTo>
                  <a:pt x="200453" y="153469"/>
                </a:lnTo>
                <a:lnTo>
                  <a:pt x="65914" y="18930"/>
                </a:lnTo>
                <a:lnTo>
                  <a:pt x="76055" y="8789"/>
                </a:lnTo>
                <a:cubicBezTo>
                  <a:pt x="81464" y="3380"/>
                  <a:pt x="89577" y="0"/>
                  <a:pt x="97013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lvl1pPr algn="ctr">
              <a:defRPr lang="en-GB" sz="1000" b="1" dirty="0"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pPr lvl="0" algn="ctr"/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958D81A-543B-F585-166D-59207A4463AF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5954486" y="4983355"/>
            <a:ext cx="283026" cy="459731"/>
          </a:xfrm>
          <a:custGeom>
            <a:avLst/>
            <a:gdLst>
              <a:gd name="connsiteX0" fmla="*/ 141514 w 283026"/>
              <a:gd name="connsiteY0" fmla="*/ 81129 h 459731"/>
              <a:gd name="connsiteX1" fmla="*/ 80667 w 283026"/>
              <a:gd name="connsiteY1" fmla="*/ 141976 h 459731"/>
              <a:gd name="connsiteX2" fmla="*/ 141514 w 283026"/>
              <a:gd name="connsiteY2" fmla="*/ 202823 h 459731"/>
              <a:gd name="connsiteX3" fmla="*/ 202361 w 283026"/>
              <a:gd name="connsiteY3" fmla="*/ 141976 h 459731"/>
              <a:gd name="connsiteX4" fmla="*/ 141514 w 283026"/>
              <a:gd name="connsiteY4" fmla="*/ 81129 h 459731"/>
              <a:gd name="connsiteX5" fmla="*/ 141514 w 283026"/>
              <a:gd name="connsiteY5" fmla="*/ 0 h 459731"/>
              <a:gd name="connsiteX6" fmla="*/ 258475 w 283026"/>
              <a:gd name="connsiteY6" fmla="*/ 62199 h 459731"/>
              <a:gd name="connsiteX7" fmla="*/ 273348 w 283026"/>
              <a:gd name="connsiteY7" fmla="*/ 194034 h 459731"/>
              <a:gd name="connsiteX8" fmla="*/ 209121 w 283026"/>
              <a:gd name="connsiteY8" fmla="*/ 336009 h 459731"/>
              <a:gd name="connsiteX9" fmla="*/ 153683 w 283026"/>
              <a:gd name="connsiteY9" fmla="*/ 452294 h 459731"/>
              <a:gd name="connsiteX10" fmla="*/ 141514 w 283026"/>
              <a:gd name="connsiteY10" fmla="*/ 459731 h 459731"/>
              <a:gd name="connsiteX11" fmla="*/ 129344 w 283026"/>
              <a:gd name="connsiteY11" fmla="*/ 452294 h 459731"/>
              <a:gd name="connsiteX12" fmla="*/ 73906 w 283026"/>
              <a:gd name="connsiteY12" fmla="*/ 336009 h 459731"/>
              <a:gd name="connsiteX13" fmla="*/ 9679 w 283026"/>
              <a:gd name="connsiteY13" fmla="*/ 194034 h 459731"/>
              <a:gd name="connsiteX14" fmla="*/ 24553 w 283026"/>
              <a:gd name="connsiteY14" fmla="*/ 62199 h 459731"/>
              <a:gd name="connsiteX15" fmla="*/ 141514 w 283026"/>
              <a:gd name="connsiteY15" fmla="*/ 0 h 4597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83026" h="459731">
                <a:moveTo>
                  <a:pt x="141514" y="81129"/>
                </a:moveTo>
                <a:cubicBezTo>
                  <a:pt x="107710" y="81129"/>
                  <a:pt x="80667" y="108172"/>
                  <a:pt x="80667" y="141976"/>
                </a:cubicBezTo>
                <a:cubicBezTo>
                  <a:pt x="80667" y="175780"/>
                  <a:pt x="107710" y="202823"/>
                  <a:pt x="141514" y="202823"/>
                </a:cubicBezTo>
                <a:cubicBezTo>
                  <a:pt x="175318" y="202823"/>
                  <a:pt x="202361" y="175780"/>
                  <a:pt x="202361" y="141976"/>
                </a:cubicBezTo>
                <a:cubicBezTo>
                  <a:pt x="202361" y="108172"/>
                  <a:pt x="175318" y="81129"/>
                  <a:pt x="141514" y="81129"/>
                </a:cubicBezTo>
                <a:close/>
                <a:moveTo>
                  <a:pt x="141514" y="0"/>
                </a:moveTo>
                <a:cubicBezTo>
                  <a:pt x="188163" y="0"/>
                  <a:pt x="232108" y="22987"/>
                  <a:pt x="258475" y="62199"/>
                </a:cubicBezTo>
                <a:cubicBezTo>
                  <a:pt x="284842" y="100735"/>
                  <a:pt x="290250" y="150089"/>
                  <a:pt x="273348" y="194034"/>
                </a:cubicBezTo>
                <a:lnTo>
                  <a:pt x="209121" y="336009"/>
                </a:lnTo>
                <a:lnTo>
                  <a:pt x="153683" y="452294"/>
                </a:lnTo>
                <a:cubicBezTo>
                  <a:pt x="151655" y="457027"/>
                  <a:pt x="146922" y="459731"/>
                  <a:pt x="141514" y="459731"/>
                </a:cubicBezTo>
                <a:cubicBezTo>
                  <a:pt x="136105" y="459731"/>
                  <a:pt x="131373" y="457027"/>
                  <a:pt x="129344" y="452294"/>
                </a:cubicBezTo>
                <a:lnTo>
                  <a:pt x="73906" y="336009"/>
                </a:lnTo>
                <a:lnTo>
                  <a:pt x="9679" y="194034"/>
                </a:lnTo>
                <a:cubicBezTo>
                  <a:pt x="-7223" y="150089"/>
                  <a:pt x="-1814" y="100735"/>
                  <a:pt x="24553" y="62199"/>
                </a:cubicBezTo>
                <a:cubicBezTo>
                  <a:pt x="50920" y="22987"/>
                  <a:pt x="94865" y="0"/>
                  <a:pt x="14151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lvl1pPr algn="ctr">
              <a:defRPr lang="en-GB" sz="1000" b="1" dirty="0"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pPr lvl="0"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34781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06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accent4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accent4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B6055E9-E6F7-641B-80FB-0B939D173EF4}"/>
              </a:ext>
            </a:extLst>
          </p:cNvPr>
          <p:cNvSpPr/>
          <p:nvPr userDrawn="1"/>
        </p:nvSpPr>
        <p:spPr>
          <a:xfrm>
            <a:off x="587374" y="2777944"/>
            <a:ext cx="11604625" cy="130211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A830DC25-802B-19A0-E4B3-1D633449CF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5278" y="2881468"/>
            <a:ext cx="10699347" cy="1095064"/>
          </a:xfrm>
        </p:spPr>
        <p:txBody>
          <a:bodyPr anchor="ctr">
            <a:no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text</a:t>
            </a:r>
            <a:endParaRPr lang="en-ID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990EA30-774B-C58A-0F2E-BA47E1EB0D86}"/>
              </a:ext>
            </a:extLst>
          </p:cNvPr>
          <p:cNvCxnSpPr>
            <a:cxnSpLocks/>
          </p:cNvCxnSpPr>
          <p:nvPr userDrawn="1"/>
        </p:nvCxnSpPr>
        <p:spPr>
          <a:xfrm>
            <a:off x="761210" y="2881468"/>
            <a:ext cx="0" cy="1095064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 Placeholder 29">
            <a:extLst>
              <a:ext uri="{FF2B5EF4-FFF2-40B4-BE49-F238E27FC236}">
                <a16:creationId xmlns:a16="http://schemas.microsoft.com/office/drawing/2014/main" id="{CA641483-D5A7-E85B-23E4-88F7A9E459A2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905279" y="4334413"/>
            <a:ext cx="10699346" cy="607060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6807724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06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accent4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accent4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B6055E9-E6F7-641B-80FB-0B939D173EF4}"/>
              </a:ext>
            </a:extLst>
          </p:cNvPr>
          <p:cNvSpPr/>
          <p:nvPr userDrawn="1"/>
        </p:nvSpPr>
        <p:spPr>
          <a:xfrm>
            <a:off x="587374" y="2589122"/>
            <a:ext cx="11604625" cy="167975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A830DC25-802B-19A0-E4B3-1D633449CF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6351" y="2881468"/>
            <a:ext cx="6290310" cy="1095064"/>
          </a:xfrm>
        </p:spPr>
        <p:txBody>
          <a:bodyPr anchor="ctr">
            <a:noAutofit/>
          </a:bodyPr>
          <a:lstStyle>
            <a:lvl1pPr algn="r">
              <a:defRPr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text</a:t>
            </a:r>
            <a:endParaRPr lang="en-ID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990EA30-774B-C58A-0F2E-BA47E1EB0D86}"/>
              </a:ext>
            </a:extLst>
          </p:cNvPr>
          <p:cNvCxnSpPr>
            <a:cxnSpLocks/>
          </p:cNvCxnSpPr>
          <p:nvPr userDrawn="1"/>
        </p:nvCxnSpPr>
        <p:spPr>
          <a:xfrm>
            <a:off x="11604625" y="2881468"/>
            <a:ext cx="0" cy="1095064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 Placeholder 29">
            <a:extLst>
              <a:ext uri="{FF2B5EF4-FFF2-40B4-BE49-F238E27FC236}">
                <a16:creationId xmlns:a16="http://schemas.microsoft.com/office/drawing/2014/main" id="{CA641483-D5A7-E85B-23E4-88F7A9E459A2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5086351" y="4523235"/>
            <a:ext cx="6290310" cy="607060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 algn="r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AA87B1F-C374-0AA4-8837-F11E40D41CD1}"/>
              </a:ext>
            </a:extLst>
          </p:cNvPr>
          <p:cNvGrpSpPr/>
          <p:nvPr userDrawn="1"/>
        </p:nvGrpSpPr>
        <p:grpSpPr>
          <a:xfrm flipH="1">
            <a:off x="0" y="844550"/>
            <a:ext cx="4079875" cy="5168484"/>
            <a:chOff x="6400798" y="844550"/>
            <a:chExt cx="4079875" cy="5168484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D087849-DB30-8735-4D8D-E3C4C2B69C6B}"/>
                </a:ext>
              </a:extLst>
            </p:cNvPr>
            <p:cNvSpPr/>
            <p:nvPr userDrawn="1"/>
          </p:nvSpPr>
          <p:spPr>
            <a:xfrm flipH="1">
              <a:off x="6400798" y="844550"/>
              <a:ext cx="4079875" cy="516848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474C08B-82F0-D164-74FB-1E8FD06685E0}"/>
                </a:ext>
              </a:extLst>
            </p:cNvPr>
            <p:cNvSpPr/>
            <p:nvPr userDrawn="1"/>
          </p:nvSpPr>
          <p:spPr>
            <a:xfrm flipH="1">
              <a:off x="6400798" y="2476501"/>
              <a:ext cx="117475" cy="190499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A3D6DFE2-5D18-6526-6D2C-830832BEFE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962026"/>
            <a:ext cx="3962400" cy="493394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333">
                <a:solidFill>
                  <a:schemeClr val="tx1"/>
                </a:solidFill>
              </a:defRPr>
            </a:lvl1pPr>
          </a:lstStyle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9302802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06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accent4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accent4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B6055E9-E6F7-641B-80FB-0B939D173EF4}"/>
              </a:ext>
            </a:extLst>
          </p:cNvPr>
          <p:cNvSpPr/>
          <p:nvPr userDrawn="1"/>
        </p:nvSpPr>
        <p:spPr>
          <a:xfrm>
            <a:off x="587374" y="2589122"/>
            <a:ext cx="11017251" cy="167975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A830DC25-802B-19A0-E4B3-1D633449CF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4860" y="2881468"/>
            <a:ext cx="10591801" cy="1095064"/>
          </a:xfrm>
        </p:spPr>
        <p:txBody>
          <a:bodyPr anchor="ctr">
            <a:noAutofit/>
          </a:bodyPr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text</a:t>
            </a:r>
            <a:endParaRPr lang="en-ID" dirty="0"/>
          </a:p>
        </p:txBody>
      </p:sp>
      <p:sp>
        <p:nvSpPr>
          <p:cNvPr id="49" name="Text Placeholder 29">
            <a:extLst>
              <a:ext uri="{FF2B5EF4-FFF2-40B4-BE49-F238E27FC236}">
                <a16:creationId xmlns:a16="http://schemas.microsoft.com/office/drawing/2014/main" id="{CA641483-D5A7-E85B-23E4-88F7A9E459A2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815339" y="4334413"/>
            <a:ext cx="10561322" cy="607060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 algn="ctr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56139425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Text Box T20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A9602D4-D75A-D7F4-FFCF-22F1F764C7A2}"/>
              </a:ext>
            </a:extLst>
          </p:cNvPr>
          <p:cNvSpPr/>
          <p:nvPr userDrawn="1"/>
        </p:nvSpPr>
        <p:spPr>
          <a:xfrm>
            <a:off x="587375" y="0"/>
            <a:ext cx="11017250" cy="245284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 Placeholder 29">
            <a:extLst>
              <a:ext uri="{FF2B5EF4-FFF2-40B4-BE49-F238E27FC236}">
                <a16:creationId xmlns:a16="http://schemas.microsoft.com/office/drawing/2014/main" id="{F28F550A-A637-E065-107C-7C7A9E6C01FA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731442" y="3821174"/>
            <a:ext cx="10873177" cy="323521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1BDAC654-D9AC-B935-534C-0FF7A6BB04C7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731442" y="4216693"/>
            <a:ext cx="10873177" cy="1734527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36477C-8D55-B4B8-85DD-DAF85A20D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43" y="2659380"/>
            <a:ext cx="10873182" cy="769620"/>
          </a:xfrm>
        </p:spPr>
        <p:txBody>
          <a:bodyPr anchor="ctr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D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62F44640-A9EB-C412-36D2-BCAA7BA0908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4850" y="0"/>
            <a:ext cx="10782300" cy="23336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333"/>
            </a:lvl1pPr>
          </a:lstStyle>
          <a:p>
            <a:endParaRPr lang="en-ID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657BBCF-CA9E-FB2C-CA76-82D2795FF965}"/>
              </a:ext>
            </a:extLst>
          </p:cNvPr>
          <p:cNvCxnSpPr>
            <a:cxnSpLocks/>
          </p:cNvCxnSpPr>
          <p:nvPr userDrawn="1"/>
        </p:nvCxnSpPr>
        <p:spPr>
          <a:xfrm>
            <a:off x="587375" y="2659380"/>
            <a:ext cx="0" cy="767556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AC1303-0EC3-5E1E-D38D-9DAA61834E0B}"/>
              </a:ext>
            </a:extLst>
          </p:cNvPr>
          <p:cNvSpPr/>
          <p:nvPr userDrawn="1"/>
        </p:nvSpPr>
        <p:spPr>
          <a:xfrm rot="5400000">
            <a:off x="6037262" y="1441610"/>
            <a:ext cx="117475" cy="190499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17626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Text Box T20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BD442C6-EECF-FD33-A672-5BDA5C831C7A}"/>
              </a:ext>
            </a:extLst>
          </p:cNvPr>
          <p:cNvSpPr/>
          <p:nvPr userDrawn="1"/>
        </p:nvSpPr>
        <p:spPr>
          <a:xfrm>
            <a:off x="6400798" y="844550"/>
            <a:ext cx="5791201" cy="516848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Text Placeholder 29">
            <a:extLst>
              <a:ext uri="{FF2B5EF4-FFF2-40B4-BE49-F238E27FC236}">
                <a16:creationId xmlns:a16="http://schemas.microsoft.com/office/drawing/2014/main" id="{F28F550A-A637-E065-107C-7C7A9E6C01FA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731443" y="2573973"/>
            <a:ext cx="5364558" cy="610408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1BDAC654-D9AC-B935-534C-0FF7A6BB04C7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731443" y="3256377"/>
            <a:ext cx="5364558" cy="2756657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36477C-8D55-B4B8-85DD-DAF85A20D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43" y="844965"/>
            <a:ext cx="5364557" cy="1334770"/>
          </a:xfrm>
        </p:spPr>
        <p:txBody>
          <a:bodyPr anchor="t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D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62F44640-A9EB-C412-36D2-BCAA7BA0908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518274" y="962026"/>
            <a:ext cx="5673726" cy="493394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333">
                <a:solidFill>
                  <a:schemeClr val="tx1"/>
                </a:solidFill>
              </a:defRPr>
            </a:lvl1pPr>
          </a:lstStyle>
          <a:p>
            <a:endParaRPr lang="en-ID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657BBCF-CA9E-FB2C-CA76-82D2795FF965}"/>
              </a:ext>
            </a:extLst>
          </p:cNvPr>
          <p:cNvCxnSpPr>
            <a:cxnSpLocks/>
          </p:cNvCxnSpPr>
          <p:nvPr userDrawn="1"/>
        </p:nvCxnSpPr>
        <p:spPr>
          <a:xfrm>
            <a:off x="587375" y="844550"/>
            <a:ext cx="0" cy="133560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F328576-5150-CD3D-CA2F-222FFB2D228B}"/>
              </a:ext>
            </a:extLst>
          </p:cNvPr>
          <p:cNvSpPr/>
          <p:nvPr userDrawn="1"/>
        </p:nvSpPr>
        <p:spPr>
          <a:xfrm>
            <a:off x="6400798" y="2476501"/>
            <a:ext cx="117475" cy="190499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978572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Text Box T20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048E2C7-E138-739F-9BB2-FE2FD28A155A}"/>
              </a:ext>
            </a:extLst>
          </p:cNvPr>
          <p:cNvGrpSpPr/>
          <p:nvPr userDrawn="1"/>
        </p:nvGrpSpPr>
        <p:grpSpPr>
          <a:xfrm flipH="1">
            <a:off x="0" y="844550"/>
            <a:ext cx="4079875" cy="5168484"/>
            <a:chOff x="6400798" y="844550"/>
            <a:chExt cx="4079875" cy="5168484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BD442C6-EECF-FD33-A672-5BDA5C831C7A}"/>
                </a:ext>
              </a:extLst>
            </p:cNvPr>
            <p:cNvSpPr/>
            <p:nvPr userDrawn="1"/>
          </p:nvSpPr>
          <p:spPr>
            <a:xfrm flipH="1">
              <a:off x="6400798" y="844550"/>
              <a:ext cx="4079875" cy="516848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F328576-5150-CD3D-CA2F-222FFB2D228B}"/>
                </a:ext>
              </a:extLst>
            </p:cNvPr>
            <p:cNvSpPr/>
            <p:nvPr userDrawn="1"/>
          </p:nvSpPr>
          <p:spPr>
            <a:xfrm flipH="1">
              <a:off x="6400798" y="2476501"/>
              <a:ext cx="117475" cy="190499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6" name="Text Placeholder 29">
            <a:extLst>
              <a:ext uri="{FF2B5EF4-FFF2-40B4-BE49-F238E27FC236}">
                <a16:creationId xmlns:a16="http://schemas.microsoft.com/office/drawing/2014/main" id="{F28F550A-A637-E065-107C-7C7A9E6C01FA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5001816" y="2573973"/>
            <a:ext cx="6602807" cy="610408"/>
          </a:xfrm>
          <a:prstGeom prst="rect">
            <a:avLst/>
          </a:prstGeom>
          <a:solidFill>
            <a:schemeClr val="accent1"/>
          </a:solidFill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rgbClr val="FFFFFF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1BDAC654-D9AC-B935-534C-0FF7A6BB04C7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5001816" y="3256377"/>
            <a:ext cx="6602807" cy="2756657"/>
          </a:xfrm>
          <a:prstGeom prst="rect">
            <a:avLst/>
          </a:prstGeom>
          <a:solidFill>
            <a:schemeClr val="accent1"/>
          </a:solidFill>
        </p:spPr>
        <p:txBody>
          <a:bodyPr lIns="91440" tIns="126000" rIns="91440" bIns="0">
            <a:noAutofit/>
          </a:bodyPr>
          <a:lstStyle>
            <a:lvl1pPr marL="0" indent="0">
              <a:buNone/>
              <a:defRPr sz="1600" b="0">
                <a:solidFill>
                  <a:srgbClr val="FFFFFF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36477C-8D55-B4B8-85DD-DAF85A20D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1817" y="844965"/>
            <a:ext cx="6602808" cy="1334770"/>
          </a:xfrm>
        </p:spPr>
        <p:txBody>
          <a:bodyPr anchor="t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D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62F44640-A9EB-C412-36D2-BCAA7BA0908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962026"/>
            <a:ext cx="3962400" cy="493394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333">
                <a:solidFill>
                  <a:schemeClr val="tx1"/>
                </a:solidFill>
              </a:defRPr>
            </a:lvl1pPr>
          </a:lstStyle>
          <a:p>
            <a:endParaRPr lang="en-ID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657BBCF-CA9E-FB2C-CA76-82D2795FF965}"/>
              </a:ext>
            </a:extLst>
          </p:cNvPr>
          <p:cNvCxnSpPr>
            <a:cxnSpLocks/>
          </p:cNvCxnSpPr>
          <p:nvPr userDrawn="1"/>
        </p:nvCxnSpPr>
        <p:spPr>
          <a:xfrm>
            <a:off x="4857749" y="844550"/>
            <a:ext cx="0" cy="133560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43939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Text Box T20V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BD442C6-EECF-FD33-A672-5BDA5C831C7A}"/>
              </a:ext>
            </a:extLst>
          </p:cNvPr>
          <p:cNvSpPr/>
          <p:nvPr userDrawn="1"/>
        </p:nvSpPr>
        <p:spPr>
          <a:xfrm>
            <a:off x="587376" y="1394875"/>
            <a:ext cx="4558024" cy="406783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62F44640-A9EB-C412-36D2-BCAA7BA0908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4849" y="1515531"/>
            <a:ext cx="4323075" cy="382652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333">
                <a:solidFill>
                  <a:schemeClr val="tx1"/>
                </a:solidFill>
              </a:defRPr>
            </a:lvl1pPr>
          </a:lstStyle>
          <a:p>
            <a:endParaRPr lang="en-ID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F328576-5150-CD3D-CA2F-222FFB2D228B}"/>
              </a:ext>
            </a:extLst>
          </p:cNvPr>
          <p:cNvSpPr/>
          <p:nvPr userDrawn="1"/>
        </p:nvSpPr>
        <p:spPr>
          <a:xfrm>
            <a:off x="587375" y="2476293"/>
            <a:ext cx="117475" cy="190499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0033A8B-FF98-1E02-BE1A-38B8A2DBADF2}"/>
              </a:ext>
            </a:extLst>
          </p:cNvPr>
          <p:cNvSpPr/>
          <p:nvPr userDrawn="1"/>
        </p:nvSpPr>
        <p:spPr>
          <a:xfrm>
            <a:off x="5027925" y="2476293"/>
            <a:ext cx="117475" cy="190499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Text Placeholder 29">
            <a:extLst>
              <a:ext uri="{FF2B5EF4-FFF2-40B4-BE49-F238E27FC236}">
                <a16:creationId xmlns:a16="http://schemas.microsoft.com/office/drawing/2014/main" id="{F28F550A-A637-E065-107C-7C7A9E6C01FA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6240067" y="2573973"/>
            <a:ext cx="5364558" cy="610408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9" name="Text Placeholder 29">
            <a:extLst>
              <a:ext uri="{FF2B5EF4-FFF2-40B4-BE49-F238E27FC236}">
                <a16:creationId xmlns:a16="http://schemas.microsoft.com/office/drawing/2014/main" id="{1BDAC654-D9AC-B935-534C-0FF7A6BB04C7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6240067" y="3256378"/>
            <a:ext cx="5364558" cy="2206331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036477C-8D55-B4B8-85DD-DAF85A20D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0067" y="844965"/>
            <a:ext cx="5364557" cy="1334770"/>
          </a:xfrm>
        </p:spPr>
        <p:txBody>
          <a:bodyPr anchor="t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D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657BBCF-CA9E-FB2C-CA76-82D2795FF965}"/>
              </a:ext>
            </a:extLst>
          </p:cNvPr>
          <p:cNvCxnSpPr>
            <a:cxnSpLocks/>
          </p:cNvCxnSpPr>
          <p:nvPr userDrawn="1"/>
        </p:nvCxnSpPr>
        <p:spPr>
          <a:xfrm>
            <a:off x="6095999" y="844550"/>
            <a:ext cx="0" cy="133560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726197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Text Box T20V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B4AC0811-B538-6793-87C0-3D6ED1AC6059}"/>
              </a:ext>
            </a:extLst>
          </p:cNvPr>
          <p:cNvGrpSpPr/>
          <p:nvPr userDrawn="1"/>
        </p:nvGrpSpPr>
        <p:grpSpPr>
          <a:xfrm rot="16200000">
            <a:off x="1643620" y="1669495"/>
            <a:ext cx="2922586" cy="6209826"/>
            <a:chOff x="2224091" y="-1834672"/>
            <a:chExt cx="2922586" cy="620982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9286371-865F-C37D-9350-2A89CD104834}"/>
                </a:ext>
              </a:extLst>
            </p:cNvPr>
            <p:cNvSpPr/>
            <p:nvPr userDrawn="1"/>
          </p:nvSpPr>
          <p:spPr>
            <a:xfrm>
              <a:off x="2224091" y="-1834672"/>
              <a:ext cx="2922582" cy="620982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C2FC66A-70C2-DBA2-3626-C933F4A5FF1E}"/>
                </a:ext>
              </a:extLst>
            </p:cNvPr>
            <p:cNvSpPr/>
            <p:nvPr userDrawn="1"/>
          </p:nvSpPr>
          <p:spPr>
            <a:xfrm rot="5400000">
              <a:off x="4191507" y="3419982"/>
              <a:ext cx="954001" cy="956339"/>
            </a:xfrm>
            <a:custGeom>
              <a:avLst/>
              <a:gdLst>
                <a:gd name="connsiteX0" fmla="*/ 0 w 954001"/>
                <a:gd name="connsiteY0" fmla="*/ 117476 h 956339"/>
                <a:gd name="connsiteX1" fmla="*/ 0 w 954001"/>
                <a:gd name="connsiteY1" fmla="*/ 0 h 956339"/>
                <a:gd name="connsiteX2" fmla="*/ 954001 w 954001"/>
                <a:gd name="connsiteY2" fmla="*/ 0 h 956339"/>
                <a:gd name="connsiteX3" fmla="*/ 954001 w 954001"/>
                <a:gd name="connsiteY3" fmla="*/ 117476 h 956339"/>
                <a:gd name="connsiteX4" fmla="*/ 954000 w 954001"/>
                <a:gd name="connsiteY4" fmla="*/ 117476 h 956339"/>
                <a:gd name="connsiteX5" fmla="*/ 954000 w 954001"/>
                <a:gd name="connsiteY5" fmla="*/ 956339 h 956339"/>
                <a:gd name="connsiteX6" fmla="*/ 836525 w 954001"/>
                <a:gd name="connsiteY6" fmla="*/ 956339 h 956339"/>
                <a:gd name="connsiteX7" fmla="*/ 836525 w 954001"/>
                <a:gd name="connsiteY7" fmla="*/ 117476 h 956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54001" h="956339">
                  <a:moveTo>
                    <a:pt x="0" y="117476"/>
                  </a:moveTo>
                  <a:lnTo>
                    <a:pt x="0" y="0"/>
                  </a:lnTo>
                  <a:lnTo>
                    <a:pt x="954001" y="0"/>
                  </a:lnTo>
                  <a:lnTo>
                    <a:pt x="954001" y="117476"/>
                  </a:lnTo>
                  <a:lnTo>
                    <a:pt x="954000" y="117476"/>
                  </a:lnTo>
                  <a:lnTo>
                    <a:pt x="954000" y="956339"/>
                  </a:lnTo>
                  <a:lnTo>
                    <a:pt x="836525" y="956339"/>
                  </a:lnTo>
                  <a:lnTo>
                    <a:pt x="836525" y="11747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62F44640-A9EB-C412-36D2-BCAA7BA0908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429000"/>
            <a:ext cx="6096000" cy="28066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333">
                <a:solidFill>
                  <a:schemeClr val="tx1"/>
                </a:solidFill>
              </a:defRPr>
            </a:lvl1pPr>
          </a:lstStyle>
          <a:p>
            <a:endParaRPr lang="en-ID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D442C6-EECF-FD33-A672-5BDA5C831C7A}"/>
              </a:ext>
            </a:extLst>
          </p:cNvPr>
          <p:cNvSpPr/>
          <p:nvPr userDrawn="1"/>
        </p:nvSpPr>
        <p:spPr>
          <a:xfrm>
            <a:off x="7105650" y="-1"/>
            <a:ext cx="5086349" cy="62356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Text Placeholder 29">
            <a:extLst>
              <a:ext uri="{FF2B5EF4-FFF2-40B4-BE49-F238E27FC236}">
                <a16:creationId xmlns:a16="http://schemas.microsoft.com/office/drawing/2014/main" id="{F28F550A-A637-E065-107C-7C7A9E6C01FA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7414818" y="1558925"/>
            <a:ext cx="4189807" cy="875618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>
              <a:buNone/>
              <a:defRPr sz="1800" b="1">
                <a:solidFill>
                  <a:srgbClr val="FFFFFF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marL="0" marR="0" lvl="0" indent="0" algn="l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1BDAC654-D9AC-B935-534C-0FF7A6BB04C7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7414818" y="2506539"/>
            <a:ext cx="4189807" cy="2792536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>
              <a:buNone/>
              <a:defRPr sz="1600" b="0">
                <a:solidFill>
                  <a:srgbClr val="FFFFFF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36477C-8D55-B4B8-85DD-DAF85A20D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43" y="844965"/>
            <a:ext cx="5364557" cy="1334770"/>
          </a:xfrm>
        </p:spPr>
        <p:txBody>
          <a:bodyPr anchor="t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D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657BBCF-CA9E-FB2C-CA76-82D2795FF965}"/>
              </a:ext>
            </a:extLst>
          </p:cNvPr>
          <p:cNvCxnSpPr>
            <a:cxnSpLocks/>
          </p:cNvCxnSpPr>
          <p:nvPr userDrawn="1"/>
        </p:nvCxnSpPr>
        <p:spPr>
          <a:xfrm>
            <a:off x="587375" y="844550"/>
            <a:ext cx="0" cy="133560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91533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Text Box T20V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B4AC0811-B538-6793-87C0-3D6ED1AC6059}"/>
              </a:ext>
            </a:extLst>
          </p:cNvPr>
          <p:cNvGrpSpPr/>
          <p:nvPr userDrawn="1"/>
        </p:nvGrpSpPr>
        <p:grpSpPr>
          <a:xfrm rot="5400000">
            <a:off x="7629704" y="-1647525"/>
            <a:ext cx="2922586" cy="6217636"/>
            <a:chOff x="2224091" y="-1842482"/>
            <a:chExt cx="2922586" cy="621763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9286371-865F-C37D-9350-2A89CD104834}"/>
                </a:ext>
              </a:extLst>
            </p:cNvPr>
            <p:cNvSpPr/>
            <p:nvPr userDrawn="1"/>
          </p:nvSpPr>
          <p:spPr>
            <a:xfrm>
              <a:off x="2224091" y="-1842482"/>
              <a:ext cx="2922582" cy="621763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C2FC66A-70C2-DBA2-3626-C933F4A5FF1E}"/>
                </a:ext>
              </a:extLst>
            </p:cNvPr>
            <p:cNvSpPr/>
            <p:nvPr userDrawn="1"/>
          </p:nvSpPr>
          <p:spPr>
            <a:xfrm rot="5400000">
              <a:off x="4191507" y="3419982"/>
              <a:ext cx="954001" cy="956339"/>
            </a:xfrm>
            <a:custGeom>
              <a:avLst/>
              <a:gdLst>
                <a:gd name="connsiteX0" fmla="*/ 0 w 954001"/>
                <a:gd name="connsiteY0" fmla="*/ 117476 h 956339"/>
                <a:gd name="connsiteX1" fmla="*/ 0 w 954001"/>
                <a:gd name="connsiteY1" fmla="*/ 0 h 956339"/>
                <a:gd name="connsiteX2" fmla="*/ 954001 w 954001"/>
                <a:gd name="connsiteY2" fmla="*/ 0 h 956339"/>
                <a:gd name="connsiteX3" fmla="*/ 954001 w 954001"/>
                <a:gd name="connsiteY3" fmla="*/ 117476 h 956339"/>
                <a:gd name="connsiteX4" fmla="*/ 954000 w 954001"/>
                <a:gd name="connsiteY4" fmla="*/ 117476 h 956339"/>
                <a:gd name="connsiteX5" fmla="*/ 954000 w 954001"/>
                <a:gd name="connsiteY5" fmla="*/ 956339 h 956339"/>
                <a:gd name="connsiteX6" fmla="*/ 836525 w 954001"/>
                <a:gd name="connsiteY6" fmla="*/ 956339 h 956339"/>
                <a:gd name="connsiteX7" fmla="*/ 836525 w 954001"/>
                <a:gd name="connsiteY7" fmla="*/ 117476 h 956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54001" h="956339">
                  <a:moveTo>
                    <a:pt x="0" y="117476"/>
                  </a:moveTo>
                  <a:lnTo>
                    <a:pt x="0" y="0"/>
                  </a:lnTo>
                  <a:lnTo>
                    <a:pt x="954001" y="0"/>
                  </a:lnTo>
                  <a:lnTo>
                    <a:pt x="954001" y="117476"/>
                  </a:lnTo>
                  <a:lnTo>
                    <a:pt x="954000" y="117476"/>
                  </a:lnTo>
                  <a:lnTo>
                    <a:pt x="954000" y="956339"/>
                  </a:lnTo>
                  <a:lnTo>
                    <a:pt x="836525" y="956339"/>
                  </a:lnTo>
                  <a:lnTo>
                    <a:pt x="836525" y="11747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FBD442C6-EECF-FD33-A672-5BDA5C831C7A}"/>
              </a:ext>
            </a:extLst>
          </p:cNvPr>
          <p:cNvSpPr/>
          <p:nvPr userDrawn="1"/>
        </p:nvSpPr>
        <p:spPr>
          <a:xfrm>
            <a:off x="0" y="-1"/>
            <a:ext cx="5086349" cy="56554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Text Placeholder 29">
            <a:extLst>
              <a:ext uri="{FF2B5EF4-FFF2-40B4-BE49-F238E27FC236}">
                <a16:creationId xmlns:a16="http://schemas.microsoft.com/office/drawing/2014/main" id="{F28F550A-A637-E065-107C-7C7A9E6C01FA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09168" y="584200"/>
            <a:ext cx="4189807" cy="875618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>
              <a:buNone/>
              <a:defRPr sz="1800" b="1">
                <a:solidFill>
                  <a:srgbClr val="FFFFFF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marL="0" marR="0" lvl="0" indent="0" algn="l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1BDAC654-D9AC-B935-534C-0FF7A6BB04C7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09168" y="1531814"/>
            <a:ext cx="4189807" cy="2788441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>
              <a:buNone/>
              <a:defRPr sz="1600" b="0">
                <a:solidFill>
                  <a:srgbClr val="FFFFFF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036477C-8D55-B4B8-85DD-DAF85A20D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0068" y="4320670"/>
            <a:ext cx="5364557" cy="1334770"/>
          </a:xfrm>
        </p:spPr>
        <p:txBody>
          <a:bodyPr anchor="t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D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657BBCF-CA9E-FB2C-CA76-82D2795FF965}"/>
              </a:ext>
            </a:extLst>
          </p:cNvPr>
          <p:cNvCxnSpPr>
            <a:cxnSpLocks/>
          </p:cNvCxnSpPr>
          <p:nvPr userDrawn="1"/>
        </p:nvCxnSpPr>
        <p:spPr>
          <a:xfrm>
            <a:off x="6096000" y="4320255"/>
            <a:ext cx="0" cy="133560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2F44640-A9EB-C412-36D2-BCAA7BA0908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6000" cy="28066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333">
                <a:solidFill>
                  <a:schemeClr val="tx1"/>
                </a:solidFill>
              </a:defRPr>
            </a:lvl1pPr>
          </a:lstStyle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28540479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 Boxes T21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EE13754-AAF2-AD15-CFAE-7AA7F2563720}"/>
              </a:ext>
            </a:extLst>
          </p:cNvPr>
          <p:cNvSpPr/>
          <p:nvPr userDrawn="1"/>
        </p:nvSpPr>
        <p:spPr>
          <a:xfrm>
            <a:off x="-2378" y="-4761"/>
            <a:ext cx="5146674" cy="437515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62F44640-A9EB-C412-36D2-BCAA7BA0908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" y="0"/>
            <a:ext cx="5021579" cy="425152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333">
                <a:solidFill>
                  <a:schemeClr val="tx1"/>
                </a:solidFill>
              </a:defRPr>
            </a:lvl1pPr>
          </a:lstStyle>
          <a:p>
            <a:endParaRPr lang="en-ID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Text Placeholder 29">
            <a:extLst>
              <a:ext uri="{FF2B5EF4-FFF2-40B4-BE49-F238E27FC236}">
                <a16:creationId xmlns:a16="http://schemas.microsoft.com/office/drawing/2014/main" id="{F28F550A-A637-E065-107C-7C7A9E6C01FA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6240067" y="2812098"/>
            <a:ext cx="5364558" cy="324500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4" name="Text Placeholder 29">
            <a:extLst>
              <a:ext uri="{FF2B5EF4-FFF2-40B4-BE49-F238E27FC236}">
                <a16:creationId xmlns:a16="http://schemas.microsoft.com/office/drawing/2014/main" id="{1BDAC654-D9AC-B935-534C-0FF7A6BB04C7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6240067" y="3208595"/>
            <a:ext cx="5364558" cy="1042926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036477C-8D55-B4B8-85DD-DAF85A20D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0067" y="584200"/>
            <a:ext cx="5364557" cy="1833660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D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657BBCF-CA9E-FB2C-CA76-82D2795FF965}"/>
              </a:ext>
            </a:extLst>
          </p:cNvPr>
          <p:cNvCxnSpPr>
            <a:cxnSpLocks/>
          </p:cNvCxnSpPr>
          <p:nvPr userDrawn="1"/>
        </p:nvCxnSpPr>
        <p:spPr>
          <a:xfrm>
            <a:off x="6095999" y="584200"/>
            <a:ext cx="0" cy="183366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62D270A3-A429-F424-E73F-8C35CF7A6C40}"/>
              </a:ext>
            </a:extLst>
          </p:cNvPr>
          <p:cNvSpPr/>
          <p:nvPr userDrawn="1"/>
        </p:nvSpPr>
        <p:spPr>
          <a:xfrm rot="5400000">
            <a:off x="4189126" y="3415220"/>
            <a:ext cx="954001" cy="956339"/>
          </a:xfrm>
          <a:custGeom>
            <a:avLst/>
            <a:gdLst>
              <a:gd name="connsiteX0" fmla="*/ 0 w 954001"/>
              <a:gd name="connsiteY0" fmla="*/ 117476 h 956339"/>
              <a:gd name="connsiteX1" fmla="*/ 0 w 954001"/>
              <a:gd name="connsiteY1" fmla="*/ 0 h 956339"/>
              <a:gd name="connsiteX2" fmla="*/ 954001 w 954001"/>
              <a:gd name="connsiteY2" fmla="*/ 0 h 956339"/>
              <a:gd name="connsiteX3" fmla="*/ 954001 w 954001"/>
              <a:gd name="connsiteY3" fmla="*/ 117476 h 956339"/>
              <a:gd name="connsiteX4" fmla="*/ 954000 w 954001"/>
              <a:gd name="connsiteY4" fmla="*/ 117476 h 956339"/>
              <a:gd name="connsiteX5" fmla="*/ 954000 w 954001"/>
              <a:gd name="connsiteY5" fmla="*/ 956339 h 956339"/>
              <a:gd name="connsiteX6" fmla="*/ 836525 w 954001"/>
              <a:gd name="connsiteY6" fmla="*/ 956339 h 956339"/>
              <a:gd name="connsiteX7" fmla="*/ 836525 w 954001"/>
              <a:gd name="connsiteY7" fmla="*/ 117476 h 956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54001" h="956339">
                <a:moveTo>
                  <a:pt x="0" y="117476"/>
                </a:moveTo>
                <a:lnTo>
                  <a:pt x="0" y="0"/>
                </a:lnTo>
                <a:lnTo>
                  <a:pt x="954001" y="0"/>
                </a:lnTo>
                <a:lnTo>
                  <a:pt x="954001" y="117476"/>
                </a:lnTo>
                <a:lnTo>
                  <a:pt x="954000" y="117476"/>
                </a:lnTo>
                <a:lnTo>
                  <a:pt x="954000" y="956339"/>
                </a:lnTo>
                <a:lnTo>
                  <a:pt x="836525" y="956339"/>
                </a:lnTo>
                <a:lnTo>
                  <a:pt x="836525" y="117476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0" name="Text Placeholder 29">
            <a:extLst>
              <a:ext uri="{FF2B5EF4-FFF2-40B4-BE49-F238E27FC236}">
                <a16:creationId xmlns:a16="http://schemas.microsoft.com/office/drawing/2014/main" id="{7420A28C-E135-C56E-F79F-F283CD6B60DF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594188" y="4528281"/>
            <a:ext cx="11010435" cy="324500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22" name="Text Placeholder 29">
            <a:extLst>
              <a:ext uri="{FF2B5EF4-FFF2-40B4-BE49-F238E27FC236}">
                <a16:creationId xmlns:a16="http://schemas.microsoft.com/office/drawing/2014/main" id="{2AC36E79-BCA0-C596-D321-2B6E38193C55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594188" y="4924777"/>
            <a:ext cx="11010435" cy="1166557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7748132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 Boxes T21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036477C-8D55-B4B8-85DD-DAF85A20D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44" y="1485900"/>
            <a:ext cx="4354906" cy="3886200"/>
          </a:xfrm>
        </p:spPr>
        <p:txBody>
          <a:bodyPr anchor="ctr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D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657BBCF-CA9E-FB2C-CA76-82D2795FF965}"/>
              </a:ext>
            </a:extLst>
          </p:cNvPr>
          <p:cNvCxnSpPr>
            <a:cxnSpLocks/>
          </p:cNvCxnSpPr>
          <p:nvPr userDrawn="1"/>
        </p:nvCxnSpPr>
        <p:spPr>
          <a:xfrm>
            <a:off x="587375" y="2512170"/>
            <a:ext cx="0" cy="183366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7127DC28-28A8-3A98-B7FB-41B0888536BE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6095999" y="818485"/>
            <a:ext cx="5508625" cy="610408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9" name="Text Placeholder 29">
            <a:extLst>
              <a:ext uri="{FF2B5EF4-FFF2-40B4-BE49-F238E27FC236}">
                <a16:creationId xmlns:a16="http://schemas.microsoft.com/office/drawing/2014/main" id="{8C38966B-9C0F-01D5-79F5-8D32825F662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6095999" y="1500890"/>
            <a:ext cx="5508625" cy="1679796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2" name="Text Placeholder 29">
            <a:extLst>
              <a:ext uri="{FF2B5EF4-FFF2-40B4-BE49-F238E27FC236}">
                <a16:creationId xmlns:a16="http://schemas.microsoft.com/office/drawing/2014/main" id="{10E6AACB-9199-C0B7-282D-52AE821B16C9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095999" y="3663285"/>
            <a:ext cx="5508625" cy="610408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103CFF70-7DC7-B43D-57C7-3C6435517D60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095999" y="4345690"/>
            <a:ext cx="5508625" cy="1679796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5354228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 Boxes T22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5AF6E62-3413-1570-07FF-4E66972B963F}"/>
              </a:ext>
            </a:extLst>
          </p:cNvPr>
          <p:cNvSpPr/>
          <p:nvPr userDrawn="1"/>
        </p:nvSpPr>
        <p:spPr>
          <a:xfrm>
            <a:off x="0" y="0"/>
            <a:ext cx="12191999" cy="28622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036477C-8D55-B4B8-85DD-DAF85A20D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44" y="584200"/>
            <a:ext cx="10873180" cy="1833660"/>
          </a:xfrm>
        </p:spPr>
        <p:txBody>
          <a:bodyPr anchor="ctr">
            <a:no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D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657BBCF-CA9E-FB2C-CA76-82D2795FF965}"/>
              </a:ext>
            </a:extLst>
          </p:cNvPr>
          <p:cNvCxnSpPr>
            <a:cxnSpLocks/>
          </p:cNvCxnSpPr>
          <p:nvPr userDrawn="1"/>
        </p:nvCxnSpPr>
        <p:spPr>
          <a:xfrm>
            <a:off x="587375" y="584200"/>
            <a:ext cx="0" cy="183366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7127DC28-28A8-3A98-B7FB-41B0888536BE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584200" y="3432175"/>
            <a:ext cx="3035925" cy="610408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9" name="Text Placeholder 29">
            <a:extLst>
              <a:ext uri="{FF2B5EF4-FFF2-40B4-BE49-F238E27FC236}">
                <a16:creationId xmlns:a16="http://schemas.microsoft.com/office/drawing/2014/main" id="{8C38966B-9C0F-01D5-79F5-8D32825F662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584200" y="4114580"/>
            <a:ext cx="3035925" cy="1679796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6" name="Text Placeholder 29">
            <a:extLst>
              <a:ext uri="{FF2B5EF4-FFF2-40B4-BE49-F238E27FC236}">
                <a16:creationId xmlns:a16="http://schemas.microsoft.com/office/drawing/2014/main" id="{A80A793C-55DC-602B-758B-1FA03A818170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4578037" y="3432175"/>
            <a:ext cx="3035925" cy="610408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0" name="Text Placeholder 29">
            <a:extLst>
              <a:ext uri="{FF2B5EF4-FFF2-40B4-BE49-F238E27FC236}">
                <a16:creationId xmlns:a16="http://schemas.microsoft.com/office/drawing/2014/main" id="{F448C94B-AA7A-7262-4B9F-836462086A78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4578037" y="4114580"/>
            <a:ext cx="3035925" cy="1679796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8E844AFC-B10F-3963-60E2-0CBF59257982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8571874" y="3432175"/>
            <a:ext cx="3035925" cy="610408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290D6F4A-B1FF-50CB-37C9-67C24FF49AE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8571874" y="4114580"/>
            <a:ext cx="3035925" cy="1679796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9996568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 Boxes T23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5AF6E62-3413-1570-07FF-4E66972B963F}"/>
              </a:ext>
            </a:extLst>
          </p:cNvPr>
          <p:cNvSpPr/>
          <p:nvPr userDrawn="1"/>
        </p:nvSpPr>
        <p:spPr>
          <a:xfrm>
            <a:off x="0" y="1"/>
            <a:ext cx="12191999" cy="2133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036477C-8D55-B4B8-85DD-DAF85A20D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44" y="584200"/>
            <a:ext cx="10873180" cy="1301750"/>
          </a:xfrm>
        </p:spPr>
        <p:txBody>
          <a:bodyPr anchor="ctr">
            <a:no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D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657BBCF-CA9E-FB2C-CA76-82D2795FF965}"/>
              </a:ext>
            </a:extLst>
          </p:cNvPr>
          <p:cNvCxnSpPr>
            <a:cxnSpLocks/>
          </p:cNvCxnSpPr>
          <p:nvPr userDrawn="1"/>
        </p:nvCxnSpPr>
        <p:spPr>
          <a:xfrm>
            <a:off x="587375" y="584200"/>
            <a:ext cx="0" cy="130175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7127DC28-28A8-3A98-B7FB-41B0888536BE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584200" y="2432049"/>
            <a:ext cx="4502148" cy="540557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marL="0" marR="0" lvl="0" indent="0" algn="l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9" name="Text Placeholder 29">
            <a:extLst>
              <a:ext uri="{FF2B5EF4-FFF2-40B4-BE49-F238E27FC236}">
                <a16:creationId xmlns:a16="http://schemas.microsoft.com/office/drawing/2014/main" id="{8C38966B-9C0F-01D5-79F5-8D32825F662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584200" y="3044604"/>
            <a:ext cx="4502148" cy="1060671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BF29A8C4-E01C-8823-3D21-FBEB0A37FD9D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584200" y="4392614"/>
            <a:ext cx="4502148" cy="540557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marL="0" marR="0" lvl="0" indent="0" algn="l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6" name="Text Placeholder 29">
            <a:extLst>
              <a:ext uri="{FF2B5EF4-FFF2-40B4-BE49-F238E27FC236}">
                <a16:creationId xmlns:a16="http://schemas.microsoft.com/office/drawing/2014/main" id="{36007328-114D-AECE-99A6-016A4CFBB612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584200" y="5005169"/>
            <a:ext cx="4502148" cy="1060671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7" name="Text Placeholder 29">
            <a:extLst>
              <a:ext uri="{FF2B5EF4-FFF2-40B4-BE49-F238E27FC236}">
                <a16:creationId xmlns:a16="http://schemas.microsoft.com/office/drawing/2014/main" id="{2142D811-C93D-9F9B-677A-5ADF7CD3A81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105654" y="2432049"/>
            <a:ext cx="4502148" cy="540557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marL="0" marR="0" lvl="0" indent="0" algn="l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0B048665-3CE8-1449-AE80-5C39685B7BA3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7105654" y="3044604"/>
            <a:ext cx="4502148" cy="1060671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9" name="Text Placeholder 29">
            <a:extLst>
              <a:ext uri="{FF2B5EF4-FFF2-40B4-BE49-F238E27FC236}">
                <a16:creationId xmlns:a16="http://schemas.microsoft.com/office/drawing/2014/main" id="{337177BD-61D7-4610-6C2F-89A1FACFC2A5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7105654" y="4392614"/>
            <a:ext cx="4502148" cy="540557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marL="0" marR="0" lvl="0" indent="0" algn="l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20" name="Text Placeholder 29">
            <a:extLst>
              <a:ext uri="{FF2B5EF4-FFF2-40B4-BE49-F238E27FC236}">
                <a16:creationId xmlns:a16="http://schemas.microsoft.com/office/drawing/2014/main" id="{EAACD5B2-3311-26B6-AFCF-4FD5DEBF7494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7105654" y="5005169"/>
            <a:ext cx="4502148" cy="1060671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1533766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with Contents C40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6477C-8D55-B4B8-85DD-DAF85A20D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43" y="586105"/>
            <a:ext cx="10873182" cy="709295"/>
          </a:xfrm>
        </p:spPr>
        <p:txBody>
          <a:bodyPr anchor="t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D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657BBCF-CA9E-FB2C-CA76-82D2795FF965}"/>
              </a:ext>
            </a:extLst>
          </p:cNvPr>
          <p:cNvCxnSpPr>
            <a:cxnSpLocks/>
          </p:cNvCxnSpPr>
          <p:nvPr userDrawn="1"/>
        </p:nvCxnSpPr>
        <p:spPr>
          <a:xfrm>
            <a:off x="587375" y="585690"/>
            <a:ext cx="0" cy="70971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9DD2B053-49CB-EC30-CB40-BD5B5A83362E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87375" y="2793172"/>
            <a:ext cx="11017250" cy="3196466"/>
          </a:xfrm>
        </p:spPr>
        <p:txBody>
          <a:bodyPr/>
          <a:lstStyle>
            <a:lvl1pPr algn="ctr">
              <a:defRPr b="0">
                <a:solidFill>
                  <a:schemeClr val="tx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17" name="Text Placeholder 29">
            <a:extLst>
              <a:ext uri="{FF2B5EF4-FFF2-40B4-BE49-F238E27FC236}">
                <a16:creationId xmlns:a16="http://schemas.microsoft.com/office/drawing/2014/main" id="{C88A6C4B-DACE-AD62-1602-DB64BFC7F7D9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731443" y="1689638"/>
            <a:ext cx="10873182" cy="709296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marL="0" marR="0" lvl="0" indent="0" algn="l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Master text styles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9175855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Radial Bars C41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6477C-8D55-B4B8-85DD-DAF85A20D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43" y="586105"/>
            <a:ext cx="10873182" cy="709295"/>
          </a:xfrm>
        </p:spPr>
        <p:txBody>
          <a:bodyPr anchor="t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D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657BBCF-CA9E-FB2C-CA76-82D2795FF965}"/>
              </a:ext>
            </a:extLst>
          </p:cNvPr>
          <p:cNvCxnSpPr>
            <a:cxnSpLocks/>
          </p:cNvCxnSpPr>
          <p:nvPr userDrawn="1"/>
        </p:nvCxnSpPr>
        <p:spPr>
          <a:xfrm>
            <a:off x="587375" y="585690"/>
            <a:ext cx="0" cy="70971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BBD3D9D-E2D7-5928-9ACE-BC305ADE7015}"/>
              </a:ext>
            </a:extLst>
          </p:cNvPr>
          <p:cNvSpPr/>
          <p:nvPr userDrawn="1"/>
        </p:nvSpPr>
        <p:spPr>
          <a:xfrm>
            <a:off x="5305353" y="1735993"/>
            <a:ext cx="1581292" cy="1581292"/>
          </a:xfrm>
          <a:prstGeom prst="ellipse">
            <a:avLst/>
          </a:prstGeom>
          <a:noFill/>
          <a:ln w="762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6B6F7D80-7AE5-EF7E-CA93-91FFC8961EA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305353" y="1735993"/>
            <a:ext cx="1581292" cy="1581292"/>
          </a:xfrm>
          <a:prstGeom prst="arc">
            <a:avLst>
              <a:gd name="adj1" fmla="val 16200000"/>
              <a:gd name="adj2" fmla="val 13391445"/>
            </a:avLst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algn="ctr">
              <a:defRPr lang="en-GB" sz="1000" dirty="0">
                <a:solidFill>
                  <a:schemeClr val="tx1"/>
                </a:solidFill>
              </a:defRPr>
            </a:lvl1pPr>
          </a:lstStyle>
          <a:p>
            <a:pPr lvl="0" algn="ctr" defTabSz="914400"/>
            <a:r>
              <a:rPr lang="en-US" dirty="0"/>
              <a:t> </a:t>
            </a:r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40FC2368-512D-2676-8BCC-4005ACA137B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466419" y="2156298"/>
            <a:ext cx="1259160" cy="760184"/>
          </a:xfrm>
        </p:spPr>
        <p:txBody>
          <a:bodyPr anchor="ctr">
            <a:noAutofit/>
          </a:bodyPr>
          <a:lstStyle>
            <a:lvl1pPr marL="0" indent="0" algn="ctr">
              <a:buNone/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8" name="Text Placeholder 29">
            <a:extLst>
              <a:ext uri="{FF2B5EF4-FFF2-40B4-BE49-F238E27FC236}">
                <a16:creationId xmlns:a16="http://schemas.microsoft.com/office/drawing/2014/main" id="{2DDCCD52-4493-F59D-7027-7C212038D4AF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4555119" y="3566635"/>
            <a:ext cx="3081762" cy="553099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ctr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9" name="Text Placeholder 29">
            <a:extLst>
              <a:ext uri="{FF2B5EF4-FFF2-40B4-BE49-F238E27FC236}">
                <a16:creationId xmlns:a16="http://schemas.microsoft.com/office/drawing/2014/main" id="{C7EF7556-5224-47F1-49F3-0572DF21F2EE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555119" y="4191734"/>
            <a:ext cx="3081762" cy="1512248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ctr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05E8CF0-45DA-C681-8618-12E9EAF903D4}"/>
              </a:ext>
            </a:extLst>
          </p:cNvPr>
          <p:cNvSpPr/>
          <p:nvPr userDrawn="1"/>
        </p:nvSpPr>
        <p:spPr>
          <a:xfrm>
            <a:off x="9273097" y="1735993"/>
            <a:ext cx="1581292" cy="1581292"/>
          </a:xfrm>
          <a:prstGeom prst="ellipse">
            <a:avLst/>
          </a:prstGeom>
          <a:noFill/>
          <a:ln w="762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0" name="Text Placeholder 14">
            <a:extLst>
              <a:ext uri="{FF2B5EF4-FFF2-40B4-BE49-F238E27FC236}">
                <a16:creationId xmlns:a16="http://schemas.microsoft.com/office/drawing/2014/main" id="{0BDF54D5-341A-BDB8-70D5-1D271A33068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273097" y="1735993"/>
            <a:ext cx="1581292" cy="1581292"/>
          </a:xfrm>
          <a:prstGeom prst="arc">
            <a:avLst>
              <a:gd name="adj1" fmla="val 16200000"/>
              <a:gd name="adj2" fmla="val 13391445"/>
            </a:avLst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algn="ctr">
              <a:defRPr lang="en-GB" sz="1000" dirty="0">
                <a:solidFill>
                  <a:schemeClr val="tx1"/>
                </a:solidFill>
              </a:defRPr>
            </a:lvl1pPr>
          </a:lstStyle>
          <a:p>
            <a:pPr lvl="0" algn="ctr" defTabSz="914400"/>
            <a:r>
              <a:rPr lang="en-US" dirty="0"/>
              <a:t> </a:t>
            </a:r>
            <a:endParaRPr lang="en-GB" dirty="0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E42ED014-DC96-68EC-18BA-293A5537638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434163" y="2156298"/>
            <a:ext cx="1259160" cy="760184"/>
          </a:xfrm>
        </p:spPr>
        <p:txBody>
          <a:bodyPr anchor="ctr">
            <a:noAutofit/>
          </a:bodyPr>
          <a:lstStyle>
            <a:lvl1pPr marL="0" indent="0" algn="ctr">
              <a:buNone/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23" name="Text Placeholder 29">
            <a:extLst>
              <a:ext uri="{FF2B5EF4-FFF2-40B4-BE49-F238E27FC236}">
                <a16:creationId xmlns:a16="http://schemas.microsoft.com/office/drawing/2014/main" id="{C94D2F51-651E-57C6-669A-9421CC54865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8522863" y="3566635"/>
            <a:ext cx="3081762" cy="553099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ctr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24" name="Text Placeholder 29">
            <a:extLst>
              <a:ext uri="{FF2B5EF4-FFF2-40B4-BE49-F238E27FC236}">
                <a16:creationId xmlns:a16="http://schemas.microsoft.com/office/drawing/2014/main" id="{F189AE72-78C6-B559-D0A6-2C7C78AB19A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522863" y="4191734"/>
            <a:ext cx="3081762" cy="1512248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ctr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11B19D0-9F0D-EC21-F087-8B275D7C6526}"/>
              </a:ext>
            </a:extLst>
          </p:cNvPr>
          <p:cNvSpPr/>
          <p:nvPr userDrawn="1"/>
        </p:nvSpPr>
        <p:spPr>
          <a:xfrm>
            <a:off x="-1" y="1636148"/>
            <a:ext cx="4114905" cy="406783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6" name="Picture Placeholder 11">
            <a:extLst>
              <a:ext uri="{FF2B5EF4-FFF2-40B4-BE49-F238E27FC236}">
                <a16:creationId xmlns:a16="http://schemas.microsoft.com/office/drawing/2014/main" id="{C53EE9AC-019F-1A80-298A-9207C2D4513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1756804"/>
            <a:ext cx="3997431" cy="382652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333">
                <a:solidFill>
                  <a:schemeClr val="tx1"/>
                </a:solidFill>
              </a:defRPr>
            </a:lvl1pPr>
          </a:lstStyle>
          <a:p>
            <a:endParaRPr lang="en-ID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E2D268C-F2F5-0F07-54EC-3F1273607340}"/>
              </a:ext>
            </a:extLst>
          </p:cNvPr>
          <p:cNvSpPr/>
          <p:nvPr userDrawn="1"/>
        </p:nvSpPr>
        <p:spPr>
          <a:xfrm>
            <a:off x="3997430" y="2717566"/>
            <a:ext cx="117475" cy="190499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798689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Radial Bars C42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6477C-8D55-B4B8-85DD-DAF85A20D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43" y="586105"/>
            <a:ext cx="10873182" cy="709295"/>
          </a:xfrm>
        </p:spPr>
        <p:txBody>
          <a:bodyPr anchor="t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D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657BBCF-CA9E-FB2C-CA76-82D2795FF965}"/>
              </a:ext>
            </a:extLst>
          </p:cNvPr>
          <p:cNvCxnSpPr>
            <a:cxnSpLocks/>
          </p:cNvCxnSpPr>
          <p:nvPr userDrawn="1"/>
        </p:nvCxnSpPr>
        <p:spPr>
          <a:xfrm>
            <a:off x="587375" y="585690"/>
            <a:ext cx="0" cy="70971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BBD3D9D-E2D7-5928-9ACE-BC305ADE7015}"/>
              </a:ext>
            </a:extLst>
          </p:cNvPr>
          <p:cNvSpPr/>
          <p:nvPr userDrawn="1"/>
        </p:nvSpPr>
        <p:spPr>
          <a:xfrm>
            <a:off x="5305353" y="1735993"/>
            <a:ext cx="1581292" cy="1581292"/>
          </a:xfrm>
          <a:prstGeom prst="ellipse">
            <a:avLst/>
          </a:prstGeom>
          <a:noFill/>
          <a:ln w="762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6B6F7D80-7AE5-EF7E-CA93-91FFC8961EA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305353" y="1735993"/>
            <a:ext cx="1581292" cy="1581292"/>
          </a:xfrm>
          <a:prstGeom prst="arc">
            <a:avLst>
              <a:gd name="adj1" fmla="val 16200000"/>
              <a:gd name="adj2" fmla="val 13391445"/>
            </a:avLst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algn="ctr">
              <a:defRPr lang="en-GB" sz="1000" dirty="0">
                <a:solidFill>
                  <a:schemeClr val="tx1"/>
                </a:solidFill>
              </a:defRPr>
            </a:lvl1pPr>
          </a:lstStyle>
          <a:p>
            <a:pPr lvl="0" algn="ctr" defTabSz="914400"/>
            <a:r>
              <a:rPr lang="en-US" dirty="0"/>
              <a:t> </a:t>
            </a:r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40FC2368-512D-2676-8BCC-4005ACA137B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466419" y="2156298"/>
            <a:ext cx="1259160" cy="760184"/>
          </a:xfrm>
        </p:spPr>
        <p:txBody>
          <a:bodyPr anchor="ctr">
            <a:noAutofit/>
          </a:bodyPr>
          <a:lstStyle>
            <a:lvl1pPr marL="0" indent="0" algn="ctr">
              <a:buNone/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8" name="Text Placeholder 29">
            <a:extLst>
              <a:ext uri="{FF2B5EF4-FFF2-40B4-BE49-F238E27FC236}">
                <a16:creationId xmlns:a16="http://schemas.microsoft.com/office/drawing/2014/main" id="{2DDCCD52-4493-F59D-7027-7C212038D4AF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4555119" y="3566635"/>
            <a:ext cx="3081762" cy="553099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ctr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9" name="Text Placeholder 29">
            <a:extLst>
              <a:ext uri="{FF2B5EF4-FFF2-40B4-BE49-F238E27FC236}">
                <a16:creationId xmlns:a16="http://schemas.microsoft.com/office/drawing/2014/main" id="{C7EF7556-5224-47F1-49F3-0572DF21F2EE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555119" y="4191734"/>
            <a:ext cx="3081762" cy="1512248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ctr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05E8CF0-45DA-C681-8618-12E9EAF903D4}"/>
              </a:ext>
            </a:extLst>
          </p:cNvPr>
          <p:cNvSpPr/>
          <p:nvPr userDrawn="1"/>
        </p:nvSpPr>
        <p:spPr>
          <a:xfrm>
            <a:off x="9273097" y="1735993"/>
            <a:ext cx="1581292" cy="1581292"/>
          </a:xfrm>
          <a:prstGeom prst="ellipse">
            <a:avLst/>
          </a:prstGeom>
          <a:noFill/>
          <a:ln w="762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0" name="Text Placeholder 14">
            <a:extLst>
              <a:ext uri="{FF2B5EF4-FFF2-40B4-BE49-F238E27FC236}">
                <a16:creationId xmlns:a16="http://schemas.microsoft.com/office/drawing/2014/main" id="{0BDF54D5-341A-BDB8-70D5-1D271A33068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273097" y="1735993"/>
            <a:ext cx="1581292" cy="1581292"/>
          </a:xfrm>
          <a:prstGeom prst="arc">
            <a:avLst>
              <a:gd name="adj1" fmla="val 16200000"/>
              <a:gd name="adj2" fmla="val 13391445"/>
            </a:avLst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algn="ctr">
              <a:defRPr lang="en-GB" sz="1000" dirty="0">
                <a:solidFill>
                  <a:schemeClr val="tx1"/>
                </a:solidFill>
              </a:defRPr>
            </a:lvl1pPr>
          </a:lstStyle>
          <a:p>
            <a:pPr lvl="0" algn="ctr" defTabSz="914400"/>
            <a:r>
              <a:rPr lang="en-US" dirty="0"/>
              <a:t> </a:t>
            </a:r>
            <a:endParaRPr lang="en-GB" dirty="0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E42ED014-DC96-68EC-18BA-293A5537638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434163" y="2156298"/>
            <a:ext cx="1259160" cy="760184"/>
          </a:xfrm>
        </p:spPr>
        <p:txBody>
          <a:bodyPr anchor="ctr">
            <a:noAutofit/>
          </a:bodyPr>
          <a:lstStyle>
            <a:lvl1pPr marL="0" indent="0" algn="ctr">
              <a:buNone/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23" name="Text Placeholder 29">
            <a:extLst>
              <a:ext uri="{FF2B5EF4-FFF2-40B4-BE49-F238E27FC236}">
                <a16:creationId xmlns:a16="http://schemas.microsoft.com/office/drawing/2014/main" id="{C94D2F51-651E-57C6-669A-9421CC54865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8522863" y="3566635"/>
            <a:ext cx="3081762" cy="553099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ctr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24" name="Text Placeholder 29">
            <a:extLst>
              <a:ext uri="{FF2B5EF4-FFF2-40B4-BE49-F238E27FC236}">
                <a16:creationId xmlns:a16="http://schemas.microsoft.com/office/drawing/2014/main" id="{F189AE72-78C6-B559-D0A6-2C7C78AB19A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522863" y="4191734"/>
            <a:ext cx="3081762" cy="1512248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ctr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D38544B-21D2-262C-C981-1D7DCCEB5D14}"/>
              </a:ext>
            </a:extLst>
          </p:cNvPr>
          <p:cNvSpPr/>
          <p:nvPr userDrawn="1"/>
        </p:nvSpPr>
        <p:spPr>
          <a:xfrm>
            <a:off x="1337611" y="1735993"/>
            <a:ext cx="1581292" cy="1581292"/>
          </a:xfrm>
          <a:prstGeom prst="ellipse">
            <a:avLst/>
          </a:prstGeom>
          <a:noFill/>
          <a:ln w="762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C8D65A88-3D58-17DC-77F6-8AE7BB2AECE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337611" y="1735993"/>
            <a:ext cx="1581292" cy="1581292"/>
          </a:xfrm>
          <a:prstGeom prst="arc">
            <a:avLst>
              <a:gd name="adj1" fmla="val 16200000"/>
              <a:gd name="adj2" fmla="val 13391445"/>
            </a:avLst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algn="ctr">
              <a:defRPr lang="en-GB" sz="1000" dirty="0">
                <a:solidFill>
                  <a:schemeClr val="tx1"/>
                </a:solidFill>
              </a:defRPr>
            </a:lvl1pPr>
          </a:lstStyle>
          <a:p>
            <a:pPr lvl="0" algn="ctr" defTabSz="914400"/>
            <a:r>
              <a:rPr lang="en-US" dirty="0"/>
              <a:t> </a:t>
            </a:r>
            <a:endParaRPr lang="en-GB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569FB8B4-3C26-2BE2-C003-404C8606A6EE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498677" y="2156298"/>
            <a:ext cx="1259160" cy="760184"/>
          </a:xfrm>
        </p:spPr>
        <p:txBody>
          <a:bodyPr anchor="ctr">
            <a:noAutofit/>
          </a:bodyPr>
          <a:lstStyle>
            <a:lvl1pPr marL="0" indent="0" algn="ctr">
              <a:buNone/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12" name="Text Placeholder 29">
            <a:extLst>
              <a:ext uri="{FF2B5EF4-FFF2-40B4-BE49-F238E27FC236}">
                <a16:creationId xmlns:a16="http://schemas.microsoft.com/office/drawing/2014/main" id="{242A120D-BDA9-915C-DCD1-0AFC1BFF099D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587377" y="3566635"/>
            <a:ext cx="3081762" cy="553099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ctr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EB823991-32C7-EBE3-826D-F3860C4B1F23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587377" y="4191734"/>
            <a:ext cx="3081762" cy="1512248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ctr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9205601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Radial Bars C43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6477C-8D55-B4B8-85DD-DAF85A20D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43" y="586105"/>
            <a:ext cx="10873182" cy="709295"/>
          </a:xfrm>
        </p:spPr>
        <p:txBody>
          <a:bodyPr anchor="t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D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657BBCF-CA9E-FB2C-CA76-82D2795FF965}"/>
              </a:ext>
            </a:extLst>
          </p:cNvPr>
          <p:cNvCxnSpPr>
            <a:cxnSpLocks/>
          </p:cNvCxnSpPr>
          <p:nvPr userDrawn="1"/>
        </p:nvCxnSpPr>
        <p:spPr>
          <a:xfrm>
            <a:off x="587375" y="585690"/>
            <a:ext cx="0" cy="70971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D38544B-21D2-262C-C981-1D7DCCEB5D14}"/>
              </a:ext>
            </a:extLst>
          </p:cNvPr>
          <p:cNvSpPr/>
          <p:nvPr userDrawn="1"/>
        </p:nvSpPr>
        <p:spPr>
          <a:xfrm>
            <a:off x="1088954" y="1735993"/>
            <a:ext cx="1581292" cy="1581292"/>
          </a:xfrm>
          <a:prstGeom prst="ellipse">
            <a:avLst/>
          </a:prstGeom>
          <a:noFill/>
          <a:ln w="762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C8D65A88-3D58-17DC-77F6-8AE7BB2AECE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088954" y="1735993"/>
            <a:ext cx="1581292" cy="1581292"/>
          </a:xfrm>
          <a:prstGeom prst="arc">
            <a:avLst>
              <a:gd name="adj1" fmla="val 16200000"/>
              <a:gd name="adj2" fmla="val 13391445"/>
            </a:avLst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algn="ctr">
              <a:defRPr lang="en-GB" sz="1000" dirty="0">
                <a:solidFill>
                  <a:schemeClr val="tx1"/>
                </a:solidFill>
              </a:defRPr>
            </a:lvl1pPr>
          </a:lstStyle>
          <a:p>
            <a:pPr lvl="0" algn="ctr" defTabSz="914400"/>
            <a:r>
              <a:rPr lang="en-US" dirty="0"/>
              <a:t> </a:t>
            </a:r>
            <a:endParaRPr lang="en-GB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569FB8B4-3C26-2BE2-C003-404C8606A6EE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250020" y="2156298"/>
            <a:ext cx="1259160" cy="760184"/>
          </a:xfrm>
        </p:spPr>
        <p:txBody>
          <a:bodyPr anchor="ctr">
            <a:noAutofit/>
          </a:bodyPr>
          <a:lstStyle>
            <a:lvl1pPr marL="0" indent="0" algn="ctr">
              <a:buNone/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12" name="Text Placeholder 29">
            <a:extLst>
              <a:ext uri="{FF2B5EF4-FFF2-40B4-BE49-F238E27FC236}">
                <a16:creationId xmlns:a16="http://schemas.microsoft.com/office/drawing/2014/main" id="{242A120D-BDA9-915C-DCD1-0AFC1BFF099D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587377" y="3566635"/>
            <a:ext cx="2584447" cy="553099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ctr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EB823991-32C7-EBE3-826D-F3860C4B1F23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587377" y="4191734"/>
            <a:ext cx="2584447" cy="1512248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ctr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7E1E9FA-AC4E-30FC-8A99-858797B97B66}"/>
              </a:ext>
            </a:extLst>
          </p:cNvPr>
          <p:cNvSpPr/>
          <p:nvPr userDrawn="1"/>
        </p:nvSpPr>
        <p:spPr>
          <a:xfrm>
            <a:off x="3899888" y="1735993"/>
            <a:ext cx="1581292" cy="1581292"/>
          </a:xfrm>
          <a:prstGeom prst="ellipse">
            <a:avLst/>
          </a:prstGeom>
          <a:noFill/>
          <a:ln w="762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4265B468-859F-1E06-22D4-D26275A00E31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3899888" y="1735993"/>
            <a:ext cx="1581292" cy="1581292"/>
          </a:xfrm>
          <a:prstGeom prst="arc">
            <a:avLst>
              <a:gd name="adj1" fmla="val 16200000"/>
              <a:gd name="adj2" fmla="val 13391445"/>
            </a:avLst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algn="ctr">
              <a:defRPr lang="en-GB" sz="1000" dirty="0">
                <a:solidFill>
                  <a:schemeClr val="tx1"/>
                </a:solidFill>
              </a:defRPr>
            </a:lvl1pPr>
          </a:lstStyle>
          <a:p>
            <a:pPr lvl="0" algn="ctr" defTabSz="914400"/>
            <a:r>
              <a:rPr lang="en-US" dirty="0"/>
              <a:t> </a:t>
            </a:r>
            <a:endParaRPr lang="en-GB" dirty="0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514370B5-E372-E43E-4B15-6602BD67418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060954" y="2156298"/>
            <a:ext cx="1259160" cy="760184"/>
          </a:xfrm>
        </p:spPr>
        <p:txBody>
          <a:bodyPr anchor="ctr">
            <a:noAutofit/>
          </a:bodyPr>
          <a:lstStyle>
            <a:lvl1pPr marL="0" indent="0" algn="ctr">
              <a:buNone/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3FD83ED0-13B6-25F1-C4A1-9418CE81206F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3398311" y="3566635"/>
            <a:ext cx="2584447" cy="553099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ctr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25" name="Text Placeholder 29">
            <a:extLst>
              <a:ext uri="{FF2B5EF4-FFF2-40B4-BE49-F238E27FC236}">
                <a16:creationId xmlns:a16="http://schemas.microsoft.com/office/drawing/2014/main" id="{134FB468-D9D9-CE74-160F-CAE980F40A01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3398311" y="4191734"/>
            <a:ext cx="2584447" cy="1512248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ctr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C5B901-E405-F8D7-B468-EF12534F70A7}"/>
              </a:ext>
            </a:extLst>
          </p:cNvPr>
          <p:cNvSpPr/>
          <p:nvPr userDrawn="1"/>
        </p:nvSpPr>
        <p:spPr>
          <a:xfrm>
            <a:off x="6710822" y="1735993"/>
            <a:ext cx="1581292" cy="1581292"/>
          </a:xfrm>
          <a:prstGeom prst="ellipse">
            <a:avLst/>
          </a:prstGeom>
          <a:noFill/>
          <a:ln w="762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7" name="Text Placeholder 14">
            <a:extLst>
              <a:ext uri="{FF2B5EF4-FFF2-40B4-BE49-F238E27FC236}">
                <a16:creationId xmlns:a16="http://schemas.microsoft.com/office/drawing/2014/main" id="{7AE31375-8DF6-7D38-FF8B-0AFF50776C7E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710822" y="1735993"/>
            <a:ext cx="1581292" cy="1581292"/>
          </a:xfrm>
          <a:prstGeom prst="arc">
            <a:avLst>
              <a:gd name="adj1" fmla="val 16200000"/>
              <a:gd name="adj2" fmla="val 13391445"/>
            </a:avLst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algn="ctr">
              <a:defRPr lang="en-GB" sz="1000" dirty="0">
                <a:solidFill>
                  <a:schemeClr val="tx1"/>
                </a:solidFill>
              </a:defRPr>
            </a:lvl1pPr>
          </a:lstStyle>
          <a:p>
            <a:pPr lvl="0" algn="ctr" defTabSz="914400"/>
            <a:r>
              <a:rPr lang="en-US" dirty="0"/>
              <a:t> </a:t>
            </a:r>
            <a:endParaRPr lang="en-GB" dirty="0"/>
          </a:p>
        </p:txBody>
      </p:sp>
      <p:sp>
        <p:nvSpPr>
          <p:cNvPr id="28" name="Text Placeholder 6">
            <a:extLst>
              <a:ext uri="{FF2B5EF4-FFF2-40B4-BE49-F238E27FC236}">
                <a16:creationId xmlns:a16="http://schemas.microsoft.com/office/drawing/2014/main" id="{A9F3FB69-FD5E-FB1B-71E8-126089921296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6871888" y="2156298"/>
            <a:ext cx="1259160" cy="760184"/>
          </a:xfrm>
        </p:spPr>
        <p:txBody>
          <a:bodyPr anchor="ctr">
            <a:noAutofit/>
          </a:bodyPr>
          <a:lstStyle>
            <a:lvl1pPr marL="0" indent="0" algn="ctr">
              <a:buNone/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29" name="Text Placeholder 29">
            <a:extLst>
              <a:ext uri="{FF2B5EF4-FFF2-40B4-BE49-F238E27FC236}">
                <a16:creationId xmlns:a16="http://schemas.microsoft.com/office/drawing/2014/main" id="{F87C084B-36BB-9476-B80C-744F7BE4FED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209245" y="3566635"/>
            <a:ext cx="2584447" cy="553099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ctr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9F959F4C-7A2A-06AD-17DD-4B2E59F4DF0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6209245" y="4191734"/>
            <a:ext cx="2584447" cy="1512248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ctr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C4E01475-5550-5308-AF7E-15B3DFA38059}"/>
              </a:ext>
            </a:extLst>
          </p:cNvPr>
          <p:cNvSpPr/>
          <p:nvPr userDrawn="1"/>
        </p:nvSpPr>
        <p:spPr>
          <a:xfrm>
            <a:off x="9521755" y="1735993"/>
            <a:ext cx="1581292" cy="1581292"/>
          </a:xfrm>
          <a:prstGeom prst="ellipse">
            <a:avLst/>
          </a:prstGeom>
          <a:noFill/>
          <a:ln w="762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2" name="Text Placeholder 14">
            <a:extLst>
              <a:ext uri="{FF2B5EF4-FFF2-40B4-BE49-F238E27FC236}">
                <a16:creationId xmlns:a16="http://schemas.microsoft.com/office/drawing/2014/main" id="{3A6DDA42-B49F-7CE3-D280-F6C3AC46970C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9521755" y="1735993"/>
            <a:ext cx="1581292" cy="1581292"/>
          </a:xfrm>
          <a:prstGeom prst="arc">
            <a:avLst>
              <a:gd name="adj1" fmla="val 16200000"/>
              <a:gd name="adj2" fmla="val 13391445"/>
            </a:avLst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algn="ctr">
              <a:defRPr lang="en-GB" sz="1000" dirty="0">
                <a:solidFill>
                  <a:schemeClr val="tx1"/>
                </a:solidFill>
              </a:defRPr>
            </a:lvl1pPr>
          </a:lstStyle>
          <a:p>
            <a:pPr lvl="0" algn="ctr" defTabSz="914400"/>
            <a:r>
              <a:rPr lang="en-US" dirty="0"/>
              <a:t> </a:t>
            </a:r>
            <a:endParaRPr lang="en-GB" dirty="0"/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0A097F08-88D7-A010-3509-A554FC81FFF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682821" y="2156298"/>
            <a:ext cx="1259160" cy="760184"/>
          </a:xfrm>
        </p:spPr>
        <p:txBody>
          <a:bodyPr anchor="ctr">
            <a:noAutofit/>
          </a:bodyPr>
          <a:lstStyle>
            <a:lvl1pPr marL="0" indent="0" algn="ctr">
              <a:buNone/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1BD7CF50-58D1-87B1-841E-E21B253549DB}"/>
              </a:ext>
            </a:extLst>
          </p:cNvPr>
          <p:cNvSpPr>
            <a:spLocks noGrp="1"/>
          </p:cNvSpPr>
          <p:nvPr>
            <p:ph type="body" sz="quarter" idx="55"/>
          </p:nvPr>
        </p:nvSpPr>
        <p:spPr>
          <a:xfrm>
            <a:off x="9020178" y="3566635"/>
            <a:ext cx="2584447" cy="553099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ctr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38B6C0F0-5AF6-CF29-4B27-DF99ABC8C338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9020178" y="4191734"/>
            <a:ext cx="2584447" cy="1512248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ctr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56216549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hart C44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6477C-8D55-B4B8-85DD-DAF85A20D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43" y="586105"/>
            <a:ext cx="10873182" cy="709295"/>
          </a:xfrm>
        </p:spPr>
        <p:txBody>
          <a:bodyPr anchor="t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D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657BBCF-CA9E-FB2C-CA76-82D2795FF965}"/>
              </a:ext>
            </a:extLst>
          </p:cNvPr>
          <p:cNvCxnSpPr>
            <a:cxnSpLocks/>
          </p:cNvCxnSpPr>
          <p:nvPr userDrawn="1"/>
        </p:nvCxnSpPr>
        <p:spPr>
          <a:xfrm>
            <a:off x="587375" y="585690"/>
            <a:ext cx="0" cy="70971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Chart Placeholder 6">
            <a:extLst>
              <a:ext uri="{FF2B5EF4-FFF2-40B4-BE49-F238E27FC236}">
                <a16:creationId xmlns:a16="http://schemas.microsoft.com/office/drawing/2014/main" id="{FF1F41E4-7D9B-768A-6C4F-63DD59094511}"/>
              </a:ext>
            </a:extLst>
          </p:cNvPr>
          <p:cNvSpPr>
            <a:spLocks noGrp="1"/>
          </p:cNvSpPr>
          <p:nvPr>
            <p:ph type="chart" sz="quarter" idx="41"/>
          </p:nvPr>
        </p:nvSpPr>
        <p:spPr>
          <a:xfrm>
            <a:off x="587374" y="1636713"/>
            <a:ext cx="4632325" cy="4067175"/>
          </a:xfrm>
          <a:solidFill>
            <a:schemeClr val="accent2">
              <a:lumMod val="20000"/>
              <a:lumOff val="80000"/>
            </a:schemeClr>
          </a:solidFill>
        </p:spPr>
        <p:txBody>
          <a:bodyPr vert="horz" lIns="91440" tIns="45720" rIns="91440" bIns="45720" rtlCol="0" anchor="t">
            <a:normAutofit/>
          </a:bodyPr>
          <a:lstStyle>
            <a:lvl1pPr>
              <a:defRPr lang="en-GB" sz="1333">
                <a:solidFill>
                  <a:schemeClr val="tx1"/>
                </a:solidFill>
              </a:defRPr>
            </a:lvl1pPr>
          </a:lstStyle>
          <a:p>
            <a:pPr lvl="0" algn="ctr"/>
            <a:endParaRPr lang="en-GB"/>
          </a:p>
        </p:txBody>
      </p:sp>
      <p:sp>
        <p:nvSpPr>
          <p:cNvPr id="5" name="Text Placeholder 29">
            <a:extLst>
              <a:ext uri="{FF2B5EF4-FFF2-40B4-BE49-F238E27FC236}">
                <a16:creationId xmlns:a16="http://schemas.microsoft.com/office/drawing/2014/main" id="{D425B81B-0AA8-71EA-DCA8-A9F3FF3E7B60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6972300" y="1636713"/>
            <a:ext cx="4632325" cy="553099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l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6" name="Text Placeholder 29">
            <a:extLst>
              <a:ext uri="{FF2B5EF4-FFF2-40B4-BE49-F238E27FC236}">
                <a16:creationId xmlns:a16="http://schemas.microsoft.com/office/drawing/2014/main" id="{18765DFA-C25A-9B6D-BBB1-2893362F9CA1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6972300" y="2261812"/>
            <a:ext cx="4632325" cy="3442075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4355618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hart C44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6477C-8D55-B4B8-85DD-DAF85A20D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43" y="586105"/>
            <a:ext cx="10873182" cy="709295"/>
          </a:xfrm>
        </p:spPr>
        <p:txBody>
          <a:bodyPr anchor="t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D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657BBCF-CA9E-FB2C-CA76-82D2795FF965}"/>
              </a:ext>
            </a:extLst>
          </p:cNvPr>
          <p:cNvCxnSpPr>
            <a:cxnSpLocks/>
          </p:cNvCxnSpPr>
          <p:nvPr userDrawn="1"/>
        </p:nvCxnSpPr>
        <p:spPr>
          <a:xfrm>
            <a:off x="587375" y="585690"/>
            <a:ext cx="0" cy="70971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Chart Placeholder 6">
            <a:extLst>
              <a:ext uri="{FF2B5EF4-FFF2-40B4-BE49-F238E27FC236}">
                <a16:creationId xmlns:a16="http://schemas.microsoft.com/office/drawing/2014/main" id="{FF1F41E4-7D9B-768A-6C4F-63DD59094511}"/>
              </a:ext>
            </a:extLst>
          </p:cNvPr>
          <p:cNvSpPr>
            <a:spLocks noGrp="1"/>
          </p:cNvSpPr>
          <p:nvPr>
            <p:ph type="chart" sz="quarter" idx="41"/>
          </p:nvPr>
        </p:nvSpPr>
        <p:spPr>
          <a:xfrm>
            <a:off x="6975475" y="1636713"/>
            <a:ext cx="4632325" cy="4067175"/>
          </a:xfrm>
          <a:solidFill>
            <a:schemeClr val="accent2">
              <a:lumMod val="20000"/>
              <a:lumOff val="80000"/>
            </a:schemeClr>
          </a:solidFill>
        </p:spPr>
        <p:txBody>
          <a:bodyPr vert="horz" lIns="91440" tIns="45720" rIns="91440" bIns="45720" rtlCol="0" anchor="t">
            <a:normAutofit/>
          </a:bodyPr>
          <a:lstStyle>
            <a:lvl1pPr>
              <a:defRPr lang="en-GB" sz="1333">
                <a:solidFill>
                  <a:schemeClr val="tx1"/>
                </a:solidFill>
              </a:defRPr>
            </a:lvl1pPr>
          </a:lstStyle>
          <a:p>
            <a:pPr lvl="0" algn="ctr"/>
            <a:endParaRPr lang="en-GB"/>
          </a:p>
        </p:txBody>
      </p:sp>
      <p:sp>
        <p:nvSpPr>
          <p:cNvPr id="4" name="Text Placeholder 29">
            <a:extLst>
              <a:ext uri="{FF2B5EF4-FFF2-40B4-BE49-F238E27FC236}">
                <a16:creationId xmlns:a16="http://schemas.microsoft.com/office/drawing/2014/main" id="{D425B81B-0AA8-71EA-DCA8-A9F3FF3E7B60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587374" y="1636713"/>
            <a:ext cx="4632325" cy="553099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l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18765DFA-C25A-9B6D-BBB1-2893362F9CA1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87374" y="2261812"/>
            <a:ext cx="4632325" cy="3442075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6756897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I60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6477C-8D55-B4B8-85DD-DAF85A20D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43" y="586105"/>
            <a:ext cx="10873182" cy="709295"/>
          </a:xfrm>
        </p:spPr>
        <p:txBody>
          <a:bodyPr anchor="t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D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657BBCF-CA9E-FB2C-CA76-82D2795FF965}"/>
              </a:ext>
            </a:extLst>
          </p:cNvPr>
          <p:cNvCxnSpPr>
            <a:cxnSpLocks/>
          </p:cNvCxnSpPr>
          <p:nvPr userDrawn="1"/>
        </p:nvCxnSpPr>
        <p:spPr>
          <a:xfrm>
            <a:off x="587375" y="585690"/>
            <a:ext cx="0" cy="70971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F3E35AF-2434-732B-7077-725C8432F6CD}"/>
              </a:ext>
            </a:extLst>
          </p:cNvPr>
          <p:cNvSpPr/>
          <p:nvPr userDrawn="1"/>
        </p:nvSpPr>
        <p:spPr>
          <a:xfrm rot="5400000">
            <a:off x="6337263" y="-2030450"/>
            <a:ext cx="117475" cy="115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F4C65B-B478-432C-11F3-1CCAEEB3A9A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85474" y="3163716"/>
            <a:ext cx="1141764" cy="2664000"/>
          </a:xfrm>
          <a:custGeom>
            <a:avLst/>
            <a:gdLst>
              <a:gd name="connsiteX0" fmla="*/ 0 w 1141764"/>
              <a:gd name="connsiteY0" fmla="*/ 0 h 2664000"/>
              <a:gd name="connsiteX1" fmla="*/ 18000 w 1141764"/>
              <a:gd name="connsiteY1" fmla="*/ 0 h 2664000"/>
              <a:gd name="connsiteX2" fmla="*/ 18000 w 1141764"/>
              <a:gd name="connsiteY2" fmla="*/ 465762 h 2664000"/>
              <a:gd name="connsiteX3" fmla="*/ 1009831 w 1141764"/>
              <a:gd name="connsiteY3" fmla="*/ 465762 h 2664000"/>
              <a:gd name="connsiteX4" fmla="*/ 1141764 w 1141764"/>
              <a:gd name="connsiteY4" fmla="*/ 597695 h 2664000"/>
              <a:gd name="connsiteX5" fmla="*/ 1009831 w 1141764"/>
              <a:gd name="connsiteY5" fmla="*/ 729628 h 2664000"/>
              <a:gd name="connsiteX6" fmla="*/ 18000 w 1141764"/>
              <a:gd name="connsiteY6" fmla="*/ 729628 h 2664000"/>
              <a:gd name="connsiteX7" fmla="*/ 18000 w 1141764"/>
              <a:gd name="connsiteY7" fmla="*/ 2664000 h 2664000"/>
              <a:gd name="connsiteX8" fmla="*/ 0 w 1141764"/>
              <a:gd name="connsiteY8" fmla="*/ 2664000 h 266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41764" h="2664000">
                <a:moveTo>
                  <a:pt x="0" y="0"/>
                </a:moveTo>
                <a:lnTo>
                  <a:pt x="18000" y="0"/>
                </a:lnTo>
                <a:lnTo>
                  <a:pt x="18000" y="465762"/>
                </a:lnTo>
                <a:lnTo>
                  <a:pt x="1009831" y="465762"/>
                </a:lnTo>
                <a:lnTo>
                  <a:pt x="1141764" y="597695"/>
                </a:lnTo>
                <a:lnTo>
                  <a:pt x="1009831" y="729628"/>
                </a:lnTo>
                <a:lnTo>
                  <a:pt x="18000" y="729628"/>
                </a:lnTo>
                <a:lnTo>
                  <a:pt x="18000" y="2664000"/>
                </a:lnTo>
                <a:lnTo>
                  <a:pt x="0" y="266400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tx1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7014ED8C-D9A2-3233-BF99-B959865B48B9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1090297" y="4043826"/>
            <a:ext cx="2989578" cy="553099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l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27A02D2A-8972-F536-0B27-7D6428470586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090297" y="4668926"/>
            <a:ext cx="2989578" cy="1141608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5C686B82-2E00-D61D-3AA1-3461944BF439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090297" y="3163716"/>
            <a:ext cx="2989578" cy="31273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 algn="l">
              <a:buNone/>
              <a:defRPr sz="1700" b="1">
                <a:solidFill>
                  <a:schemeClr val="accent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Milestone</a:t>
            </a:r>
            <a:endParaRPr lang="en-ID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2E0537-39B8-01F9-6D88-D34A820CED5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4647849" y="1692565"/>
            <a:ext cx="1141764" cy="2664000"/>
          </a:xfrm>
          <a:custGeom>
            <a:avLst/>
            <a:gdLst>
              <a:gd name="connsiteX0" fmla="*/ 0 w 1141764"/>
              <a:gd name="connsiteY0" fmla="*/ 0 h 2664000"/>
              <a:gd name="connsiteX1" fmla="*/ 18000 w 1141764"/>
              <a:gd name="connsiteY1" fmla="*/ 0 h 2664000"/>
              <a:gd name="connsiteX2" fmla="*/ 18000 w 1141764"/>
              <a:gd name="connsiteY2" fmla="*/ 1936913 h 2664000"/>
              <a:gd name="connsiteX3" fmla="*/ 1009831 w 1141764"/>
              <a:gd name="connsiteY3" fmla="*/ 1936913 h 2664000"/>
              <a:gd name="connsiteX4" fmla="*/ 1141764 w 1141764"/>
              <a:gd name="connsiteY4" fmla="*/ 2068846 h 2664000"/>
              <a:gd name="connsiteX5" fmla="*/ 1009831 w 1141764"/>
              <a:gd name="connsiteY5" fmla="*/ 2200779 h 2664000"/>
              <a:gd name="connsiteX6" fmla="*/ 18000 w 1141764"/>
              <a:gd name="connsiteY6" fmla="*/ 2200779 h 2664000"/>
              <a:gd name="connsiteX7" fmla="*/ 18000 w 1141764"/>
              <a:gd name="connsiteY7" fmla="*/ 2664000 h 2664000"/>
              <a:gd name="connsiteX8" fmla="*/ 0 w 1141764"/>
              <a:gd name="connsiteY8" fmla="*/ 2664000 h 266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41764" h="2664000">
                <a:moveTo>
                  <a:pt x="0" y="0"/>
                </a:moveTo>
                <a:lnTo>
                  <a:pt x="18000" y="0"/>
                </a:lnTo>
                <a:lnTo>
                  <a:pt x="18000" y="1936913"/>
                </a:lnTo>
                <a:lnTo>
                  <a:pt x="1009831" y="1936913"/>
                </a:lnTo>
                <a:lnTo>
                  <a:pt x="1141764" y="2068846"/>
                </a:lnTo>
                <a:lnTo>
                  <a:pt x="1009831" y="2200779"/>
                </a:lnTo>
                <a:lnTo>
                  <a:pt x="18000" y="2200779"/>
                </a:lnTo>
                <a:lnTo>
                  <a:pt x="18000" y="2664000"/>
                </a:lnTo>
                <a:lnTo>
                  <a:pt x="0" y="266400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tx1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60" name="Text Placeholder 29">
            <a:extLst>
              <a:ext uri="{FF2B5EF4-FFF2-40B4-BE49-F238E27FC236}">
                <a16:creationId xmlns:a16="http://schemas.microsoft.com/office/drawing/2014/main" id="{E10C62AC-5F15-FEF7-14F7-69E74FF548BF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852672" y="4043826"/>
            <a:ext cx="2989578" cy="31273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 algn="l">
              <a:buNone/>
              <a:defRPr sz="1700" b="1">
                <a:solidFill>
                  <a:schemeClr val="accent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Milestone</a:t>
            </a:r>
            <a:endParaRPr lang="en-ID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9F67207-8633-F157-D417-A811F5C9124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410224" y="3163716"/>
            <a:ext cx="1141764" cy="2664000"/>
          </a:xfrm>
          <a:custGeom>
            <a:avLst/>
            <a:gdLst>
              <a:gd name="connsiteX0" fmla="*/ 0 w 1141764"/>
              <a:gd name="connsiteY0" fmla="*/ 0 h 2664000"/>
              <a:gd name="connsiteX1" fmla="*/ 18000 w 1141764"/>
              <a:gd name="connsiteY1" fmla="*/ 0 h 2664000"/>
              <a:gd name="connsiteX2" fmla="*/ 18000 w 1141764"/>
              <a:gd name="connsiteY2" fmla="*/ 465762 h 2664000"/>
              <a:gd name="connsiteX3" fmla="*/ 1009831 w 1141764"/>
              <a:gd name="connsiteY3" fmla="*/ 465762 h 2664000"/>
              <a:gd name="connsiteX4" fmla="*/ 1141764 w 1141764"/>
              <a:gd name="connsiteY4" fmla="*/ 597695 h 2664000"/>
              <a:gd name="connsiteX5" fmla="*/ 1009831 w 1141764"/>
              <a:gd name="connsiteY5" fmla="*/ 729628 h 2664000"/>
              <a:gd name="connsiteX6" fmla="*/ 18000 w 1141764"/>
              <a:gd name="connsiteY6" fmla="*/ 729628 h 2664000"/>
              <a:gd name="connsiteX7" fmla="*/ 18000 w 1141764"/>
              <a:gd name="connsiteY7" fmla="*/ 2664000 h 2664000"/>
              <a:gd name="connsiteX8" fmla="*/ 0 w 1141764"/>
              <a:gd name="connsiteY8" fmla="*/ 2664000 h 266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41764" h="2664000">
                <a:moveTo>
                  <a:pt x="0" y="0"/>
                </a:moveTo>
                <a:lnTo>
                  <a:pt x="18000" y="0"/>
                </a:lnTo>
                <a:lnTo>
                  <a:pt x="18000" y="465762"/>
                </a:lnTo>
                <a:lnTo>
                  <a:pt x="1009831" y="465762"/>
                </a:lnTo>
                <a:lnTo>
                  <a:pt x="1141764" y="597695"/>
                </a:lnTo>
                <a:lnTo>
                  <a:pt x="1009831" y="729628"/>
                </a:lnTo>
                <a:lnTo>
                  <a:pt x="18000" y="729628"/>
                </a:lnTo>
                <a:lnTo>
                  <a:pt x="18000" y="2664000"/>
                </a:lnTo>
                <a:lnTo>
                  <a:pt x="0" y="266400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tx1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63" name="Text Placeholder 29">
            <a:extLst>
              <a:ext uri="{FF2B5EF4-FFF2-40B4-BE49-F238E27FC236}">
                <a16:creationId xmlns:a16="http://schemas.microsoft.com/office/drawing/2014/main" id="{261031B1-B982-A042-4CFA-1D2651953B25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8615047" y="4043826"/>
            <a:ext cx="2989578" cy="553099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l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64" name="Text Placeholder 29">
            <a:extLst>
              <a:ext uri="{FF2B5EF4-FFF2-40B4-BE49-F238E27FC236}">
                <a16:creationId xmlns:a16="http://schemas.microsoft.com/office/drawing/2014/main" id="{9A88BB22-41E4-5ACD-09E4-4157B024B08C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8615047" y="4668926"/>
            <a:ext cx="2989578" cy="1141608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65" name="Text Placeholder 29">
            <a:extLst>
              <a:ext uri="{FF2B5EF4-FFF2-40B4-BE49-F238E27FC236}">
                <a16:creationId xmlns:a16="http://schemas.microsoft.com/office/drawing/2014/main" id="{071D6C45-DAA5-4D1C-9957-40129325EB67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615047" y="3163716"/>
            <a:ext cx="2989578" cy="31273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 algn="l">
              <a:buNone/>
              <a:defRPr sz="1700" b="1">
                <a:solidFill>
                  <a:schemeClr val="accent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Milestone</a:t>
            </a:r>
            <a:endParaRPr lang="en-ID" dirty="0"/>
          </a:p>
        </p:txBody>
      </p:sp>
      <p:sp>
        <p:nvSpPr>
          <p:cNvPr id="74" name="Text Placeholder 29">
            <a:extLst>
              <a:ext uri="{FF2B5EF4-FFF2-40B4-BE49-F238E27FC236}">
                <a16:creationId xmlns:a16="http://schemas.microsoft.com/office/drawing/2014/main" id="{9A4B37EF-352C-7F66-A0C7-B1AAC332DF0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4852672" y="1718246"/>
            <a:ext cx="2989578" cy="553099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l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75" name="Text Placeholder 29">
            <a:extLst>
              <a:ext uri="{FF2B5EF4-FFF2-40B4-BE49-F238E27FC236}">
                <a16:creationId xmlns:a16="http://schemas.microsoft.com/office/drawing/2014/main" id="{8AD0A0A8-C4B1-7D11-7CF8-B6C55DDAF46D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4852672" y="2343346"/>
            <a:ext cx="2989578" cy="1141608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103369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I60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6477C-8D55-B4B8-85DD-DAF85A20D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43" y="586105"/>
            <a:ext cx="10873182" cy="709295"/>
          </a:xfrm>
        </p:spPr>
        <p:txBody>
          <a:bodyPr anchor="t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D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657BBCF-CA9E-FB2C-CA76-82D2795FF965}"/>
              </a:ext>
            </a:extLst>
          </p:cNvPr>
          <p:cNvCxnSpPr>
            <a:cxnSpLocks/>
          </p:cNvCxnSpPr>
          <p:nvPr userDrawn="1"/>
        </p:nvCxnSpPr>
        <p:spPr>
          <a:xfrm>
            <a:off x="587375" y="585690"/>
            <a:ext cx="0" cy="70971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F3E35AF-2434-732B-7077-725C8432F6CD}"/>
              </a:ext>
            </a:extLst>
          </p:cNvPr>
          <p:cNvSpPr/>
          <p:nvPr userDrawn="1"/>
        </p:nvSpPr>
        <p:spPr>
          <a:xfrm rot="5400000">
            <a:off x="6337263" y="-2030450"/>
            <a:ext cx="117475" cy="115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029AF9-F63D-7CB3-576A-53A1C6A26AD3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85474" y="3163716"/>
            <a:ext cx="1141764" cy="2664000"/>
          </a:xfrm>
          <a:custGeom>
            <a:avLst/>
            <a:gdLst>
              <a:gd name="connsiteX0" fmla="*/ 0 w 1141764"/>
              <a:gd name="connsiteY0" fmla="*/ 0 h 2664000"/>
              <a:gd name="connsiteX1" fmla="*/ 18000 w 1141764"/>
              <a:gd name="connsiteY1" fmla="*/ 0 h 2664000"/>
              <a:gd name="connsiteX2" fmla="*/ 18000 w 1141764"/>
              <a:gd name="connsiteY2" fmla="*/ 465762 h 2664000"/>
              <a:gd name="connsiteX3" fmla="*/ 1009831 w 1141764"/>
              <a:gd name="connsiteY3" fmla="*/ 465762 h 2664000"/>
              <a:gd name="connsiteX4" fmla="*/ 1141764 w 1141764"/>
              <a:gd name="connsiteY4" fmla="*/ 597695 h 2664000"/>
              <a:gd name="connsiteX5" fmla="*/ 1009831 w 1141764"/>
              <a:gd name="connsiteY5" fmla="*/ 729628 h 2664000"/>
              <a:gd name="connsiteX6" fmla="*/ 18000 w 1141764"/>
              <a:gd name="connsiteY6" fmla="*/ 729628 h 2664000"/>
              <a:gd name="connsiteX7" fmla="*/ 18000 w 1141764"/>
              <a:gd name="connsiteY7" fmla="*/ 2664000 h 2664000"/>
              <a:gd name="connsiteX8" fmla="*/ 0 w 1141764"/>
              <a:gd name="connsiteY8" fmla="*/ 2664000 h 266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41764" h="2664000">
                <a:moveTo>
                  <a:pt x="0" y="0"/>
                </a:moveTo>
                <a:lnTo>
                  <a:pt x="18000" y="0"/>
                </a:lnTo>
                <a:lnTo>
                  <a:pt x="18000" y="465762"/>
                </a:lnTo>
                <a:lnTo>
                  <a:pt x="1009831" y="465762"/>
                </a:lnTo>
                <a:lnTo>
                  <a:pt x="1141764" y="597695"/>
                </a:lnTo>
                <a:lnTo>
                  <a:pt x="1009831" y="729628"/>
                </a:lnTo>
                <a:lnTo>
                  <a:pt x="18000" y="729628"/>
                </a:lnTo>
                <a:lnTo>
                  <a:pt x="18000" y="2664000"/>
                </a:lnTo>
                <a:lnTo>
                  <a:pt x="0" y="266400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tx1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7014ED8C-D9A2-3233-BF99-B959865B48B9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1090297" y="4043826"/>
            <a:ext cx="2220323" cy="553099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l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27A02D2A-8972-F536-0B27-7D6428470586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090297" y="4668926"/>
            <a:ext cx="2220323" cy="1141608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5C686B82-2E00-D61D-3AA1-3461944BF439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090297" y="3163716"/>
            <a:ext cx="2220323" cy="31273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 algn="l">
              <a:buNone/>
              <a:defRPr sz="1700" b="1">
                <a:solidFill>
                  <a:schemeClr val="accent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Milestone</a:t>
            </a:r>
            <a:endParaRPr lang="en-ID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9A8A75-1625-4876-566C-AA3BA0A1B53D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3645800" y="1692565"/>
            <a:ext cx="1141764" cy="2664000"/>
          </a:xfrm>
          <a:custGeom>
            <a:avLst/>
            <a:gdLst>
              <a:gd name="connsiteX0" fmla="*/ 0 w 1141764"/>
              <a:gd name="connsiteY0" fmla="*/ 0 h 2664000"/>
              <a:gd name="connsiteX1" fmla="*/ 18000 w 1141764"/>
              <a:gd name="connsiteY1" fmla="*/ 0 h 2664000"/>
              <a:gd name="connsiteX2" fmla="*/ 18000 w 1141764"/>
              <a:gd name="connsiteY2" fmla="*/ 1936913 h 2664000"/>
              <a:gd name="connsiteX3" fmla="*/ 1009831 w 1141764"/>
              <a:gd name="connsiteY3" fmla="*/ 1936913 h 2664000"/>
              <a:gd name="connsiteX4" fmla="*/ 1141764 w 1141764"/>
              <a:gd name="connsiteY4" fmla="*/ 2068846 h 2664000"/>
              <a:gd name="connsiteX5" fmla="*/ 1009831 w 1141764"/>
              <a:gd name="connsiteY5" fmla="*/ 2200779 h 2664000"/>
              <a:gd name="connsiteX6" fmla="*/ 18000 w 1141764"/>
              <a:gd name="connsiteY6" fmla="*/ 2200779 h 2664000"/>
              <a:gd name="connsiteX7" fmla="*/ 18000 w 1141764"/>
              <a:gd name="connsiteY7" fmla="*/ 2664000 h 2664000"/>
              <a:gd name="connsiteX8" fmla="*/ 0 w 1141764"/>
              <a:gd name="connsiteY8" fmla="*/ 2664000 h 266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41764" h="2664000">
                <a:moveTo>
                  <a:pt x="0" y="0"/>
                </a:moveTo>
                <a:lnTo>
                  <a:pt x="18000" y="0"/>
                </a:lnTo>
                <a:lnTo>
                  <a:pt x="18000" y="1936913"/>
                </a:lnTo>
                <a:lnTo>
                  <a:pt x="1009831" y="1936913"/>
                </a:lnTo>
                <a:lnTo>
                  <a:pt x="1141764" y="2068846"/>
                </a:lnTo>
                <a:lnTo>
                  <a:pt x="1009831" y="2200779"/>
                </a:lnTo>
                <a:lnTo>
                  <a:pt x="18000" y="2200779"/>
                </a:lnTo>
                <a:lnTo>
                  <a:pt x="18000" y="2664000"/>
                </a:lnTo>
                <a:lnTo>
                  <a:pt x="0" y="266400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tx1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60" name="Text Placeholder 29">
            <a:extLst>
              <a:ext uri="{FF2B5EF4-FFF2-40B4-BE49-F238E27FC236}">
                <a16:creationId xmlns:a16="http://schemas.microsoft.com/office/drawing/2014/main" id="{E10C62AC-5F15-FEF7-14F7-69E74FF548BF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3850623" y="4043826"/>
            <a:ext cx="2220323" cy="31273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 algn="l">
              <a:buNone/>
              <a:defRPr sz="1700" b="1">
                <a:solidFill>
                  <a:schemeClr val="accent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Milestone</a:t>
            </a:r>
            <a:endParaRPr lang="en-ID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97AFAFC-46E5-14BD-8600-6EB212449658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06126" y="3163716"/>
            <a:ext cx="1141764" cy="2664000"/>
          </a:xfrm>
          <a:custGeom>
            <a:avLst/>
            <a:gdLst>
              <a:gd name="connsiteX0" fmla="*/ 0 w 1141764"/>
              <a:gd name="connsiteY0" fmla="*/ 0 h 2664000"/>
              <a:gd name="connsiteX1" fmla="*/ 18000 w 1141764"/>
              <a:gd name="connsiteY1" fmla="*/ 0 h 2664000"/>
              <a:gd name="connsiteX2" fmla="*/ 18000 w 1141764"/>
              <a:gd name="connsiteY2" fmla="*/ 465762 h 2664000"/>
              <a:gd name="connsiteX3" fmla="*/ 1009831 w 1141764"/>
              <a:gd name="connsiteY3" fmla="*/ 465762 h 2664000"/>
              <a:gd name="connsiteX4" fmla="*/ 1141764 w 1141764"/>
              <a:gd name="connsiteY4" fmla="*/ 597695 h 2664000"/>
              <a:gd name="connsiteX5" fmla="*/ 1009831 w 1141764"/>
              <a:gd name="connsiteY5" fmla="*/ 729628 h 2664000"/>
              <a:gd name="connsiteX6" fmla="*/ 18000 w 1141764"/>
              <a:gd name="connsiteY6" fmla="*/ 729628 h 2664000"/>
              <a:gd name="connsiteX7" fmla="*/ 18000 w 1141764"/>
              <a:gd name="connsiteY7" fmla="*/ 2664000 h 2664000"/>
              <a:gd name="connsiteX8" fmla="*/ 0 w 1141764"/>
              <a:gd name="connsiteY8" fmla="*/ 2664000 h 266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41764" h="2664000">
                <a:moveTo>
                  <a:pt x="0" y="0"/>
                </a:moveTo>
                <a:lnTo>
                  <a:pt x="18000" y="0"/>
                </a:lnTo>
                <a:lnTo>
                  <a:pt x="18000" y="465762"/>
                </a:lnTo>
                <a:lnTo>
                  <a:pt x="1009831" y="465762"/>
                </a:lnTo>
                <a:lnTo>
                  <a:pt x="1141764" y="597695"/>
                </a:lnTo>
                <a:lnTo>
                  <a:pt x="1009831" y="729628"/>
                </a:lnTo>
                <a:lnTo>
                  <a:pt x="18000" y="729628"/>
                </a:lnTo>
                <a:lnTo>
                  <a:pt x="18000" y="2664000"/>
                </a:lnTo>
                <a:lnTo>
                  <a:pt x="0" y="266400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tx1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63" name="Text Placeholder 29">
            <a:extLst>
              <a:ext uri="{FF2B5EF4-FFF2-40B4-BE49-F238E27FC236}">
                <a16:creationId xmlns:a16="http://schemas.microsoft.com/office/drawing/2014/main" id="{261031B1-B982-A042-4CFA-1D2651953B25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6610949" y="4043826"/>
            <a:ext cx="2220323" cy="553099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l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64" name="Text Placeholder 29">
            <a:extLst>
              <a:ext uri="{FF2B5EF4-FFF2-40B4-BE49-F238E27FC236}">
                <a16:creationId xmlns:a16="http://schemas.microsoft.com/office/drawing/2014/main" id="{9A88BB22-41E4-5ACD-09E4-4157B024B08C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6610949" y="4668926"/>
            <a:ext cx="2220323" cy="1141608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65" name="Text Placeholder 29">
            <a:extLst>
              <a:ext uri="{FF2B5EF4-FFF2-40B4-BE49-F238E27FC236}">
                <a16:creationId xmlns:a16="http://schemas.microsoft.com/office/drawing/2014/main" id="{071D6C45-DAA5-4D1C-9957-40129325EB67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6610949" y="3163716"/>
            <a:ext cx="2220323" cy="31273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 algn="l">
              <a:buNone/>
              <a:defRPr sz="1700" b="1">
                <a:solidFill>
                  <a:schemeClr val="accent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Milestone</a:t>
            </a:r>
            <a:endParaRPr lang="en-ID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AFD2401-AE96-0584-838A-AD350CFC2E6B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166451" y="1692565"/>
            <a:ext cx="1141764" cy="2664000"/>
          </a:xfrm>
          <a:custGeom>
            <a:avLst/>
            <a:gdLst>
              <a:gd name="connsiteX0" fmla="*/ 0 w 1141764"/>
              <a:gd name="connsiteY0" fmla="*/ 0 h 2664000"/>
              <a:gd name="connsiteX1" fmla="*/ 18000 w 1141764"/>
              <a:gd name="connsiteY1" fmla="*/ 0 h 2664000"/>
              <a:gd name="connsiteX2" fmla="*/ 18000 w 1141764"/>
              <a:gd name="connsiteY2" fmla="*/ 1936913 h 2664000"/>
              <a:gd name="connsiteX3" fmla="*/ 1009831 w 1141764"/>
              <a:gd name="connsiteY3" fmla="*/ 1936913 h 2664000"/>
              <a:gd name="connsiteX4" fmla="*/ 1141764 w 1141764"/>
              <a:gd name="connsiteY4" fmla="*/ 2068846 h 2664000"/>
              <a:gd name="connsiteX5" fmla="*/ 1009831 w 1141764"/>
              <a:gd name="connsiteY5" fmla="*/ 2200779 h 2664000"/>
              <a:gd name="connsiteX6" fmla="*/ 18000 w 1141764"/>
              <a:gd name="connsiteY6" fmla="*/ 2200779 h 2664000"/>
              <a:gd name="connsiteX7" fmla="*/ 18000 w 1141764"/>
              <a:gd name="connsiteY7" fmla="*/ 2664000 h 2664000"/>
              <a:gd name="connsiteX8" fmla="*/ 0 w 1141764"/>
              <a:gd name="connsiteY8" fmla="*/ 2664000 h 266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41764" h="2664000">
                <a:moveTo>
                  <a:pt x="0" y="0"/>
                </a:moveTo>
                <a:lnTo>
                  <a:pt x="18000" y="0"/>
                </a:lnTo>
                <a:lnTo>
                  <a:pt x="18000" y="1936913"/>
                </a:lnTo>
                <a:lnTo>
                  <a:pt x="1009831" y="1936913"/>
                </a:lnTo>
                <a:lnTo>
                  <a:pt x="1141764" y="2068846"/>
                </a:lnTo>
                <a:lnTo>
                  <a:pt x="1009831" y="2200779"/>
                </a:lnTo>
                <a:lnTo>
                  <a:pt x="18000" y="2200779"/>
                </a:lnTo>
                <a:lnTo>
                  <a:pt x="18000" y="2664000"/>
                </a:lnTo>
                <a:lnTo>
                  <a:pt x="0" y="266400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tx1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70" name="Text Placeholder 29">
            <a:extLst>
              <a:ext uri="{FF2B5EF4-FFF2-40B4-BE49-F238E27FC236}">
                <a16:creationId xmlns:a16="http://schemas.microsoft.com/office/drawing/2014/main" id="{32E39F6E-5616-1EC7-DA06-FA903B0B9CC4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9371274" y="4043826"/>
            <a:ext cx="2220323" cy="31273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 algn="l">
              <a:buNone/>
              <a:defRPr sz="1700" b="1">
                <a:solidFill>
                  <a:schemeClr val="accent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Milestone</a:t>
            </a:r>
            <a:endParaRPr lang="en-ID" dirty="0"/>
          </a:p>
        </p:txBody>
      </p:sp>
      <p:sp>
        <p:nvSpPr>
          <p:cNvPr id="74" name="Text Placeholder 29">
            <a:extLst>
              <a:ext uri="{FF2B5EF4-FFF2-40B4-BE49-F238E27FC236}">
                <a16:creationId xmlns:a16="http://schemas.microsoft.com/office/drawing/2014/main" id="{9A4B37EF-352C-7F66-A0C7-B1AAC332DF0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3850623" y="1718246"/>
            <a:ext cx="2220323" cy="553099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l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75" name="Text Placeholder 29">
            <a:extLst>
              <a:ext uri="{FF2B5EF4-FFF2-40B4-BE49-F238E27FC236}">
                <a16:creationId xmlns:a16="http://schemas.microsoft.com/office/drawing/2014/main" id="{8AD0A0A8-C4B1-7D11-7CF8-B6C55DDAF46D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3850623" y="2343346"/>
            <a:ext cx="2220323" cy="1141608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76" name="Text Placeholder 29">
            <a:extLst>
              <a:ext uri="{FF2B5EF4-FFF2-40B4-BE49-F238E27FC236}">
                <a16:creationId xmlns:a16="http://schemas.microsoft.com/office/drawing/2014/main" id="{9F88D094-280F-4883-8661-9A0BF47D066B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>
          <a:xfrm>
            <a:off x="9371274" y="1718246"/>
            <a:ext cx="2220323" cy="553099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l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77" name="Text Placeholder 29">
            <a:extLst>
              <a:ext uri="{FF2B5EF4-FFF2-40B4-BE49-F238E27FC236}">
                <a16:creationId xmlns:a16="http://schemas.microsoft.com/office/drawing/2014/main" id="{A9F31ADB-E84D-0E5A-C855-7382535346A9}"/>
              </a:ext>
            </a:extLst>
          </p:cNvPr>
          <p:cNvSpPr>
            <a:spLocks noGrp="1"/>
          </p:cNvSpPr>
          <p:nvPr>
            <p:ph type="body" sz="quarter" idx="59"/>
          </p:nvPr>
        </p:nvSpPr>
        <p:spPr>
          <a:xfrm>
            <a:off x="9371274" y="2343346"/>
            <a:ext cx="2220323" cy="1141608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77712276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I60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6477C-8D55-B4B8-85DD-DAF85A20D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43" y="586105"/>
            <a:ext cx="10873182" cy="709295"/>
          </a:xfrm>
        </p:spPr>
        <p:txBody>
          <a:bodyPr anchor="t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D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657BBCF-CA9E-FB2C-CA76-82D2795FF965}"/>
              </a:ext>
            </a:extLst>
          </p:cNvPr>
          <p:cNvCxnSpPr>
            <a:cxnSpLocks/>
          </p:cNvCxnSpPr>
          <p:nvPr userDrawn="1"/>
        </p:nvCxnSpPr>
        <p:spPr>
          <a:xfrm>
            <a:off x="587375" y="585690"/>
            <a:ext cx="0" cy="70971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F3E35AF-2434-732B-7077-725C8432F6CD}"/>
              </a:ext>
            </a:extLst>
          </p:cNvPr>
          <p:cNvSpPr/>
          <p:nvPr userDrawn="1"/>
        </p:nvSpPr>
        <p:spPr>
          <a:xfrm rot="5400000">
            <a:off x="6337263" y="-2030450"/>
            <a:ext cx="117475" cy="115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975C31-219D-A02E-F222-1A57035DB6D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85474" y="3163716"/>
            <a:ext cx="1141764" cy="2664000"/>
          </a:xfrm>
          <a:custGeom>
            <a:avLst/>
            <a:gdLst>
              <a:gd name="connsiteX0" fmla="*/ 0 w 1141764"/>
              <a:gd name="connsiteY0" fmla="*/ 0 h 2664000"/>
              <a:gd name="connsiteX1" fmla="*/ 18000 w 1141764"/>
              <a:gd name="connsiteY1" fmla="*/ 0 h 2664000"/>
              <a:gd name="connsiteX2" fmla="*/ 18000 w 1141764"/>
              <a:gd name="connsiteY2" fmla="*/ 465762 h 2664000"/>
              <a:gd name="connsiteX3" fmla="*/ 1009831 w 1141764"/>
              <a:gd name="connsiteY3" fmla="*/ 465762 h 2664000"/>
              <a:gd name="connsiteX4" fmla="*/ 1141764 w 1141764"/>
              <a:gd name="connsiteY4" fmla="*/ 597695 h 2664000"/>
              <a:gd name="connsiteX5" fmla="*/ 1009831 w 1141764"/>
              <a:gd name="connsiteY5" fmla="*/ 729628 h 2664000"/>
              <a:gd name="connsiteX6" fmla="*/ 18000 w 1141764"/>
              <a:gd name="connsiteY6" fmla="*/ 729628 h 2664000"/>
              <a:gd name="connsiteX7" fmla="*/ 18000 w 1141764"/>
              <a:gd name="connsiteY7" fmla="*/ 2664000 h 2664000"/>
              <a:gd name="connsiteX8" fmla="*/ 0 w 1141764"/>
              <a:gd name="connsiteY8" fmla="*/ 2664000 h 266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41764" h="2664000">
                <a:moveTo>
                  <a:pt x="0" y="0"/>
                </a:moveTo>
                <a:lnTo>
                  <a:pt x="18000" y="0"/>
                </a:lnTo>
                <a:lnTo>
                  <a:pt x="18000" y="465762"/>
                </a:lnTo>
                <a:lnTo>
                  <a:pt x="1009831" y="465762"/>
                </a:lnTo>
                <a:lnTo>
                  <a:pt x="1141764" y="597695"/>
                </a:lnTo>
                <a:lnTo>
                  <a:pt x="1009831" y="729628"/>
                </a:lnTo>
                <a:lnTo>
                  <a:pt x="18000" y="729628"/>
                </a:lnTo>
                <a:lnTo>
                  <a:pt x="18000" y="2664000"/>
                </a:lnTo>
                <a:lnTo>
                  <a:pt x="0" y="266400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tx1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7014ED8C-D9A2-3233-BF99-B959865B48B9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1090297" y="4043826"/>
            <a:ext cx="1759583" cy="553099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l">
              <a:buNone/>
              <a:defRPr sz="14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27A02D2A-8972-F536-0B27-7D6428470586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090297" y="4668926"/>
            <a:ext cx="1759583" cy="1141608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l">
              <a:buNone/>
              <a:defRPr sz="12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5C686B82-2E00-D61D-3AA1-3461944BF439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090297" y="3163716"/>
            <a:ext cx="1759583" cy="31273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 algn="l">
              <a:buNone/>
              <a:defRPr sz="1300" b="1">
                <a:solidFill>
                  <a:schemeClr val="accent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Milestone</a:t>
            </a:r>
            <a:endParaRPr lang="en-ID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7A0D47-05C2-9BC0-F59C-51D49B0F64E1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3074081" y="1699192"/>
            <a:ext cx="1141764" cy="2664000"/>
          </a:xfrm>
          <a:custGeom>
            <a:avLst/>
            <a:gdLst>
              <a:gd name="connsiteX0" fmla="*/ 0 w 1141764"/>
              <a:gd name="connsiteY0" fmla="*/ 0 h 2664000"/>
              <a:gd name="connsiteX1" fmla="*/ 18000 w 1141764"/>
              <a:gd name="connsiteY1" fmla="*/ 0 h 2664000"/>
              <a:gd name="connsiteX2" fmla="*/ 18000 w 1141764"/>
              <a:gd name="connsiteY2" fmla="*/ 1930286 h 2664000"/>
              <a:gd name="connsiteX3" fmla="*/ 1009831 w 1141764"/>
              <a:gd name="connsiteY3" fmla="*/ 1930286 h 2664000"/>
              <a:gd name="connsiteX4" fmla="*/ 1141764 w 1141764"/>
              <a:gd name="connsiteY4" fmla="*/ 2062219 h 2664000"/>
              <a:gd name="connsiteX5" fmla="*/ 1009831 w 1141764"/>
              <a:gd name="connsiteY5" fmla="*/ 2194152 h 2664000"/>
              <a:gd name="connsiteX6" fmla="*/ 18000 w 1141764"/>
              <a:gd name="connsiteY6" fmla="*/ 2194152 h 2664000"/>
              <a:gd name="connsiteX7" fmla="*/ 18000 w 1141764"/>
              <a:gd name="connsiteY7" fmla="*/ 2664000 h 2664000"/>
              <a:gd name="connsiteX8" fmla="*/ 0 w 1141764"/>
              <a:gd name="connsiteY8" fmla="*/ 2664000 h 266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41764" h="2664000">
                <a:moveTo>
                  <a:pt x="0" y="0"/>
                </a:moveTo>
                <a:lnTo>
                  <a:pt x="18000" y="0"/>
                </a:lnTo>
                <a:lnTo>
                  <a:pt x="18000" y="1930286"/>
                </a:lnTo>
                <a:lnTo>
                  <a:pt x="1009831" y="1930286"/>
                </a:lnTo>
                <a:lnTo>
                  <a:pt x="1141764" y="2062219"/>
                </a:lnTo>
                <a:lnTo>
                  <a:pt x="1009831" y="2194152"/>
                </a:lnTo>
                <a:lnTo>
                  <a:pt x="18000" y="2194152"/>
                </a:lnTo>
                <a:lnTo>
                  <a:pt x="18000" y="2664000"/>
                </a:lnTo>
                <a:lnTo>
                  <a:pt x="0" y="266400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tx1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163" name="Text Placeholder 29">
            <a:extLst>
              <a:ext uri="{FF2B5EF4-FFF2-40B4-BE49-F238E27FC236}">
                <a16:creationId xmlns:a16="http://schemas.microsoft.com/office/drawing/2014/main" id="{C5DD8546-7846-83DD-C69C-139A5A7F21FE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3278904" y="1718665"/>
            <a:ext cx="1759583" cy="553099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l">
              <a:buNone/>
              <a:defRPr sz="14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64" name="Text Placeholder 29">
            <a:extLst>
              <a:ext uri="{FF2B5EF4-FFF2-40B4-BE49-F238E27FC236}">
                <a16:creationId xmlns:a16="http://schemas.microsoft.com/office/drawing/2014/main" id="{F16E4A49-2C01-191F-8326-F61D104B88EC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3278904" y="2343765"/>
            <a:ext cx="1759583" cy="1141608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l">
              <a:buNone/>
              <a:defRPr sz="12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65" name="Text Placeholder 29">
            <a:extLst>
              <a:ext uri="{FF2B5EF4-FFF2-40B4-BE49-F238E27FC236}">
                <a16:creationId xmlns:a16="http://schemas.microsoft.com/office/drawing/2014/main" id="{B5F67B93-A329-BE6A-41F1-59E419F2B5B9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3278904" y="4042675"/>
            <a:ext cx="1759583" cy="31273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 algn="l">
              <a:buNone/>
              <a:defRPr sz="1300" b="1">
                <a:solidFill>
                  <a:schemeClr val="accent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Milestone</a:t>
            </a:r>
            <a:endParaRPr lang="en-ID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126093C-560C-352B-BFD7-C3CC93BC36D7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262688" y="3163716"/>
            <a:ext cx="1141764" cy="2664000"/>
          </a:xfrm>
          <a:custGeom>
            <a:avLst/>
            <a:gdLst>
              <a:gd name="connsiteX0" fmla="*/ 0 w 1141764"/>
              <a:gd name="connsiteY0" fmla="*/ 0 h 2664000"/>
              <a:gd name="connsiteX1" fmla="*/ 18000 w 1141764"/>
              <a:gd name="connsiteY1" fmla="*/ 0 h 2664000"/>
              <a:gd name="connsiteX2" fmla="*/ 18000 w 1141764"/>
              <a:gd name="connsiteY2" fmla="*/ 465762 h 2664000"/>
              <a:gd name="connsiteX3" fmla="*/ 1009831 w 1141764"/>
              <a:gd name="connsiteY3" fmla="*/ 465762 h 2664000"/>
              <a:gd name="connsiteX4" fmla="*/ 1141764 w 1141764"/>
              <a:gd name="connsiteY4" fmla="*/ 597695 h 2664000"/>
              <a:gd name="connsiteX5" fmla="*/ 1009831 w 1141764"/>
              <a:gd name="connsiteY5" fmla="*/ 729628 h 2664000"/>
              <a:gd name="connsiteX6" fmla="*/ 18000 w 1141764"/>
              <a:gd name="connsiteY6" fmla="*/ 729628 h 2664000"/>
              <a:gd name="connsiteX7" fmla="*/ 18000 w 1141764"/>
              <a:gd name="connsiteY7" fmla="*/ 2664000 h 2664000"/>
              <a:gd name="connsiteX8" fmla="*/ 0 w 1141764"/>
              <a:gd name="connsiteY8" fmla="*/ 2664000 h 266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41764" h="2664000">
                <a:moveTo>
                  <a:pt x="0" y="0"/>
                </a:moveTo>
                <a:lnTo>
                  <a:pt x="18000" y="0"/>
                </a:lnTo>
                <a:lnTo>
                  <a:pt x="18000" y="465762"/>
                </a:lnTo>
                <a:lnTo>
                  <a:pt x="1009831" y="465762"/>
                </a:lnTo>
                <a:lnTo>
                  <a:pt x="1141764" y="597695"/>
                </a:lnTo>
                <a:lnTo>
                  <a:pt x="1009831" y="729628"/>
                </a:lnTo>
                <a:lnTo>
                  <a:pt x="18000" y="729628"/>
                </a:lnTo>
                <a:lnTo>
                  <a:pt x="18000" y="2664000"/>
                </a:lnTo>
                <a:lnTo>
                  <a:pt x="0" y="266400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tx1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168" name="Text Placeholder 29">
            <a:extLst>
              <a:ext uri="{FF2B5EF4-FFF2-40B4-BE49-F238E27FC236}">
                <a16:creationId xmlns:a16="http://schemas.microsoft.com/office/drawing/2014/main" id="{48A5C6E0-43E1-EBAC-3627-302E662E8650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5467511" y="4043826"/>
            <a:ext cx="1759583" cy="553099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l">
              <a:buNone/>
              <a:defRPr sz="14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69" name="Text Placeholder 29">
            <a:extLst>
              <a:ext uri="{FF2B5EF4-FFF2-40B4-BE49-F238E27FC236}">
                <a16:creationId xmlns:a16="http://schemas.microsoft.com/office/drawing/2014/main" id="{92ADEB34-3562-FF59-B5E4-127C5221B69D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5467511" y="4668926"/>
            <a:ext cx="1759583" cy="1141608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l">
              <a:buNone/>
              <a:defRPr sz="12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70" name="Text Placeholder 29">
            <a:extLst>
              <a:ext uri="{FF2B5EF4-FFF2-40B4-BE49-F238E27FC236}">
                <a16:creationId xmlns:a16="http://schemas.microsoft.com/office/drawing/2014/main" id="{AEB128F4-BE54-8A4E-8B71-C822615400B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5467511" y="3163716"/>
            <a:ext cx="1759583" cy="31273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 algn="l">
              <a:buNone/>
              <a:defRPr sz="1300" b="1">
                <a:solidFill>
                  <a:schemeClr val="accent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Milestone</a:t>
            </a:r>
            <a:endParaRPr lang="en-ID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529A5CA-6490-C09D-8035-8669A156943B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7451295" y="1699192"/>
            <a:ext cx="1141764" cy="2664000"/>
          </a:xfrm>
          <a:custGeom>
            <a:avLst/>
            <a:gdLst>
              <a:gd name="connsiteX0" fmla="*/ 0 w 1141764"/>
              <a:gd name="connsiteY0" fmla="*/ 0 h 2664000"/>
              <a:gd name="connsiteX1" fmla="*/ 18000 w 1141764"/>
              <a:gd name="connsiteY1" fmla="*/ 0 h 2664000"/>
              <a:gd name="connsiteX2" fmla="*/ 18000 w 1141764"/>
              <a:gd name="connsiteY2" fmla="*/ 1930286 h 2664000"/>
              <a:gd name="connsiteX3" fmla="*/ 1009831 w 1141764"/>
              <a:gd name="connsiteY3" fmla="*/ 1930286 h 2664000"/>
              <a:gd name="connsiteX4" fmla="*/ 1141764 w 1141764"/>
              <a:gd name="connsiteY4" fmla="*/ 2062219 h 2664000"/>
              <a:gd name="connsiteX5" fmla="*/ 1009831 w 1141764"/>
              <a:gd name="connsiteY5" fmla="*/ 2194152 h 2664000"/>
              <a:gd name="connsiteX6" fmla="*/ 18000 w 1141764"/>
              <a:gd name="connsiteY6" fmla="*/ 2194152 h 2664000"/>
              <a:gd name="connsiteX7" fmla="*/ 18000 w 1141764"/>
              <a:gd name="connsiteY7" fmla="*/ 2664000 h 2664000"/>
              <a:gd name="connsiteX8" fmla="*/ 0 w 1141764"/>
              <a:gd name="connsiteY8" fmla="*/ 2664000 h 266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41764" h="2664000">
                <a:moveTo>
                  <a:pt x="0" y="0"/>
                </a:moveTo>
                <a:lnTo>
                  <a:pt x="18000" y="0"/>
                </a:lnTo>
                <a:lnTo>
                  <a:pt x="18000" y="1930286"/>
                </a:lnTo>
                <a:lnTo>
                  <a:pt x="1009831" y="1930286"/>
                </a:lnTo>
                <a:lnTo>
                  <a:pt x="1141764" y="2062219"/>
                </a:lnTo>
                <a:lnTo>
                  <a:pt x="1009831" y="2194152"/>
                </a:lnTo>
                <a:lnTo>
                  <a:pt x="18000" y="2194152"/>
                </a:lnTo>
                <a:lnTo>
                  <a:pt x="18000" y="2664000"/>
                </a:lnTo>
                <a:lnTo>
                  <a:pt x="0" y="266400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tx1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173" name="Text Placeholder 29">
            <a:extLst>
              <a:ext uri="{FF2B5EF4-FFF2-40B4-BE49-F238E27FC236}">
                <a16:creationId xmlns:a16="http://schemas.microsoft.com/office/drawing/2014/main" id="{F761310B-EE7F-0F87-C86E-E6D63D440E48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>
          <a:xfrm>
            <a:off x="7656118" y="1718665"/>
            <a:ext cx="1759583" cy="553099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l">
              <a:buNone/>
              <a:defRPr sz="14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74" name="Text Placeholder 29">
            <a:extLst>
              <a:ext uri="{FF2B5EF4-FFF2-40B4-BE49-F238E27FC236}">
                <a16:creationId xmlns:a16="http://schemas.microsoft.com/office/drawing/2014/main" id="{22D679C5-9724-078D-4FB9-33695B27C36A}"/>
              </a:ext>
            </a:extLst>
          </p:cNvPr>
          <p:cNvSpPr>
            <a:spLocks noGrp="1"/>
          </p:cNvSpPr>
          <p:nvPr>
            <p:ph type="body" sz="quarter" idx="59"/>
          </p:nvPr>
        </p:nvSpPr>
        <p:spPr>
          <a:xfrm>
            <a:off x="7656118" y="2343765"/>
            <a:ext cx="1759583" cy="1141608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l">
              <a:buNone/>
              <a:defRPr sz="12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75" name="Text Placeholder 29">
            <a:extLst>
              <a:ext uri="{FF2B5EF4-FFF2-40B4-BE49-F238E27FC236}">
                <a16:creationId xmlns:a16="http://schemas.microsoft.com/office/drawing/2014/main" id="{6B7B7D1C-51CE-D9FF-4225-896F49CA329F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7656118" y="4042675"/>
            <a:ext cx="1759583" cy="31273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 algn="l">
              <a:buNone/>
              <a:defRPr sz="1300" b="1">
                <a:solidFill>
                  <a:schemeClr val="accent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Milestone</a:t>
            </a:r>
            <a:endParaRPr lang="en-ID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D41E683-1A91-BE24-5ADB-99D8017A12D9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9639902" y="3163716"/>
            <a:ext cx="1141764" cy="2664000"/>
          </a:xfrm>
          <a:custGeom>
            <a:avLst/>
            <a:gdLst>
              <a:gd name="connsiteX0" fmla="*/ 0 w 1141764"/>
              <a:gd name="connsiteY0" fmla="*/ 0 h 2664000"/>
              <a:gd name="connsiteX1" fmla="*/ 18000 w 1141764"/>
              <a:gd name="connsiteY1" fmla="*/ 0 h 2664000"/>
              <a:gd name="connsiteX2" fmla="*/ 18000 w 1141764"/>
              <a:gd name="connsiteY2" fmla="*/ 465762 h 2664000"/>
              <a:gd name="connsiteX3" fmla="*/ 1009831 w 1141764"/>
              <a:gd name="connsiteY3" fmla="*/ 465762 h 2664000"/>
              <a:gd name="connsiteX4" fmla="*/ 1141764 w 1141764"/>
              <a:gd name="connsiteY4" fmla="*/ 597695 h 2664000"/>
              <a:gd name="connsiteX5" fmla="*/ 1009831 w 1141764"/>
              <a:gd name="connsiteY5" fmla="*/ 729628 h 2664000"/>
              <a:gd name="connsiteX6" fmla="*/ 18000 w 1141764"/>
              <a:gd name="connsiteY6" fmla="*/ 729628 h 2664000"/>
              <a:gd name="connsiteX7" fmla="*/ 18000 w 1141764"/>
              <a:gd name="connsiteY7" fmla="*/ 2664000 h 2664000"/>
              <a:gd name="connsiteX8" fmla="*/ 0 w 1141764"/>
              <a:gd name="connsiteY8" fmla="*/ 2664000 h 266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41764" h="2664000">
                <a:moveTo>
                  <a:pt x="0" y="0"/>
                </a:moveTo>
                <a:lnTo>
                  <a:pt x="18000" y="0"/>
                </a:lnTo>
                <a:lnTo>
                  <a:pt x="18000" y="465762"/>
                </a:lnTo>
                <a:lnTo>
                  <a:pt x="1009831" y="465762"/>
                </a:lnTo>
                <a:lnTo>
                  <a:pt x="1141764" y="597695"/>
                </a:lnTo>
                <a:lnTo>
                  <a:pt x="1009831" y="729628"/>
                </a:lnTo>
                <a:lnTo>
                  <a:pt x="18000" y="729628"/>
                </a:lnTo>
                <a:lnTo>
                  <a:pt x="18000" y="2664000"/>
                </a:lnTo>
                <a:lnTo>
                  <a:pt x="0" y="266400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tx1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178" name="Text Placeholder 29">
            <a:extLst>
              <a:ext uri="{FF2B5EF4-FFF2-40B4-BE49-F238E27FC236}">
                <a16:creationId xmlns:a16="http://schemas.microsoft.com/office/drawing/2014/main" id="{C9739B77-26F8-B08C-60D1-B8A8F10A4102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>
          <a:xfrm>
            <a:off x="9844725" y="4043826"/>
            <a:ext cx="1759583" cy="553099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l">
              <a:buNone/>
              <a:defRPr sz="14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79" name="Text Placeholder 29">
            <a:extLst>
              <a:ext uri="{FF2B5EF4-FFF2-40B4-BE49-F238E27FC236}">
                <a16:creationId xmlns:a16="http://schemas.microsoft.com/office/drawing/2014/main" id="{58402617-6AC8-711D-F79A-1D2968B5E9FF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9844725" y="4668926"/>
            <a:ext cx="1759583" cy="1141608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l">
              <a:buNone/>
              <a:defRPr sz="12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80" name="Text Placeholder 29">
            <a:extLst>
              <a:ext uri="{FF2B5EF4-FFF2-40B4-BE49-F238E27FC236}">
                <a16:creationId xmlns:a16="http://schemas.microsoft.com/office/drawing/2014/main" id="{EEF0B2A5-748A-C294-5F9B-7654A8F55050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9844725" y="3163716"/>
            <a:ext cx="1759583" cy="31273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 algn="l">
              <a:buNone/>
              <a:defRPr sz="1300" b="1">
                <a:solidFill>
                  <a:schemeClr val="accent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Milestone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9845474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I60V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6477C-8D55-B4B8-85DD-DAF85A20D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43" y="586105"/>
            <a:ext cx="10873182" cy="709295"/>
          </a:xfrm>
        </p:spPr>
        <p:txBody>
          <a:bodyPr anchor="t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D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657BBCF-CA9E-FB2C-CA76-82D2795FF965}"/>
              </a:ext>
            </a:extLst>
          </p:cNvPr>
          <p:cNvCxnSpPr>
            <a:cxnSpLocks/>
          </p:cNvCxnSpPr>
          <p:nvPr userDrawn="1"/>
        </p:nvCxnSpPr>
        <p:spPr>
          <a:xfrm>
            <a:off x="587375" y="585690"/>
            <a:ext cx="0" cy="70971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F3E35AF-2434-732B-7077-725C8432F6CD}"/>
              </a:ext>
            </a:extLst>
          </p:cNvPr>
          <p:cNvSpPr/>
          <p:nvPr userDrawn="1"/>
        </p:nvSpPr>
        <p:spPr>
          <a:xfrm rot="5400000">
            <a:off x="6337263" y="-2030450"/>
            <a:ext cx="117475" cy="115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EC45824E-FA98-3F48-43A4-48FA0DA290D3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85474" y="3163716"/>
            <a:ext cx="1141764" cy="2664000"/>
          </a:xfrm>
          <a:custGeom>
            <a:avLst/>
            <a:gdLst>
              <a:gd name="connsiteX0" fmla="*/ 0 w 1141764"/>
              <a:gd name="connsiteY0" fmla="*/ 0 h 2664000"/>
              <a:gd name="connsiteX1" fmla="*/ 18000 w 1141764"/>
              <a:gd name="connsiteY1" fmla="*/ 0 h 2664000"/>
              <a:gd name="connsiteX2" fmla="*/ 18000 w 1141764"/>
              <a:gd name="connsiteY2" fmla="*/ 465762 h 2664000"/>
              <a:gd name="connsiteX3" fmla="*/ 1009831 w 1141764"/>
              <a:gd name="connsiteY3" fmla="*/ 465762 h 2664000"/>
              <a:gd name="connsiteX4" fmla="*/ 1141764 w 1141764"/>
              <a:gd name="connsiteY4" fmla="*/ 597695 h 2664000"/>
              <a:gd name="connsiteX5" fmla="*/ 1009831 w 1141764"/>
              <a:gd name="connsiteY5" fmla="*/ 729628 h 2664000"/>
              <a:gd name="connsiteX6" fmla="*/ 18000 w 1141764"/>
              <a:gd name="connsiteY6" fmla="*/ 729628 h 2664000"/>
              <a:gd name="connsiteX7" fmla="*/ 18000 w 1141764"/>
              <a:gd name="connsiteY7" fmla="*/ 2664000 h 2664000"/>
              <a:gd name="connsiteX8" fmla="*/ 0 w 1141764"/>
              <a:gd name="connsiteY8" fmla="*/ 2664000 h 266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41764" h="2664000">
                <a:moveTo>
                  <a:pt x="0" y="0"/>
                </a:moveTo>
                <a:lnTo>
                  <a:pt x="18000" y="0"/>
                </a:lnTo>
                <a:lnTo>
                  <a:pt x="18000" y="465762"/>
                </a:lnTo>
                <a:lnTo>
                  <a:pt x="1009831" y="465762"/>
                </a:lnTo>
                <a:lnTo>
                  <a:pt x="1141764" y="597695"/>
                </a:lnTo>
                <a:lnTo>
                  <a:pt x="1009831" y="729628"/>
                </a:lnTo>
                <a:lnTo>
                  <a:pt x="18000" y="729628"/>
                </a:lnTo>
                <a:lnTo>
                  <a:pt x="18000" y="2664000"/>
                </a:lnTo>
                <a:lnTo>
                  <a:pt x="0" y="266400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tx1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7014ED8C-D9A2-3233-BF99-B959865B48B9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1090297" y="4043826"/>
            <a:ext cx="1524316" cy="553099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l">
              <a:buNone/>
              <a:defRPr sz="14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</a:t>
            </a:r>
            <a:endParaRPr lang="en-ID" dirty="0"/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27A02D2A-8972-F536-0B27-7D6428470586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090297" y="4668926"/>
            <a:ext cx="1524316" cy="1141608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l">
              <a:buNone/>
              <a:defRPr sz="12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5C686B82-2E00-D61D-3AA1-3461944BF439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090297" y="3163716"/>
            <a:ext cx="1524316" cy="31273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 algn="l">
              <a:buNone/>
              <a:defRPr sz="1300" b="1">
                <a:solidFill>
                  <a:schemeClr val="accent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Milestone</a:t>
            </a:r>
            <a:endParaRPr lang="en-ID" dirty="0"/>
          </a:p>
        </p:txBody>
      </p:sp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32042ABC-7363-45D1-6C7E-996659DD27C8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2678597" y="1716813"/>
            <a:ext cx="1141764" cy="2664000"/>
          </a:xfrm>
          <a:custGeom>
            <a:avLst/>
            <a:gdLst>
              <a:gd name="connsiteX0" fmla="*/ 0 w 1141764"/>
              <a:gd name="connsiteY0" fmla="*/ 0 h 2664000"/>
              <a:gd name="connsiteX1" fmla="*/ 18000 w 1141764"/>
              <a:gd name="connsiteY1" fmla="*/ 0 h 2664000"/>
              <a:gd name="connsiteX2" fmla="*/ 18000 w 1141764"/>
              <a:gd name="connsiteY2" fmla="*/ 1912665 h 2664000"/>
              <a:gd name="connsiteX3" fmla="*/ 1009831 w 1141764"/>
              <a:gd name="connsiteY3" fmla="*/ 1912665 h 2664000"/>
              <a:gd name="connsiteX4" fmla="*/ 1141764 w 1141764"/>
              <a:gd name="connsiteY4" fmla="*/ 2044598 h 2664000"/>
              <a:gd name="connsiteX5" fmla="*/ 1009831 w 1141764"/>
              <a:gd name="connsiteY5" fmla="*/ 2176531 h 2664000"/>
              <a:gd name="connsiteX6" fmla="*/ 18000 w 1141764"/>
              <a:gd name="connsiteY6" fmla="*/ 2176531 h 2664000"/>
              <a:gd name="connsiteX7" fmla="*/ 18000 w 1141764"/>
              <a:gd name="connsiteY7" fmla="*/ 2664000 h 2664000"/>
              <a:gd name="connsiteX8" fmla="*/ 0 w 1141764"/>
              <a:gd name="connsiteY8" fmla="*/ 2664000 h 266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41764" h="2664000">
                <a:moveTo>
                  <a:pt x="0" y="0"/>
                </a:moveTo>
                <a:lnTo>
                  <a:pt x="18000" y="0"/>
                </a:lnTo>
                <a:lnTo>
                  <a:pt x="18000" y="1912665"/>
                </a:lnTo>
                <a:lnTo>
                  <a:pt x="1009831" y="1912665"/>
                </a:lnTo>
                <a:lnTo>
                  <a:pt x="1141764" y="2044598"/>
                </a:lnTo>
                <a:lnTo>
                  <a:pt x="1009831" y="2176531"/>
                </a:lnTo>
                <a:lnTo>
                  <a:pt x="18000" y="2176531"/>
                </a:lnTo>
                <a:lnTo>
                  <a:pt x="18000" y="2664000"/>
                </a:lnTo>
                <a:lnTo>
                  <a:pt x="0" y="266400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tx1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6" name="Text Placeholder 29">
            <a:extLst>
              <a:ext uri="{FF2B5EF4-FFF2-40B4-BE49-F238E27FC236}">
                <a16:creationId xmlns:a16="http://schemas.microsoft.com/office/drawing/2014/main" id="{38C63DFC-2B10-361A-FCA7-CF7597B18397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2883420" y="1720518"/>
            <a:ext cx="1524316" cy="553099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l">
              <a:buNone/>
              <a:defRPr sz="14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</a:t>
            </a:r>
            <a:endParaRPr lang="en-ID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B083110B-0B44-1AE1-53ED-162013C095D9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2883420" y="2345618"/>
            <a:ext cx="1524316" cy="1141608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l">
              <a:buNone/>
              <a:defRPr sz="12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9" name="Text Placeholder 29">
            <a:extLst>
              <a:ext uri="{FF2B5EF4-FFF2-40B4-BE49-F238E27FC236}">
                <a16:creationId xmlns:a16="http://schemas.microsoft.com/office/drawing/2014/main" id="{A255DCBF-68F9-FF27-692F-BEEBCCC1EABD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2883420" y="4040481"/>
            <a:ext cx="1524316" cy="31273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 algn="l">
              <a:buNone/>
              <a:defRPr sz="1300" b="1">
                <a:solidFill>
                  <a:schemeClr val="accent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Milestone</a:t>
            </a:r>
            <a:endParaRPr lang="en-ID" dirty="0"/>
          </a:p>
        </p:txBody>
      </p:sp>
      <p:sp>
        <p:nvSpPr>
          <p:cNvPr id="36" name="Text Placeholder 35">
            <a:extLst>
              <a:ext uri="{FF2B5EF4-FFF2-40B4-BE49-F238E27FC236}">
                <a16:creationId xmlns:a16="http://schemas.microsoft.com/office/drawing/2014/main" id="{1BB48274-CC80-A14B-889A-6A18E60C2E7E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4471720" y="3163716"/>
            <a:ext cx="1141764" cy="2664000"/>
          </a:xfrm>
          <a:custGeom>
            <a:avLst/>
            <a:gdLst>
              <a:gd name="connsiteX0" fmla="*/ 0 w 1141764"/>
              <a:gd name="connsiteY0" fmla="*/ 0 h 2664000"/>
              <a:gd name="connsiteX1" fmla="*/ 18000 w 1141764"/>
              <a:gd name="connsiteY1" fmla="*/ 0 h 2664000"/>
              <a:gd name="connsiteX2" fmla="*/ 18000 w 1141764"/>
              <a:gd name="connsiteY2" fmla="*/ 465762 h 2664000"/>
              <a:gd name="connsiteX3" fmla="*/ 1009831 w 1141764"/>
              <a:gd name="connsiteY3" fmla="*/ 465762 h 2664000"/>
              <a:gd name="connsiteX4" fmla="*/ 1141764 w 1141764"/>
              <a:gd name="connsiteY4" fmla="*/ 597695 h 2664000"/>
              <a:gd name="connsiteX5" fmla="*/ 1009831 w 1141764"/>
              <a:gd name="connsiteY5" fmla="*/ 729628 h 2664000"/>
              <a:gd name="connsiteX6" fmla="*/ 18000 w 1141764"/>
              <a:gd name="connsiteY6" fmla="*/ 729628 h 2664000"/>
              <a:gd name="connsiteX7" fmla="*/ 18000 w 1141764"/>
              <a:gd name="connsiteY7" fmla="*/ 2664000 h 2664000"/>
              <a:gd name="connsiteX8" fmla="*/ 0 w 1141764"/>
              <a:gd name="connsiteY8" fmla="*/ 2664000 h 266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41764" h="2664000">
                <a:moveTo>
                  <a:pt x="0" y="0"/>
                </a:moveTo>
                <a:lnTo>
                  <a:pt x="18000" y="0"/>
                </a:lnTo>
                <a:lnTo>
                  <a:pt x="18000" y="465762"/>
                </a:lnTo>
                <a:lnTo>
                  <a:pt x="1009831" y="465762"/>
                </a:lnTo>
                <a:lnTo>
                  <a:pt x="1141764" y="597695"/>
                </a:lnTo>
                <a:lnTo>
                  <a:pt x="1009831" y="729628"/>
                </a:lnTo>
                <a:lnTo>
                  <a:pt x="18000" y="729628"/>
                </a:lnTo>
                <a:lnTo>
                  <a:pt x="18000" y="2664000"/>
                </a:lnTo>
                <a:lnTo>
                  <a:pt x="0" y="266400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tx1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94F075A8-69C1-48E5-5F7F-3498229CA9E4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4676543" y="4043826"/>
            <a:ext cx="1524316" cy="553099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l">
              <a:buNone/>
              <a:defRPr sz="14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</a:t>
            </a:r>
            <a:endParaRPr lang="en-ID" dirty="0"/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1EBDC6D4-7B18-8ABB-464C-5594F2C77E24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4676543" y="4668926"/>
            <a:ext cx="1524316" cy="1141608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l">
              <a:buNone/>
              <a:defRPr sz="12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A7B1BFF0-812C-FDEC-F620-A11909471D2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4676543" y="3163716"/>
            <a:ext cx="1524316" cy="31273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 algn="l">
              <a:buNone/>
              <a:defRPr sz="1300" b="1">
                <a:solidFill>
                  <a:schemeClr val="accent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Milestone</a:t>
            </a:r>
            <a:endParaRPr lang="en-ID" dirty="0"/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F789DB73-A7E4-0B6C-FAC9-BBEEAC72053A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6264843" y="1716813"/>
            <a:ext cx="1141764" cy="2664000"/>
          </a:xfrm>
          <a:custGeom>
            <a:avLst/>
            <a:gdLst>
              <a:gd name="connsiteX0" fmla="*/ 0 w 1141764"/>
              <a:gd name="connsiteY0" fmla="*/ 0 h 2664000"/>
              <a:gd name="connsiteX1" fmla="*/ 18000 w 1141764"/>
              <a:gd name="connsiteY1" fmla="*/ 0 h 2664000"/>
              <a:gd name="connsiteX2" fmla="*/ 18000 w 1141764"/>
              <a:gd name="connsiteY2" fmla="*/ 1912665 h 2664000"/>
              <a:gd name="connsiteX3" fmla="*/ 1009831 w 1141764"/>
              <a:gd name="connsiteY3" fmla="*/ 1912665 h 2664000"/>
              <a:gd name="connsiteX4" fmla="*/ 1141764 w 1141764"/>
              <a:gd name="connsiteY4" fmla="*/ 2044598 h 2664000"/>
              <a:gd name="connsiteX5" fmla="*/ 1009831 w 1141764"/>
              <a:gd name="connsiteY5" fmla="*/ 2176531 h 2664000"/>
              <a:gd name="connsiteX6" fmla="*/ 18000 w 1141764"/>
              <a:gd name="connsiteY6" fmla="*/ 2176531 h 2664000"/>
              <a:gd name="connsiteX7" fmla="*/ 18000 w 1141764"/>
              <a:gd name="connsiteY7" fmla="*/ 2664000 h 2664000"/>
              <a:gd name="connsiteX8" fmla="*/ 0 w 1141764"/>
              <a:gd name="connsiteY8" fmla="*/ 2664000 h 266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41764" h="2664000">
                <a:moveTo>
                  <a:pt x="0" y="0"/>
                </a:moveTo>
                <a:lnTo>
                  <a:pt x="18000" y="0"/>
                </a:lnTo>
                <a:lnTo>
                  <a:pt x="18000" y="1912665"/>
                </a:lnTo>
                <a:lnTo>
                  <a:pt x="1009831" y="1912665"/>
                </a:lnTo>
                <a:lnTo>
                  <a:pt x="1141764" y="2044598"/>
                </a:lnTo>
                <a:lnTo>
                  <a:pt x="1009831" y="2176531"/>
                </a:lnTo>
                <a:lnTo>
                  <a:pt x="18000" y="2176531"/>
                </a:lnTo>
                <a:lnTo>
                  <a:pt x="18000" y="2664000"/>
                </a:lnTo>
                <a:lnTo>
                  <a:pt x="0" y="266400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tx1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19" name="Text Placeholder 29">
            <a:extLst>
              <a:ext uri="{FF2B5EF4-FFF2-40B4-BE49-F238E27FC236}">
                <a16:creationId xmlns:a16="http://schemas.microsoft.com/office/drawing/2014/main" id="{DFB0D309-AB17-47AE-C87C-CB3AE74D48F7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>
          <a:xfrm>
            <a:off x="6469666" y="1720518"/>
            <a:ext cx="1524316" cy="553099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l">
              <a:buNone/>
              <a:defRPr sz="14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</a:t>
            </a:r>
            <a:endParaRPr lang="en-ID" dirty="0"/>
          </a:p>
        </p:txBody>
      </p:sp>
      <p:sp>
        <p:nvSpPr>
          <p:cNvPr id="20" name="Text Placeholder 29">
            <a:extLst>
              <a:ext uri="{FF2B5EF4-FFF2-40B4-BE49-F238E27FC236}">
                <a16:creationId xmlns:a16="http://schemas.microsoft.com/office/drawing/2014/main" id="{ED0C3C28-B9D9-204C-3BAC-8C8324471AB7}"/>
              </a:ext>
            </a:extLst>
          </p:cNvPr>
          <p:cNvSpPr>
            <a:spLocks noGrp="1"/>
          </p:cNvSpPr>
          <p:nvPr>
            <p:ph type="body" sz="quarter" idx="59"/>
          </p:nvPr>
        </p:nvSpPr>
        <p:spPr>
          <a:xfrm>
            <a:off x="6469666" y="2345618"/>
            <a:ext cx="1524316" cy="1141608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l">
              <a:buNone/>
              <a:defRPr sz="12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22" name="Text Placeholder 29">
            <a:extLst>
              <a:ext uri="{FF2B5EF4-FFF2-40B4-BE49-F238E27FC236}">
                <a16:creationId xmlns:a16="http://schemas.microsoft.com/office/drawing/2014/main" id="{8DAE8AB0-2EDB-576D-0B84-B8E513187788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6469666" y="4040481"/>
            <a:ext cx="1524316" cy="31273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 algn="l">
              <a:buNone/>
              <a:defRPr sz="1300" b="1">
                <a:solidFill>
                  <a:schemeClr val="accent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Milestone</a:t>
            </a:r>
            <a:endParaRPr lang="en-ID" dirty="0"/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AE0F66E6-C9FC-6A68-DE85-AF17E4FB36A5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8057966" y="3163716"/>
            <a:ext cx="1141764" cy="2664000"/>
          </a:xfrm>
          <a:custGeom>
            <a:avLst/>
            <a:gdLst>
              <a:gd name="connsiteX0" fmla="*/ 0 w 1141764"/>
              <a:gd name="connsiteY0" fmla="*/ 0 h 2664000"/>
              <a:gd name="connsiteX1" fmla="*/ 18000 w 1141764"/>
              <a:gd name="connsiteY1" fmla="*/ 0 h 2664000"/>
              <a:gd name="connsiteX2" fmla="*/ 18000 w 1141764"/>
              <a:gd name="connsiteY2" fmla="*/ 465762 h 2664000"/>
              <a:gd name="connsiteX3" fmla="*/ 1009831 w 1141764"/>
              <a:gd name="connsiteY3" fmla="*/ 465762 h 2664000"/>
              <a:gd name="connsiteX4" fmla="*/ 1141764 w 1141764"/>
              <a:gd name="connsiteY4" fmla="*/ 597695 h 2664000"/>
              <a:gd name="connsiteX5" fmla="*/ 1009831 w 1141764"/>
              <a:gd name="connsiteY5" fmla="*/ 729628 h 2664000"/>
              <a:gd name="connsiteX6" fmla="*/ 18000 w 1141764"/>
              <a:gd name="connsiteY6" fmla="*/ 729628 h 2664000"/>
              <a:gd name="connsiteX7" fmla="*/ 18000 w 1141764"/>
              <a:gd name="connsiteY7" fmla="*/ 2664000 h 2664000"/>
              <a:gd name="connsiteX8" fmla="*/ 0 w 1141764"/>
              <a:gd name="connsiteY8" fmla="*/ 2664000 h 266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41764" h="2664000">
                <a:moveTo>
                  <a:pt x="0" y="0"/>
                </a:moveTo>
                <a:lnTo>
                  <a:pt x="18000" y="0"/>
                </a:lnTo>
                <a:lnTo>
                  <a:pt x="18000" y="465762"/>
                </a:lnTo>
                <a:lnTo>
                  <a:pt x="1009831" y="465762"/>
                </a:lnTo>
                <a:lnTo>
                  <a:pt x="1141764" y="597695"/>
                </a:lnTo>
                <a:lnTo>
                  <a:pt x="1009831" y="729628"/>
                </a:lnTo>
                <a:lnTo>
                  <a:pt x="18000" y="729628"/>
                </a:lnTo>
                <a:lnTo>
                  <a:pt x="18000" y="2664000"/>
                </a:lnTo>
                <a:lnTo>
                  <a:pt x="0" y="266400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tx1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26" name="Text Placeholder 29">
            <a:extLst>
              <a:ext uri="{FF2B5EF4-FFF2-40B4-BE49-F238E27FC236}">
                <a16:creationId xmlns:a16="http://schemas.microsoft.com/office/drawing/2014/main" id="{AD762095-069D-4BD6-640E-EA976F90EBE8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>
          <a:xfrm>
            <a:off x="8262789" y="4043826"/>
            <a:ext cx="1524316" cy="553099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l">
              <a:buNone/>
              <a:defRPr sz="14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</a:t>
            </a:r>
            <a:endParaRPr lang="en-ID" dirty="0"/>
          </a:p>
        </p:txBody>
      </p:sp>
      <p:sp>
        <p:nvSpPr>
          <p:cNvPr id="27" name="Text Placeholder 29">
            <a:extLst>
              <a:ext uri="{FF2B5EF4-FFF2-40B4-BE49-F238E27FC236}">
                <a16:creationId xmlns:a16="http://schemas.microsoft.com/office/drawing/2014/main" id="{8B4A0DAC-82E4-6662-A9B3-71544EC46FB8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8262789" y="4668926"/>
            <a:ext cx="1524316" cy="1141608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l">
              <a:buNone/>
              <a:defRPr sz="12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28" name="Text Placeholder 29">
            <a:extLst>
              <a:ext uri="{FF2B5EF4-FFF2-40B4-BE49-F238E27FC236}">
                <a16:creationId xmlns:a16="http://schemas.microsoft.com/office/drawing/2014/main" id="{80354A45-56CA-A32F-60C5-C779D9B604C7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62789" y="3163716"/>
            <a:ext cx="1524316" cy="31273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 algn="l">
              <a:buNone/>
              <a:defRPr sz="1300" b="1">
                <a:solidFill>
                  <a:schemeClr val="accent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Milestone</a:t>
            </a:r>
            <a:endParaRPr lang="en-ID" dirty="0"/>
          </a:p>
        </p:txBody>
      </p:sp>
      <p:sp>
        <p:nvSpPr>
          <p:cNvPr id="42" name="Text Placeholder 41">
            <a:extLst>
              <a:ext uri="{FF2B5EF4-FFF2-40B4-BE49-F238E27FC236}">
                <a16:creationId xmlns:a16="http://schemas.microsoft.com/office/drawing/2014/main" id="{97B36B24-800C-2D6E-5DD0-17E657548ECF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9851089" y="1716813"/>
            <a:ext cx="1141764" cy="2664000"/>
          </a:xfrm>
          <a:custGeom>
            <a:avLst/>
            <a:gdLst>
              <a:gd name="connsiteX0" fmla="*/ 0 w 1141764"/>
              <a:gd name="connsiteY0" fmla="*/ 0 h 2664000"/>
              <a:gd name="connsiteX1" fmla="*/ 18000 w 1141764"/>
              <a:gd name="connsiteY1" fmla="*/ 0 h 2664000"/>
              <a:gd name="connsiteX2" fmla="*/ 18000 w 1141764"/>
              <a:gd name="connsiteY2" fmla="*/ 1912665 h 2664000"/>
              <a:gd name="connsiteX3" fmla="*/ 1009831 w 1141764"/>
              <a:gd name="connsiteY3" fmla="*/ 1912665 h 2664000"/>
              <a:gd name="connsiteX4" fmla="*/ 1141764 w 1141764"/>
              <a:gd name="connsiteY4" fmla="*/ 2044598 h 2664000"/>
              <a:gd name="connsiteX5" fmla="*/ 1009831 w 1141764"/>
              <a:gd name="connsiteY5" fmla="*/ 2176531 h 2664000"/>
              <a:gd name="connsiteX6" fmla="*/ 18000 w 1141764"/>
              <a:gd name="connsiteY6" fmla="*/ 2176531 h 2664000"/>
              <a:gd name="connsiteX7" fmla="*/ 18000 w 1141764"/>
              <a:gd name="connsiteY7" fmla="*/ 2664000 h 2664000"/>
              <a:gd name="connsiteX8" fmla="*/ 0 w 1141764"/>
              <a:gd name="connsiteY8" fmla="*/ 2664000 h 266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41764" h="2664000">
                <a:moveTo>
                  <a:pt x="0" y="0"/>
                </a:moveTo>
                <a:lnTo>
                  <a:pt x="18000" y="0"/>
                </a:lnTo>
                <a:lnTo>
                  <a:pt x="18000" y="1912665"/>
                </a:lnTo>
                <a:lnTo>
                  <a:pt x="1009831" y="1912665"/>
                </a:lnTo>
                <a:lnTo>
                  <a:pt x="1141764" y="2044598"/>
                </a:lnTo>
                <a:lnTo>
                  <a:pt x="1009831" y="2176531"/>
                </a:lnTo>
                <a:lnTo>
                  <a:pt x="18000" y="2176531"/>
                </a:lnTo>
                <a:lnTo>
                  <a:pt x="18000" y="2664000"/>
                </a:lnTo>
                <a:lnTo>
                  <a:pt x="0" y="266400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tIns="0" bIns="0" anchor="ctr">
            <a:noAutofit/>
          </a:bodyPr>
          <a:lstStyle>
            <a:lvl1pPr marL="0" indent="0">
              <a:buNone/>
              <a:defRPr sz="1000" b="1">
                <a:solidFill>
                  <a:schemeClr val="tx1">
                    <a:alpha val="0"/>
                  </a:schemeClr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.</a:t>
            </a:r>
            <a:endParaRPr lang="en-ID" dirty="0"/>
          </a:p>
        </p:txBody>
      </p:sp>
      <p:sp>
        <p:nvSpPr>
          <p:cNvPr id="31" name="Text Placeholder 29">
            <a:extLst>
              <a:ext uri="{FF2B5EF4-FFF2-40B4-BE49-F238E27FC236}">
                <a16:creationId xmlns:a16="http://schemas.microsoft.com/office/drawing/2014/main" id="{5F91528B-4016-9A18-C984-2859E73B2C44}"/>
              </a:ext>
            </a:extLst>
          </p:cNvPr>
          <p:cNvSpPr>
            <a:spLocks noGrp="1"/>
          </p:cNvSpPr>
          <p:nvPr>
            <p:ph type="body" sz="quarter" idx="68"/>
          </p:nvPr>
        </p:nvSpPr>
        <p:spPr>
          <a:xfrm>
            <a:off x="10055912" y="1720518"/>
            <a:ext cx="1524316" cy="553099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l">
              <a:buNone/>
              <a:defRPr sz="14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</a:t>
            </a:r>
            <a:endParaRPr lang="en-ID" dirty="0"/>
          </a:p>
        </p:txBody>
      </p:sp>
      <p:sp>
        <p:nvSpPr>
          <p:cNvPr id="32" name="Text Placeholder 29">
            <a:extLst>
              <a:ext uri="{FF2B5EF4-FFF2-40B4-BE49-F238E27FC236}">
                <a16:creationId xmlns:a16="http://schemas.microsoft.com/office/drawing/2014/main" id="{49AA65F4-5D9F-C19E-6142-74B8F0A68D43}"/>
              </a:ext>
            </a:extLst>
          </p:cNvPr>
          <p:cNvSpPr>
            <a:spLocks noGrp="1"/>
          </p:cNvSpPr>
          <p:nvPr>
            <p:ph type="body" sz="quarter" idx="69"/>
          </p:nvPr>
        </p:nvSpPr>
        <p:spPr>
          <a:xfrm>
            <a:off x="10055912" y="2345618"/>
            <a:ext cx="1524316" cy="1141608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l">
              <a:buNone/>
              <a:defRPr sz="12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4989308E-DDCB-3B4E-8245-6F016843BB64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10055912" y="4040481"/>
            <a:ext cx="1524316" cy="31273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 algn="l">
              <a:buNone/>
              <a:defRPr sz="1300" b="1">
                <a:solidFill>
                  <a:schemeClr val="accent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Milestone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8592309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I60V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783CBED-341E-9027-5136-D2E9011380BC}"/>
              </a:ext>
            </a:extLst>
          </p:cNvPr>
          <p:cNvGrpSpPr/>
          <p:nvPr userDrawn="1"/>
        </p:nvGrpSpPr>
        <p:grpSpPr>
          <a:xfrm>
            <a:off x="4137023" y="3111644"/>
            <a:ext cx="3923434" cy="1307812"/>
            <a:chOff x="4134283" y="2771991"/>
            <a:chExt cx="3923434" cy="1307812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696EBF9-8AB2-F4FA-7FAE-3BCD3D884CED}"/>
                </a:ext>
              </a:extLst>
            </p:cNvPr>
            <p:cNvGrpSpPr/>
            <p:nvPr userDrawn="1"/>
          </p:nvGrpSpPr>
          <p:grpSpPr>
            <a:xfrm>
              <a:off x="4134283" y="2771991"/>
              <a:ext cx="3923434" cy="1307812"/>
              <a:chOff x="4134283" y="2768888"/>
              <a:chExt cx="3923434" cy="1307812"/>
            </a:xfrm>
          </p:grpSpPr>
          <p:sp>
            <p:nvSpPr>
              <p:cNvPr id="14" name="Arc 47">
                <a:extLst>
                  <a:ext uri="{FF2B5EF4-FFF2-40B4-BE49-F238E27FC236}">
                    <a16:creationId xmlns:a16="http://schemas.microsoft.com/office/drawing/2014/main" id="{4D12145B-7BD1-58A9-8595-5786D4C8288E}"/>
                  </a:ext>
                </a:extLst>
              </p:cNvPr>
              <p:cNvSpPr/>
              <p:nvPr userDrawn="1"/>
            </p:nvSpPr>
            <p:spPr>
              <a:xfrm>
                <a:off x="4134283" y="2768888"/>
                <a:ext cx="1307811" cy="1307812"/>
              </a:xfrm>
              <a:prstGeom prst="ellipse">
                <a:avLst/>
              </a:prstGeom>
              <a:ln w="5715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5" name="Arc 48">
                <a:extLst>
                  <a:ext uri="{FF2B5EF4-FFF2-40B4-BE49-F238E27FC236}">
                    <a16:creationId xmlns:a16="http://schemas.microsoft.com/office/drawing/2014/main" id="{35F410C9-0806-C24E-88F1-F0B46FF46EE8}"/>
                  </a:ext>
                </a:extLst>
              </p:cNvPr>
              <p:cNvSpPr/>
              <p:nvPr userDrawn="1"/>
            </p:nvSpPr>
            <p:spPr>
              <a:xfrm flipV="1">
                <a:off x="5442094" y="2768888"/>
                <a:ext cx="1307811" cy="1307812"/>
              </a:xfrm>
              <a:prstGeom prst="ellipse">
                <a:avLst/>
              </a:prstGeom>
              <a:ln w="5715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7" name="Arc 49">
                <a:extLst>
                  <a:ext uri="{FF2B5EF4-FFF2-40B4-BE49-F238E27FC236}">
                    <a16:creationId xmlns:a16="http://schemas.microsoft.com/office/drawing/2014/main" id="{5C217920-EEE8-FF60-C8AB-64E1405FB7D1}"/>
                  </a:ext>
                </a:extLst>
              </p:cNvPr>
              <p:cNvSpPr/>
              <p:nvPr userDrawn="1"/>
            </p:nvSpPr>
            <p:spPr>
              <a:xfrm>
                <a:off x="6749906" y="2768888"/>
                <a:ext cx="1307811" cy="1307812"/>
              </a:xfrm>
              <a:prstGeom prst="ellipse">
                <a:avLst/>
              </a:prstGeom>
              <a:ln w="5715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EC07D22F-9B24-068A-0853-66329223CF03}"/>
                </a:ext>
              </a:extLst>
            </p:cNvPr>
            <p:cNvGrpSpPr/>
            <p:nvPr userDrawn="1"/>
          </p:nvGrpSpPr>
          <p:grpSpPr>
            <a:xfrm>
              <a:off x="4134283" y="2771991"/>
              <a:ext cx="3923434" cy="1307812"/>
              <a:chOff x="4134283" y="2775094"/>
              <a:chExt cx="3923434" cy="1307812"/>
            </a:xfrm>
          </p:grpSpPr>
          <p:sp>
            <p:nvSpPr>
              <p:cNvPr id="10" name="Arc 9">
                <a:extLst>
                  <a:ext uri="{FF2B5EF4-FFF2-40B4-BE49-F238E27FC236}">
                    <a16:creationId xmlns:a16="http://schemas.microsoft.com/office/drawing/2014/main" id="{F67735F8-5205-EA06-C7D5-B6D58607C979}"/>
                  </a:ext>
                </a:extLst>
              </p:cNvPr>
              <p:cNvSpPr/>
              <p:nvPr userDrawn="1"/>
            </p:nvSpPr>
            <p:spPr>
              <a:xfrm>
                <a:off x="4134283" y="2775094"/>
                <a:ext cx="1307811" cy="1307812"/>
              </a:xfrm>
              <a:prstGeom prst="arc">
                <a:avLst>
                  <a:gd name="adj1" fmla="val 10792152"/>
                  <a:gd name="adj2" fmla="val 0"/>
                </a:avLst>
              </a:prstGeom>
              <a:ln w="57150" cap="rnd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2" name="Arc 11">
                <a:extLst>
                  <a:ext uri="{FF2B5EF4-FFF2-40B4-BE49-F238E27FC236}">
                    <a16:creationId xmlns:a16="http://schemas.microsoft.com/office/drawing/2014/main" id="{3F9BD18F-83E3-0B59-1C8B-CCB9AB85D5A9}"/>
                  </a:ext>
                </a:extLst>
              </p:cNvPr>
              <p:cNvSpPr/>
              <p:nvPr userDrawn="1"/>
            </p:nvSpPr>
            <p:spPr>
              <a:xfrm flipV="1">
                <a:off x="5442094" y="2775094"/>
                <a:ext cx="1307811" cy="1307812"/>
              </a:xfrm>
              <a:prstGeom prst="arc">
                <a:avLst>
                  <a:gd name="adj1" fmla="val 10790197"/>
                  <a:gd name="adj2" fmla="val 0"/>
                </a:avLst>
              </a:prstGeom>
              <a:ln w="57150" cap="rnd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3" name="Arc 12">
                <a:extLst>
                  <a:ext uri="{FF2B5EF4-FFF2-40B4-BE49-F238E27FC236}">
                    <a16:creationId xmlns:a16="http://schemas.microsoft.com/office/drawing/2014/main" id="{D1F84C90-514B-343E-5F5B-7AB8ACE9B5CD}"/>
                  </a:ext>
                </a:extLst>
              </p:cNvPr>
              <p:cNvSpPr/>
              <p:nvPr userDrawn="1"/>
            </p:nvSpPr>
            <p:spPr>
              <a:xfrm>
                <a:off x="6749906" y="2775094"/>
                <a:ext cx="1307811" cy="1307812"/>
              </a:xfrm>
              <a:prstGeom prst="arc">
                <a:avLst>
                  <a:gd name="adj1" fmla="val 10792152"/>
                  <a:gd name="adj2" fmla="val 0"/>
                </a:avLst>
              </a:prstGeom>
              <a:ln w="57150" cap="rnd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036477C-8D55-B4B8-85DD-DAF85A20D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43" y="586105"/>
            <a:ext cx="10873182" cy="709295"/>
          </a:xfrm>
        </p:spPr>
        <p:txBody>
          <a:bodyPr anchor="t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D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657BBCF-CA9E-FB2C-CA76-82D2795FF965}"/>
              </a:ext>
            </a:extLst>
          </p:cNvPr>
          <p:cNvCxnSpPr>
            <a:cxnSpLocks/>
          </p:cNvCxnSpPr>
          <p:nvPr userDrawn="1"/>
        </p:nvCxnSpPr>
        <p:spPr>
          <a:xfrm>
            <a:off x="587375" y="585690"/>
            <a:ext cx="0" cy="70971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7014ED8C-D9A2-3233-BF99-B959865B48B9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1090297" y="2077954"/>
            <a:ext cx="2989578" cy="553099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r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27A02D2A-8972-F536-0B27-7D6428470586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090297" y="2703054"/>
            <a:ext cx="2989578" cy="719417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r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5C686B82-2E00-D61D-3AA1-3461944BF439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4160928" y="3609181"/>
            <a:ext cx="1260000" cy="31273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 algn="ctr">
              <a:buNone/>
              <a:defRPr sz="1700" b="1">
                <a:solidFill>
                  <a:schemeClr val="accent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Milestone</a:t>
            </a:r>
            <a:endParaRPr lang="en-ID" dirty="0"/>
          </a:p>
        </p:txBody>
      </p:sp>
      <p:sp>
        <p:nvSpPr>
          <p:cNvPr id="60" name="Text Placeholder 29">
            <a:extLst>
              <a:ext uri="{FF2B5EF4-FFF2-40B4-BE49-F238E27FC236}">
                <a16:creationId xmlns:a16="http://schemas.microsoft.com/office/drawing/2014/main" id="{E10C62AC-5F15-FEF7-14F7-69E74FF548BF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5468739" y="3609181"/>
            <a:ext cx="1260000" cy="31273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 algn="ctr">
              <a:buNone/>
              <a:defRPr sz="1700" b="1">
                <a:solidFill>
                  <a:schemeClr val="accent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Milestone</a:t>
            </a:r>
            <a:endParaRPr lang="en-ID" dirty="0"/>
          </a:p>
        </p:txBody>
      </p:sp>
      <p:sp>
        <p:nvSpPr>
          <p:cNvPr id="63" name="Text Placeholder 29">
            <a:extLst>
              <a:ext uri="{FF2B5EF4-FFF2-40B4-BE49-F238E27FC236}">
                <a16:creationId xmlns:a16="http://schemas.microsoft.com/office/drawing/2014/main" id="{261031B1-B982-A042-4CFA-1D2651953B25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8112127" y="2077954"/>
            <a:ext cx="2989578" cy="553099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l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64" name="Text Placeholder 29">
            <a:extLst>
              <a:ext uri="{FF2B5EF4-FFF2-40B4-BE49-F238E27FC236}">
                <a16:creationId xmlns:a16="http://schemas.microsoft.com/office/drawing/2014/main" id="{9A88BB22-41E4-5ACD-09E4-4157B024B08C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8112127" y="2703054"/>
            <a:ext cx="2989578" cy="719417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65" name="Text Placeholder 29">
            <a:extLst>
              <a:ext uri="{FF2B5EF4-FFF2-40B4-BE49-F238E27FC236}">
                <a16:creationId xmlns:a16="http://schemas.microsoft.com/office/drawing/2014/main" id="{071D6C45-DAA5-4D1C-9957-40129325EB67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6776551" y="3609181"/>
            <a:ext cx="1260000" cy="31273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 algn="ctr">
              <a:buNone/>
              <a:defRPr sz="1700" b="1">
                <a:solidFill>
                  <a:schemeClr val="accent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Milestone</a:t>
            </a:r>
            <a:endParaRPr lang="en-ID" dirty="0"/>
          </a:p>
        </p:txBody>
      </p:sp>
      <p:sp>
        <p:nvSpPr>
          <p:cNvPr id="74" name="Text Placeholder 29">
            <a:extLst>
              <a:ext uri="{FF2B5EF4-FFF2-40B4-BE49-F238E27FC236}">
                <a16:creationId xmlns:a16="http://schemas.microsoft.com/office/drawing/2014/main" id="{9A4B37EF-352C-7F66-A0C7-B1AAC332DF0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4601211" y="4640443"/>
            <a:ext cx="2989578" cy="553099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ctr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75" name="Text Placeholder 29">
            <a:extLst>
              <a:ext uri="{FF2B5EF4-FFF2-40B4-BE49-F238E27FC236}">
                <a16:creationId xmlns:a16="http://schemas.microsoft.com/office/drawing/2014/main" id="{8AD0A0A8-C4B1-7D11-7CF8-B6C55DDAF46D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4601211" y="5265543"/>
            <a:ext cx="2989578" cy="719417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ctr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0537358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I60V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7D5833C4-DC12-C256-8147-AB2E873090F7}"/>
              </a:ext>
            </a:extLst>
          </p:cNvPr>
          <p:cNvGrpSpPr/>
          <p:nvPr userDrawn="1"/>
        </p:nvGrpSpPr>
        <p:grpSpPr>
          <a:xfrm>
            <a:off x="3423758" y="3111644"/>
            <a:ext cx="5231244" cy="1307812"/>
            <a:chOff x="4134283" y="3357980"/>
            <a:chExt cx="5231244" cy="1307812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01BCF58-0363-AD55-7706-7577015208AD}"/>
                </a:ext>
              </a:extLst>
            </p:cNvPr>
            <p:cNvGrpSpPr/>
            <p:nvPr userDrawn="1"/>
          </p:nvGrpSpPr>
          <p:grpSpPr>
            <a:xfrm>
              <a:off x="6749905" y="3357980"/>
              <a:ext cx="2615622" cy="1307812"/>
              <a:chOff x="4134283" y="2768888"/>
              <a:chExt cx="2615622" cy="1307812"/>
            </a:xfrm>
          </p:grpSpPr>
          <p:sp>
            <p:nvSpPr>
              <p:cNvPr id="27" name="Arc 47">
                <a:extLst>
                  <a:ext uri="{FF2B5EF4-FFF2-40B4-BE49-F238E27FC236}">
                    <a16:creationId xmlns:a16="http://schemas.microsoft.com/office/drawing/2014/main" id="{1BF9A4E5-A19D-055D-8E75-99214E96ED1B}"/>
                  </a:ext>
                </a:extLst>
              </p:cNvPr>
              <p:cNvSpPr/>
              <p:nvPr userDrawn="1"/>
            </p:nvSpPr>
            <p:spPr>
              <a:xfrm>
                <a:off x="4134283" y="2768888"/>
                <a:ext cx="1307811" cy="1307812"/>
              </a:xfrm>
              <a:prstGeom prst="ellipse">
                <a:avLst/>
              </a:prstGeom>
              <a:ln w="5715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8" name="Arc 48">
                <a:extLst>
                  <a:ext uri="{FF2B5EF4-FFF2-40B4-BE49-F238E27FC236}">
                    <a16:creationId xmlns:a16="http://schemas.microsoft.com/office/drawing/2014/main" id="{5CC87E2F-50E6-39DD-CDFC-305C19C07B98}"/>
                  </a:ext>
                </a:extLst>
              </p:cNvPr>
              <p:cNvSpPr/>
              <p:nvPr userDrawn="1"/>
            </p:nvSpPr>
            <p:spPr>
              <a:xfrm flipV="1">
                <a:off x="5442094" y="2768888"/>
                <a:ext cx="1307811" cy="1307812"/>
              </a:xfrm>
              <a:prstGeom prst="ellipse">
                <a:avLst/>
              </a:prstGeom>
              <a:ln w="5715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8E84A738-0246-4B22-A768-845597DB34B1}"/>
                </a:ext>
              </a:extLst>
            </p:cNvPr>
            <p:cNvGrpSpPr/>
            <p:nvPr userDrawn="1"/>
          </p:nvGrpSpPr>
          <p:grpSpPr>
            <a:xfrm>
              <a:off x="4134283" y="3357980"/>
              <a:ext cx="2615622" cy="1307812"/>
              <a:chOff x="4134283" y="2768888"/>
              <a:chExt cx="2615622" cy="1307812"/>
            </a:xfrm>
          </p:grpSpPr>
          <p:sp>
            <p:nvSpPr>
              <p:cNvPr id="25" name="Arc 47">
                <a:extLst>
                  <a:ext uri="{FF2B5EF4-FFF2-40B4-BE49-F238E27FC236}">
                    <a16:creationId xmlns:a16="http://schemas.microsoft.com/office/drawing/2014/main" id="{05BC3C8F-7B44-2BED-6193-E93BB9B72472}"/>
                  </a:ext>
                </a:extLst>
              </p:cNvPr>
              <p:cNvSpPr/>
              <p:nvPr userDrawn="1"/>
            </p:nvSpPr>
            <p:spPr>
              <a:xfrm>
                <a:off x="4134283" y="2768888"/>
                <a:ext cx="1307811" cy="1307812"/>
              </a:xfrm>
              <a:prstGeom prst="ellipse">
                <a:avLst/>
              </a:prstGeom>
              <a:ln w="5715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6" name="Arc 48">
                <a:extLst>
                  <a:ext uri="{FF2B5EF4-FFF2-40B4-BE49-F238E27FC236}">
                    <a16:creationId xmlns:a16="http://schemas.microsoft.com/office/drawing/2014/main" id="{8F3EF4B7-90AB-C7DA-B8CB-018463EB1B1D}"/>
                  </a:ext>
                </a:extLst>
              </p:cNvPr>
              <p:cNvSpPr/>
              <p:nvPr userDrawn="1"/>
            </p:nvSpPr>
            <p:spPr>
              <a:xfrm flipV="1">
                <a:off x="5442094" y="2768888"/>
                <a:ext cx="1307811" cy="1307812"/>
              </a:xfrm>
              <a:prstGeom prst="ellipse">
                <a:avLst/>
              </a:prstGeom>
              <a:ln w="5715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89FB1F07-E1F7-E735-3584-493086F95515}"/>
                </a:ext>
              </a:extLst>
            </p:cNvPr>
            <p:cNvGrpSpPr/>
            <p:nvPr userDrawn="1"/>
          </p:nvGrpSpPr>
          <p:grpSpPr>
            <a:xfrm>
              <a:off x="4134283" y="3357980"/>
              <a:ext cx="2615622" cy="1307812"/>
              <a:chOff x="4134283" y="2775094"/>
              <a:chExt cx="2615622" cy="1307812"/>
            </a:xfrm>
          </p:grpSpPr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D0384BA1-F92B-41F3-C1AE-23727B73848C}"/>
                  </a:ext>
                </a:extLst>
              </p:cNvPr>
              <p:cNvSpPr/>
              <p:nvPr userDrawn="1"/>
            </p:nvSpPr>
            <p:spPr>
              <a:xfrm>
                <a:off x="4134283" y="2775094"/>
                <a:ext cx="1307811" cy="1307812"/>
              </a:xfrm>
              <a:prstGeom prst="arc">
                <a:avLst>
                  <a:gd name="adj1" fmla="val 10792152"/>
                  <a:gd name="adj2" fmla="val 0"/>
                </a:avLst>
              </a:prstGeom>
              <a:ln w="57150" cap="rnd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4" name="Arc 23">
                <a:extLst>
                  <a:ext uri="{FF2B5EF4-FFF2-40B4-BE49-F238E27FC236}">
                    <a16:creationId xmlns:a16="http://schemas.microsoft.com/office/drawing/2014/main" id="{5EBDB500-C547-2D2E-C1E5-DA481BCDCED5}"/>
                  </a:ext>
                </a:extLst>
              </p:cNvPr>
              <p:cNvSpPr/>
              <p:nvPr userDrawn="1"/>
            </p:nvSpPr>
            <p:spPr>
              <a:xfrm flipV="1">
                <a:off x="5442094" y="2775094"/>
                <a:ext cx="1307811" cy="1307812"/>
              </a:xfrm>
              <a:prstGeom prst="arc">
                <a:avLst>
                  <a:gd name="adj1" fmla="val 10790197"/>
                  <a:gd name="adj2" fmla="val 0"/>
                </a:avLst>
              </a:prstGeom>
              <a:ln w="57150" cap="rnd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836FD13-85D3-B050-415C-DA5E49AA432F}"/>
                </a:ext>
              </a:extLst>
            </p:cNvPr>
            <p:cNvGrpSpPr/>
            <p:nvPr userDrawn="1"/>
          </p:nvGrpSpPr>
          <p:grpSpPr>
            <a:xfrm>
              <a:off x="6749905" y="3357980"/>
              <a:ext cx="2615622" cy="1307812"/>
              <a:chOff x="4134283" y="2775094"/>
              <a:chExt cx="2615622" cy="1307812"/>
            </a:xfrm>
          </p:grpSpPr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17EDC98A-FAF8-1636-961C-0E3CB7409E03}"/>
                  </a:ext>
                </a:extLst>
              </p:cNvPr>
              <p:cNvSpPr/>
              <p:nvPr userDrawn="1"/>
            </p:nvSpPr>
            <p:spPr>
              <a:xfrm>
                <a:off x="4134283" y="2775094"/>
                <a:ext cx="1307811" cy="1307812"/>
              </a:xfrm>
              <a:prstGeom prst="arc">
                <a:avLst>
                  <a:gd name="adj1" fmla="val 10792152"/>
                  <a:gd name="adj2" fmla="val 0"/>
                </a:avLst>
              </a:prstGeom>
              <a:ln w="57150" cap="rnd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" name="Arc 21">
                <a:extLst>
                  <a:ext uri="{FF2B5EF4-FFF2-40B4-BE49-F238E27FC236}">
                    <a16:creationId xmlns:a16="http://schemas.microsoft.com/office/drawing/2014/main" id="{52C6782D-6669-5C6D-6338-0D1D8E749EFB}"/>
                  </a:ext>
                </a:extLst>
              </p:cNvPr>
              <p:cNvSpPr/>
              <p:nvPr userDrawn="1"/>
            </p:nvSpPr>
            <p:spPr>
              <a:xfrm flipV="1">
                <a:off x="5442094" y="2775094"/>
                <a:ext cx="1307811" cy="1307812"/>
              </a:xfrm>
              <a:prstGeom prst="arc">
                <a:avLst>
                  <a:gd name="adj1" fmla="val 10790197"/>
                  <a:gd name="adj2" fmla="val 0"/>
                </a:avLst>
              </a:prstGeom>
              <a:ln w="57150" cap="rnd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036477C-8D55-B4B8-85DD-DAF85A20D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43" y="586105"/>
            <a:ext cx="10873182" cy="709295"/>
          </a:xfrm>
        </p:spPr>
        <p:txBody>
          <a:bodyPr anchor="t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D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657BBCF-CA9E-FB2C-CA76-82D2795FF965}"/>
              </a:ext>
            </a:extLst>
          </p:cNvPr>
          <p:cNvCxnSpPr>
            <a:cxnSpLocks/>
          </p:cNvCxnSpPr>
          <p:nvPr userDrawn="1"/>
        </p:nvCxnSpPr>
        <p:spPr>
          <a:xfrm>
            <a:off x="587375" y="585690"/>
            <a:ext cx="0" cy="70971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7014ED8C-D9A2-3233-BF99-B959865B48B9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60807" y="2946490"/>
            <a:ext cx="2526766" cy="553099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r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27A02D2A-8972-F536-0B27-7D6428470586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760807" y="3571590"/>
            <a:ext cx="2526766" cy="972433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r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63" name="Text Placeholder 29">
            <a:extLst>
              <a:ext uri="{FF2B5EF4-FFF2-40B4-BE49-F238E27FC236}">
                <a16:creationId xmlns:a16="http://schemas.microsoft.com/office/drawing/2014/main" id="{261031B1-B982-A042-4CFA-1D2651953B25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5429903" y="1441696"/>
            <a:ext cx="2526766" cy="553099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ctr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64" name="Text Placeholder 29">
            <a:extLst>
              <a:ext uri="{FF2B5EF4-FFF2-40B4-BE49-F238E27FC236}">
                <a16:creationId xmlns:a16="http://schemas.microsoft.com/office/drawing/2014/main" id="{9A88BB22-41E4-5ACD-09E4-4157B024B08C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5429903" y="2066796"/>
            <a:ext cx="2526766" cy="972433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ctr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74" name="Text Placeholder 29">
            <a:extLst>
              <a:ext uri="{FF2B5EF4-FFF2-40B4-BE49-F238E27FC236}">
                <a16:creationId xmlns:a16="http://schemas.microsoft.com/office/drawing/2014/main" id="{9A4B37EF-352C-7F66-A0C7-B1AAC332DF0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4124015" y="4596925"/>
            <a:ext cx="2526766" cy="553099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ctr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75" name="Text Placeholder 29">
            <a:extLst>
              <a:ext uri="{FF2B5EF4-FFF2-40B4-BE49-F238E27FC236}">
                <a16:creationId xmlns:a16="http://schemas.microsoft.com/office/drawing/2014/main" id="{8AD0A0A8-C4B1-7D11-7CF8-B6C55DDAF46D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4124015" y="5222025"/>
            <a:ext cx="2526766" cy="972433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ctr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76" name="Text Placeholder 29">
            <a:extLst>
              <a:ext uri="{FF2B5EF4-FFF2-40B4-BE49-F238E27FC236}">
                <a16:creationId xmlns:a16="http://schemas.microsoft.com/office/drawing/2014/main" id="{9F88D094-280F-4883-8661-9A0BF47D066B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>
          <a:xfrm>
            <a:off x="8901380" y="2946490"/>
            <a:ext cx="2526766" cy="553099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l">
              <a:buNone/>
              <a:defRPr sz="18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77" name="Text Placeholder 29">
            <a:extLst>
              <a:ext uri="{FF2B5EF4-FFF2-40B4-BE49-F238E27FC236}">
                <a16:creationId xmlns:a16="http://schemas.microsoft.com/office/drawing/2014/main" id="{A9F31ADB-E84D-0E5A-C855-7382535346A9}"/>
              </a:ext>
            </a:extLst>
          </p:cNvPr>
          <p:cNvSpPr>
            <a:spLocks noGrp="1"/>
          </p:cNvSpPr>
          <p:nvPr>
            <p:ph type="body" sz="quarter" idx="59"/>
          </p:nvPr>
        </p:nvSpPr>
        <p:spPr>
          <a:xfrm>
            <a:off x="8901380" y="3571590"/>
            <a:ext cx="2526766" cy="972433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5C686B82-2E00-D61D-3AA1-3461944BF439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3447663" y="3609181"/>
            <a:ext cx="1260000" cy="31273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 algn="ctr">
              <a:buNone/>
              <a:defRPr sz="1700" b="1">
                <a:solidFill>
                  <a:schemeClr val="accent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Milestone</a:t>
            </a:r>
            <a:endParaRPr lang="en-ID" dirty="0"/>
          </a:p>
        </p:txBody>
      </p:sp>
      <p:sp>
        <p:nvSpPr>
          <p:cNvPr id="60" name="Text Placeholder 29">
            <a:extLst>
              <a:ext uri="{FF2B5EF4-FFF2-40B4-BE49-F238E27FC236}">
                <a16:creationId xmlns:a16="http://schemas.microsoft.com/office/drawing/2014/main" id="{E10C62AC-5F15-FEF7-14F7-69E74FF548BF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756949" y="3609181"/>
            <a:ext cx="1260000" cy="31273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 algn="ctr">
              <a:buNone/>
              <a:defRPr sz="1700" b="1">
                <a:solidFill>
                  <a:schemeClr val="accent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Milestone</a:t>
            </a:r>
            <a:endParaRPr lang="en-ID" dirty="0"/>
          </a:p>
        </p:txBody>
      </p:sp>
      <p:sp>
        <p:nvSpPr>
          <p:cNvPr id="65" name="Text Placeholder 29">
            <a:extLst>
              <a:ext uri="{FF2B5EF4-FFF2-40B4-BE49-F238E27FC236}">
                <a16:creationId xmlns:a16="http://schemas.microsoft.com/office/drawing/2014/main" id="{071D6C45-DAA5-4D1C-9957-40129325EB67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6066235" y="3609181"/>
            <a:ext cx="1260000" cy="31273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 algn="ctr">
              <a:buNone/>
              <a:defRPr sz="1700" b="1">
                <a:solidFill>
                  <a:schemeClr val="accent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Milestone</a:t>
            </a:r>
            <a:endParaRPr lang="en-ID" dirty="0"/>
          </a:p>
        </p:txBody>
      </p:sp>
      <p:sp>
        <p:nvSpPr>
          <p:cNvPr id="70" name="Text Placeholder 29">
            <a:extLst>
              <a:ext uri="{FF2B5EF4-FFF2-40B4-BE49-F238E27FC236}">
                <a16:creationId xmlns:a16="http://schemas.microsoft.com/office/drawing/2014/main" id="{32E39F6E-5616-1EC7-DA06-FA903B0B9CC4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7375521" y="3609181"/>
            <a:ext cx="1260000" cy="31273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 algn="ctr">
              <a:buNone/>
              <a:defRPr sz="1700" b="1">
                <a:solidFill>
                  <a:schemeClr val="accent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Milestone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1829253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I60V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1FE2AD4A-FFA7-E356-533B-3682CE748F60}"/>
              </a:ext>
            </a:extLst>
          </p:cNvPr>
          <p:cNvGrpSpPr/>
          <p:nvPr userDrawn="1"/>
        </p:nvGrpSpPr>
        <p:grpSpPr>
          <a:xfrm>
            <a:off x="2750272" y="3111644"/>
            <a:ext cx="6539055" cy="1307812"/>
            <a:chOff x="3480378" y="3357980"/>
            <a:chExt cx="6539055" cy="1307812"/>
          </a:xfrm>
        </p:grpSpPr>
        <p:sp>
          <p:nvSpPr>
            <p:cNvPr id="12" name="Arc 47">
              <a:extLst>
                <a:ext uri="{FF2B5EF4-FFF2-40B4-BE49-F238E27FC236}">
                  <a16:creationId xmlns:a16="http://schemas.microsoft.com/office/drawing/2014/main" id="{5ADE87A4-1E17-504F-FC08-4E5317FA8905}"/>
                </a:ext>
              </a:extLst>
            </p:cNvPr>
            <p:cNvSpPr/>
            <p:nvPr userDrawn="1"/>
          </p:nvSpPr>
          <p:spPr>
            <a:xfrm>
              <a:off x="8711622" y="3357980"/>
              <a:ext cx="1307811" cy="1307812"/>
            </a:xfrm>
            <a:prstGeom prst="ellipse">
              <a:avLst/>
            </a:prstGeom>
            <a:ln w="57150">
              <a:solidFill>
                <a:schemeClr val="accent1">
                  <a:lumMod val="20000"/>
                  <a:lumOff val="8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Arc 47">
              <a:extLst>
                <a:ext uri="{FF2B5EF4-FFF2-40B4-BE49-F238E27FC236}">
                  <a16:creationId xmlns:a16="http://schemas.microsoft.com/office/drawing/2014/main" id="{58CDE690-F1D3-A2E1-1A15-211FF078FDDB}"/>
                </a:ext>
              </a:extLst>
            </p:cNvPr>
            <p:cNvSpPr/>
            <p:nvPr userDrawn="1"/>
          </p:nvSpPr>
          <p:spPr>
            <a:xfrm>
              <a:off x="6096000" y="3357980"/>
              <a:ext cx="1307811" cy="1307812"/>
            </a:xfrm>
            <a:prstGeom prst="ellipse">
              <a:avLst/>
            </a:prstGeom>
            <a:ln w="57150">
              <a:solidFill>
                <a:schemeClr val="accent1">
                  <a:lumMod val="20000"/>
                  <a:lumOff val="8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Arc 48">
              <a:extLst>
                <a:ext uri="{FF2B5EF4-FFF2-40B4-BE49-F238E27FC236}">
                  <a16:creationId xmlns:a16="http://schemas.microsoft.com/office/drawing/2014/main" id="{98761B8C-B84E-693F-B36F-FB9CE49972F3}"/>
                </a:ext>
              </a:extLst>
            </p:cNvPr>
            <p:cNvSpPr/>
            <p:nvPr userDrawn="1"/>
          </p:nvSpPr>
          <p:spPr>
            <a:xfrm flipV="1">
              <a:off x="7403811" y="3357980"/>
              <a:ext cx="1307811" cy="1307812"/>
            </a:xfrm>
            <a:prstGeom prst="ellipse">
              <a:avLst/>
            </a:prstGeom>
            <a:ln w="57150">
              <a:solidFill>
                <a:schemeClr val="accent1">
                  <a:lumMod val="20000"/>
                  <a:lumOff val="8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" name="Arc 47">
              <a:extLst>
                <a:ext uri="{FF2B5EF4-FFF2-40B4-BE49-F238E27FC236}">
                  <a16:creationId xmlns:a16="http://schemas.microsoft.com/office/drawing/2014/main" id="{1D5F6001-25C6-ED50-DAA0-C9A450EADBDD}"/>
                </a:ext>
              </a:extLst>
            </p:cNvPr>
            <p:cNvSpPr/>
            <p:nvPr userDrawn="1"/>
          </p:nvSpPr>
          <p:spPr>
            <a:xfrm>
              <a:off x="3480378" y="3357980"/>
              <a:ext cx="1307811" cy="1307812"/>
            </a:xfrm>
            <a:prstGeom prst="ellipse">
              <a:avLst/>
            </a:prstGeom>
            <a:ln w="57150">
              <a:solidFill>
                <a:schemeClr val="accent1">
                  <a:lumMod val="20000"/>
                  <a:lumOff val="8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Arc 48">
              <a:extLst>
                <a:ext uri="{FF2B5EF4-FFF2-40B4-BE49-F238E27FC236}">
                  <a16:creationId xmlns:a16="http://schemas.microsoft.com/office/drawing/2014/main" id="{0DB28EB5-007D-E1A3-1B43-13A6960317E9}"/>
                </a:ext>
              </a:extLst>
            </p:cNvPr>
            <p:cNvSpPr/>
            <p:nvPr userDrawn="1"/>
          </p:nvSpPr>
          <p:spPr>
            <a:xfrm flipV="1">
              <a:off x="4788189" y="3357980"/>
              <a:ext cx="1307811" cy="1307812"/>
            </a:xfrm>
            <a:prstGeom prst="ellipse">
              <a:avLst/>
            </a:prstGeom>
            <a:ln w="57150">
              <a:solidFill>
                <a:schemeClr val="accent1">
                  <a:lumMod val="20000"/>
                  <a:lumOff val="8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Arc 17">
              <a:extLst>
                <a:ext uri="{FF2B5EF4-FFF2-40B4-BE49-F238E27FC236}">
                  <a16:creationId xmlns:a16="http://schemas.microsoft.com/office/drawing/2014/main" id="{B5A7E809-373A-B623-3766-CF30FDAA10EB}"/>
                </a:ext>
              </a:extLst>
            </p:cNvPr>
            <p:cNvSpPr/>
            <p:nvPr userDrawn="1"/>
          </p:nvSpPr>
          <p:spPr>
            <a:xfrm>
              <a:off x="3480378" y="3357980"/>
              <a:ext cx="1307811" cy="1307812"/>
            </a:xfrm>
            <a:prstGeom prst="arc">
              <a:avLst>
                <a:gd name="adj1" fmla="val 10792152"/>
                <a:gd name="adj2" fmla="val 0"/>
              </a:avLst>
            </a:prstGeom>
            <a:ln w="57150" cap="rnd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93CEF93B-B80E-035A-FF60-EEF1EF615D77}"/>
                </a:ext>
              </a:extLst>
            </p:cNvPr>
            <p:cNvSpPr/>
            <p:nvPr userDrawn="1"/>
          </p:nvSpPr>
          <p:spPr>
            <a:xfrm flipV="1">
              <a:off x="4788189" y="3357980"/>
              <a:ext cx="1307811" cy="1307812"/>
            </a:xfrm>
            <a:prstGeom prst="arc">
              <a:avLst>
                <a:gd name="adj1" fmla="val 10790197"/>
                <a:gd name="adj2" fmla="val 0"/>
              </a:avLst>
            </a:prstGeom>
            <a:ln w="57150" cap="rnd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Arc 19">
              <a:extLst>
                <a:ext uri="{FF2B5EF4-FFF2-40B4-BE49-F238E27FC236}">
                  <a16:creationId xmlns:a16="http://schemas.microsoft.com/office/drawing/2014/main" id="{BAFB1B3D-BB79-C97B-8395-4A58A130AAD1}"/>
                </a:ext>
              </a:extLst>
            </p:cNvPr>
            <p:cNvSpPr/>
            <p:nvPr userDrawn="1"/>
          </p:nvSpPr>
          <p:spPr>
            <a:xfrm>
              <a:off x="6096000" y="3357980"/>
              <a:ext cx="1307811" cy="1307812"/>
            </a:xfrm>
            <a:prstGeom prst="arc">
              <a:avLst>
                <a:gd name="adj1" fmla="val 10792152"/>
                <a:gd name="adj2" fmla="val 0"/>
              </a:avLst>
            </a:prstGeom>
            <a:ln w="57150" cap="rnd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Arc 21">
              <a:extLst>
                <a:ext uri="{FF2B5EF4-FFF2-40B4-BE49-F238E27FC236}">
                  <a16:creationId xmlns:a16="http://schemas.microsoft.com/office/drawing/2014/main" id="{5058C121-2A3B-AC59-790A-F454E0E4910D}"/>
                </a:ext>
              </a:extLst>
            </p:cNvPr>
            <p:cNvSpPr/>
            <p:nvPr userDrawn="1"/>
          </p:nvSpPr>
          <p:spPr>
            <a:xfrm flipV="1">
              <a:off x="7403811" y="3357980"/>
              <a:ext cx="1307811" cy="1307812"/>
            </a:xfrm>
            <a:prstGeom prst="arc">
              <a:avLst>
                <a:gd name="adj1" fmla="val 10790197"/>
                <a:gd name="adj2" fmla="val 0"/>
              </a:avLst>
            </a:prstGeom>
            <a:ln w="57150" cap="rnd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3" name="Arc 22">
              <a:extLst>
                <a:ext uri="{FF2B5EF4-FFF2-40B4-BE49-F238E27FC236}">
                  <a16:creationId xmlns:a16="http://schemas.microsoft.com/office/drawing/2014/main" id="{64F625EA-4806-1F64-7CEA-1D02E08887B3}"/>
                </a:ext>
              </a:extLst>
            </p:cNvPr>
            <p:cNvSpPr/>
            <p:nvPr userDrawn="1"/>
          </p:nvSpPr>
          <p:spPr>
            <a:xfrm>
              <a:off x="8711622" y="3357980"/>
              <a:ext cx="1307811" cy="1307812"/>
            </a:xfrm>
            <a:prstGeom prst="arc">
              <a:avLst>
                <a:gd name="adj1" fmla="val 10792152"/>
                <a:gd name="adj2" fmla="val 0"/>
              </a:avLst>
            </a:prstGeom>
            <a:ln w="57150" cap="rnd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036477C-8D55-B4B8-85DD-DAF85A20D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43" y="586105"/>
            <a:ext cx="10873182" cy="709295"/>
          </a:xfrm>
        </p:spPr>
        <p:txBody>
          <a:bodyPr anchor="t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D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657BBCF-CA9E-FB2C-CA76-82D2795FF965}"/>
              </a:ext>
            </a:extLst>
          </p:cNvPr>
          <p:cNvCxnSpPr>
            <a:cxnSpLocks/>
          </p:cNvCxnSpPr>
          <p:nvPr userDrawn="1"/>
        </p:nvCxnSpPr>
        <p:spPr>
          <a:xfrm>
            <a:off x="587375" y="585690"/>
            <a:ext cx="0" cy="70971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7014ED8C-D9A2-3233-BF99-B959865B48B9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2401423" y="1507452"/>
            <a:ext cx="2034264" cy="478718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ctr">
              <a:buNone/>
              <a:defRPr sz="14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27A02D2A-8972-F536-0B27-7D6428470586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2401423" y="2058171"/>
            <a:ext cx="2034264" cy="890030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ctr">
              <a:buNone/>
              <a:defRPr sz="12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5C686B82-2E00-D61D-3AA1-3461944BF439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2774178" y="3609181"/>
            <a:ext cx="1260000" cy="31273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 algn="ctr">
              <a:buNone/>
              <a:defRPr sz="1300" b="1">
                <a:solidFill>
                  <a:schemeClr val="accent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Milestone</a:t>
            </a:r>
            <a:endParaRPr lang="en-ID" dirty="0"/>
          </a:p>
        </p:txBody>
      </p:sp>
      <p:sp>
        <p:nvSpPr>
          <p:cNvPr id="163" name="Text Placeholder 29">
            <a:extLst>
              <a:ext uri="{FF2B5EF4-FFF2-40B4-BE49-F238E27FC236}">
                <a16:creationId xmlns:a16="http://schemas.microsoft.com/office/drawing/2014/main" id="{C5DD8546-7846-83DD-C69C-139A5A7F21FE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3706574" y="4552265"/>
            <a:ext cx="2034264" cy="478718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ctr">
              <a:buNone/>
              <a:defRPr sz="14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64" name="Text Placeholder 29">
            <a:extLst>
              <a:ext uri="{FF2B5EF4-FFF2-40B4-BE49-F238E27FC236}">
                <a16:creationId xmlns:a16="http://schemas.microsoft.com/office/drawing/2014/main" id="{F16E4A49-2C01-191F-8326-F61D104B88EC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3706574" y="5102984"/>
            <a:ext cx="2034264" cy="890030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ctr">
              <a:buNone/>
              <a:defRPr sz="12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65" name="Text Placeholder 29">
            <a:extLst>
              <a:ext uri="{FF2B5EF4-FFF2-40B4-BE49-F238E27FC236}">
                <a16:creationId xmlns:a16="http://schemas.microsoft.com/office/drawing/2014/main" id="{B5F67B93-A329-BE6A-41F1-59E419F2B5B9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081989" y="3609181"/>
            <a:ext cx="1260000" cy="31273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 algn="ctr">
              <a:buNone/>
              <a:defRPr sz="1300" b="1">
                <a:solidFill>
                  <a:schemeClr val="accent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Milestone</a:t>
            </a:r>
            <a:endParaRPr lang="en-ID" dirty="0"/>
          </a:p>
        </p:txBody>
      </p:sp>
      <p:sp>
        <p:nvSpPr>
          <p:cNvPr id="168" name="Text Placeholder 29">
            <a:extLst>
              <a:ext uri="{FF2B5EF4-FFF2-40B4-BE49-F238E27FC236}">
                <a16:creationId xmlns:a16="http://schemas.microsoft.com/office/drawing/2014/main" id="{48A5C6E0-43E1-EBAC-3627-302E662E8650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5011725" y="1507452"/>
            <a:ext cx="2034264" cy="478718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ctr">
              <a:buNone/>
              <a:defRPr sz="14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69" name="Text Placeholder 29">
            <a:extLst>
              <a:ext uri="{FF2B5EF4-FFF2-40B4-BE49-F238E27FC236}">
                <a16:creationId xmlns:a16="http://schemas.microsoft.com/office/drawing/2014/main" id="{92ADEB34-3562-FF59-B5E4-127C5221B69D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5011725" y="2058171"/>
            <a:ext cx="2034264" cy="890030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ctr">
              <a:buNone/>
              <a:defRPr sz="12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70" name="Text Placeholder 29">
            <a:extLst>
              <a:ext uri="{FF2B5EF4-FFF2-40B4-BE49-F238E27FC236}">
                <a16:creationId xmlns:a16="http://schemas.microsoft.com/office/drawing/2014/main" id="{AEB128F4-BE54-8A4E-8B71-C822615400B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5389800" y="3609181"/>
            <a:ext cx="1260000" cy="31273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 algn="ctr">
              <a:buNone/>
              <a:defRPr sz="1300" b="1">
                <a:solidFill>
                  <a:schemeClr val="accent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Milestone</a:t>
            </a:r>
            <a:endParaRPr lang="en-ID" dirty="0"/>
          </a:p>
        </p:txBody>
      </p:sp>
      <p:sp>
        <p:nvSpPr>
          <p:cNvPr id="173" name="Text Placeholder 29">
            <a:extLst>
              <a:ext uri="{FF2B5EF4-FFF2-40B4-BE49-F238E27FC236}">
                <a16:creationId xmlns:a16="http://schemas.microsoft.com/office/drawing/2014/main" id="{F761310B-EE7F-0F87-C86E-E6D63D440E48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>
          <a:xfrm>
            <a:off x="6316876" y="4552265"/>
            <a:ext cx="2034264" cy="478718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ctr">
              <a:buNone/>
              <a:defRPr sz="14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74" name="Text Placeholder 29">
            <a:extLst>
              <a:ext uri="{FF2B5EF4-FFF2-40B4-BE49-F238E27FC236}">
                <a16:creationId xmlns:a16="http://schemas.microsoft.com/office/drawing/2014/main" id="{22D679C5-9724-078D-4FB9-33695B27C36A}"/>
              </a:ext>
            </a:extLst>
          </p:cNvPr>
          <p:cNvSpPr>
            <a:spLocks noGrp="1"/>
          </p:cNvSpPr>
          <p:nvPr>
            <p:ph type="body" sz="quarter" idx="59"/>
          </p:nvPr>
        </p:nvSpPr>
        <p:spPr>
          <a:xfrm>
            <a:off x="6316876" y="5102984"/>
            <a:ext cx="2034264" cy="890030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ctr">
              <a:buNone/>
              <a:defRPr sz="12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75" name="Text Placeholder 29">
            <a:extLst>
              <a:ext uri="{FF2B5EF4-FFF2-40B4-BE49-F238E27FC236}">
                <a16:creationId xmlns:a16="http://schemas.microsoft.com/office/drawing/2014/main" id="{6B7B7D1C-51CE-D9FF-4225-896F49CA329F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6697611" y="3609181"/>
            <a:ext cx="1260000" cy="31273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 algn="ctr">
              <a:buNone/>
              <a:defRPr sz="1300" b="1">
                <a:solidFill>
                  <a:schemeClr val="accent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Milestone</a:t>
            </a:r>
            <a:endParaRPr lang="en-ID" dirty="0"/>
          </a:p>
        </p:txBody>
      </p:sp>
      <p:sp>
        <p:nvSpPr>
          <p:cNvPr id="178" name="Text Placeholder 29">
            <a:extLst>
              <a:ext uri="{FF2B5EF4-FFF2-40B4-BE49-F238E27FC236}">
                <a16:creationId xmlns:a16="http://schemas.microsoft.com/office/drawing/2014/main" id="{C9739B77-26F8-B08C-60D1-B8A8F10A4102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>
          <a:xfrm>
            <a:off x="7622026" y="1507452"/>
            <a:ext cx="2034264" cy="478718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ctr">
              <a:buNone/>
              <a:defRPr sz="14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79" name="Text Placeholder 29">
            <a:extLst>
              <a:ext uri="{FF2B5EF4-FFF2-40B4-BE49-F238E27FC236}">
                <a16:creationId xmlns:a16="http://schemas.microsoft.com/office/drawing/2014/main" id="{58402617-6AC8-711D-F79A-1D2968B5E9FF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7622026" y="2058171"/>
            <a:ext cx="2034264" cy="890030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ctr">
              <a:buNone/>
              <a:defRPr sz="12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80" name="Text Placeholder 29">
            <a:extLst>
              <a:ext uri="{FF2B5EF4-FFF2-40B4-BE49-F238E27FC236}">
                <a16:creationId xmlns:a16="http://schemas.microsoft.com/office/drawing/2014/main" id="{EEF0B2A5-748A-C294-5F9B-7654A8F55050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005421" y="3609181"/>
            <a:ext cx="1260000" cy="31273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 algn="ctr">
              <a:buNone/>
              <a:defRPr sz="1300" b="1">
                <a:solidFill>
                  <a:schemeClr val="accent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Milestone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4284733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I60V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B3C0172F-B0C5-5179-7441-64802A951866}"/>
              </a:ext>
            </a:extLst>
          </p:cNvPr>
          <p:cNvGrpSpPr/>
          <p:nvPr userDrawn="1"/>
        </p:nvGrpSpPr>
        <p:grpSpPr>
          <a:xfrm>
            <a:off x="2105892" y="3111644"/>
            <a:ext cx="7846866" cy="1307812"/>
            <a:chOff x="2105892" y="3357980"/>
            <a:chExt cx="7846866" cy="1307812"/>
          </a:xfrm>
        </p:grpSpPr>
        <p:sp>
          <p:nvSpPr>
            <p:cNvPr id="8" name="Arc 48">
              <a:extLst>
                <a:ext uri="{FF2B5EF4-FFF2-40B4-BE49-F238E27FC236}">
                  <a16:creationId xmlns:a16="http://schemas.microsoft.com/office/drawing/2014/main" id="{9A253063-EE6B-D083-6F61-BBE64C38960B}"/>
                </a:ext>
              </a:extLst>
            </p:cNvPr>
            <p:cNvSpPr/>
            <p:nvPr userDrawn="1"/>
          </p:nvSpPr>
          <p:spPr>
            <a:xfrm flipV="1">
              <a:off x="8644947" y="3357980"/>
              <a:ext cx="1307811" cy="1307812"/>
            </a:xfrm>
            <a:prstGeom prst="ellipse">
              <a:avLst/>
            </a:prstGeom>
            <a:ln w="57150">
              <a:solidFill>
                <a:schemeClr val="accent1">
                  <a:lumMod val="20000"/>
                  <a:lumOff val="8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Arc 47">
              <a:extLst>
                <a:ext uri="{FF2B5EF4-FFF2-40B4-BE49-F238E27FC236}">
                  <a16:creationId xmlns:a16="http://schemas.microsoft.com/office/drawing/2014/main" id="{4EDBEE68-316F-FC47-07A7-0FAC8903F7DA}"/>
                </a:ext>
              </a:extLst>
            </p:cNvPr>
            <p:cNvSpPr/>
            <p:nvPr userDrawn="1"/>
          </p:nvSpPr>
          <p:spPr>
            <a:xfrm>
              <a:off x="7337136" y="3357980"/>
              <a:ext cx="1307811" cy="1307812"/>
            </a:xfrm>
            <a:prstGeom prst="ellipse">
              <a:avLst/>
            </a:prstGeom>
            <a:ln w="57150">
              <a:solidFill>
                <a:schemeClr val="accent1">
                  <a:lumMod val="20000"/>
                  <a:lumOff val="8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Arc 47">
              <a:extLst>
                <a:ext uri="{FF2B5EF4-FFF2-40B4-BE49-F238E27FC236}">
                  <a16:creationId xmlns:a16="http://schemas.microsoft.com/office/drawing/2014/main" id="{1EFE890F-CEFD-D528-19D9-E4CBFABB117D}"/>
                </a:ext>
              </a:extLst>
            </p:cNvPr>
            <p:cNvSpPr/>
            <p:nvPr userDrawn="1"/>
          </p:nvSpPr>
          <p:spPr>
            <a:xfrm>
              <a:off x="4721514" y="3357980"/>
              <a:ext cx="1307811" cy="1307812"/>
            </a:xfrm>
            <a:prstGeom prst="ellipse">
              <a:avLst/>
            </a:prstGeom>
            <a:ln w="57150">
              <a:solidFill>
                <a:schemeClr val="accent1">
                  <a:lumMod val="20000"/>
                  <a:lumOff val="8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Arc 48">
              <a:extLst>
                <a:ext uri="{FF2B5EF4-FFF2-40B4-BE49-F238E27FC236}">
                  <a16:creationId xmlns:a16="http://schemas.microsoft.com/office/drawing/2014/main" id="{A57667EE-D2C4-239A-030B-7C8B4BBAF00B}"/>
                </a:ext>
              </a:extLst>
            </p:cNvPr>
            <p:cNvSpPr/>
            <p:nvPr userDrawn="1"/>
          </p:nvSpPr>
          <p:spPr>
            <a:xfrm flipV="1">
              <a:off x="6029325" y="3357980"/>
              <a:ext cx="1307811" cy="1307812"/>
            </a:xfrm>
            <a:prstGeom prst="ellipse">
              <a:avLst/>
            </a:prstGeom>
            <a:ln w="57150">
              <a:solidFill>
                <a:schemeClr val="accent1">
                  <a:lumMod val="20000"/>
                  <a:lumOff val="8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Arc 47">
              <a:extLst>
                <a:ext uri="{FF2B5EF4-FFF2-40B4-BE49-F238E27FC236}">
                  <a16:creationId xmlns:a16="http://schemas.microsoft.com/office/drawing/2014/main" id="{00C81707-9191-4714-D517-44546ED45566}"/>
                </a:ext>
              </a:extLst>
            </p:cNvPr>
            <p:cNvSpPr/>
            <p:nvPr userDrawn="1"/>
          </p:nvSpPr>
          <p:spPr>
            <a:xfrm>
              <a:off x="2105892" y="3357980"/>
              <a:ext cx="1307811" cy="1307812"/>
            </a:xfrm>
            <a:prstGeom prst="ellipse">
              <a:avLst/>
            </a:prstGeom>
            <a:ln w="57150">
              <a:solidFill>
                <a:schemeClr val="accent1">
                  <a:lumMod val="20000"/>
                  <a:lumOff val="8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3" name="Arc 48">
              <a:extLst>
                <a:ext uri="{FF2B5EF4-FFF2-40B4-BE49-F238E27FC236}">
                  <a16:creationId xmlns:a16="http://schemas.microsoft.com/office/drawing/2014/main" id="{7FBC14EA-9CCC-BEEB-B54C-53700C77D219}"/>
                </a:ext>
              </a:extLst>
            </p:cNvPr>
            <p:cNvSpPr/>
            <p:nvPr userDrawn="1"/>
          </p:nvSpPr>
          <p:spPr>
            <a:xfrm flipV="1">
              <a:off x="3413703" y="3357980"/>
              <a:ext cx="1307811" cy="1307812"/>
            </a:xfrm>
            <a:prstGeom prst="ellipse">
              <a:avLst/>
            </a:prstGeom>
            <a:ln w="57150">
              <a:solidFill>
                <a:schemeClr val="accent1">
                  <a:lumMod val="20000"/>
                  <a:lumOff val="8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B35155D2-A2D3-10AB-5EF6-072F8751001D}"/>
                </a:ext>
              </a:extLst>
            </p:cNvPr>
            <p:cNvSpPr/>
            <p:nvPr userDrawn="1"/>
          </p:nvSpPr>
          <p:spPr>
            <a:xfrm>
              <a:off x="2105892" y="3357980"/>
              <a:ext cx="1307811" cy="1307812"/>
            </a:xfrm>
            <a:prstGeom prst="arc">
              <a:avLst>
                <a:gd name="adj1" fmla="val 10792152"/>
                <a:gd name="adj2" fmla="val 0"/>
              </a:avLst>
            </a:prstGeom>
            <a:ln w="57150" cap="rnd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AB8117C9-E8C5-9596-F171-65CE5050C18D}"/>
                </a:ext>
              </a:extLst>
            </p:cNvPr>
            <p:cNvSpPr/>
            <p:nvPr userDrawn="1"/>
          </p:nvSpPr>
          <p:spPr>
            <a:xfrm flipV="1">
              <a:off x="3413703" y="3357980"/>
              <a:ext cx="1307811" cy="1307812"/>
            </a:xfrm>
            <a:prstGeom prst="arc">
              <a:avLst>
                <a:gd name="adj1" fmla="val 10790197"/>
                <a:gd name="adj2" fmla="val 0"/>
              </a:avLst>
            </a:prstGeom>
            <a:ln w="57150" cap="rnd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9" name="Arc 28">
              <a:extLst>
                <a:ext uri="{FF2B5EF4-FFF2-40B4-BE49-F238E27FC236}">
                  <a16:creationId xmlns:a16="http://schemas.microsoft.com/office/drawing/2014/main" id="{10E889D3-429D-A6B3-DEB6-A47E3EFB5D17}"/>
                </a:ext>
              </a:extLst>
            </p:cNvPr>
            <p:cNvSpPr/>
            <p:nvPr userDrawn="1"/>
          </p:nvSpPr>
          <p:spPr>
            <a:xfrm>
              <a:off x="4721514" y="3357980"/>
              <a:ext cx="1307811" cy="1307812"/>
            </a:xfrm>
            <a:prstGeom prst="arc">
              <a:avLst>
                <a:gd name="adj1" fmla="val 10792152"/>
                <a:gd name="adj2" fmla="val 0"/>
              </a:avLst>
            </a:prstGeom>
            <a:ln w="57150" cap="rnd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0" name="Arc 29">
              <a:extLst>
                <a:ext uri="{FF2B5EF4-FFF2-40B4-BE49-F238E27FC236}">
                  <a16:creationId xmlns:a16="http://schemas.microsoft.com/office/drawing/2014/main" id="{539BBFBC-57F0-2F45-4572-94B259910D99}"/>
                </a:ext>
              </a:extLst>
            </p:cNvPr>
            <p:cNvSpPr/>
            <p:nvPr userDrawn="1"/>
          </p:nvSpPr>
          <p:spPr>
            <a:xfrm flipV="1">
              <a:off x="6029325" y="3357980"/>
              <a:ext cx="1307811" cy="1307812"/>
            </a:xfrm>
            <a:prstGeom prst="arc">
              <a:avLst>
                <a:gd name="adj1" fmla="val 10790197"/>
                <a:gd name="adj2" fmla="val 0"/>
              </a:avLst>
            </a:prstGeom>
            <a:ln w="57150" cap="rnd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Arc 42">
              <a:extLst>
                <a:ext uri="{FF2B5EF4-FFF2-40B4-BE49-F238E27FC236}">
                  <a16:creationId xmlns:a16="http://schemas.microsoft.com/office/drawing/2014/main" id="{D40E2498-6077-B609-5EFB-A6A94E3FCD7D}"/>
                </a:ext>
              </a:extLst>
            </p:cNvPr>
            <p:cNvSpPr/>
            <p:nvPr userDrawn="1"/>
          </p:nvSpPr>
          <p:spPr>
            <a:xfrm>
              <a:off x="7337136" y="3357980"/>
              <a:ext cx="1307811" cy="1307812"/>
            </a:xfrm>
            <a:prstGeom prst="arc">
              <a:avLst>
                <a:gd name="adj1" fmla="val 10792152"/>
                <a:gd name="adj2" fmla="val 0"/>
              </a:avLst>
            </a:prstGeom>
            <a:ln w="57150" cap="rnd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Arc 43">
              <a:extLst>
                <a:ext uri="{FF2B5EF4-FFF2-40B4-BE49-F238E27FC236}">
                  <a16:creationId xmlns:a16="http://schemas.microsoft.com/office/drawing/2014/main" id="{59492140-7C6C-86CC-854C-D950D30A7216}"/>
                </a:ext>
              </a:extLst>
            </p:cNvPr>
            <p:cNvSpPr/>
            <p:nvPr userDrawn="1"/>
          </p:nvSpPr>
          <p:spPr>
            <a:xfrm flipV="1">
              <a:off x="8644947" y="3357980"/>
              <a:ext cx="1307811" cy="1307812"/>
            </a:xfrm>
            <a:prstGeom prst="arc">
              <a:avLst>
                <a:gd name="adj1" fmla="val 10790197"/>
                <a:gd name="adj2" fmla="val 0"/>
              </a:avLst>
            </a:prstGeom>
            <a:ln w="57150" cap="rnd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036477C-8D55-B4B8-85DD-DAF85A20D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43" y="586105"/>
            <a:ext cx="10873182" cy="709295"/>
          </a:xfrm>
        </p:spPr>
        <p:txBody>
          <a:bodyPr anchor="t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D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657BBCF-CA9E-FB2C-CA76-82D2795FF965}"/>
              </a:ext>
            </a:extLst>
          </p:cNvPr>
          <p:cNvCxnSpPr>
            <a:cxnSpLocks/>
          </p:cNvCxnSpPr>
          <p:nvPr userDrawn="1"/>
        </p:nvCxnSpPr>
        <p:spPr>
          <a:xfrm>
            <a:off x="587375" y="585690"/>
            <a:ext cx="0" cy="70971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7014ED8C-D9A2-3233-BF99-B959865B48B9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1817226" y="1540905"/>
            <a:ext cx="1876714" cy="478950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ctr">
              <a:buNone/>
              <a:defRPr sz="14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</a:t>
            </a:r>
            <a:endParaRPr lang="en-ID" dirty="0"/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27A02D2A-8972-F536-0B27-7D6428470586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817226" y="2091856"/>
            <a:ext cx="1876714" cy="885737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ctr">
              <a:buNone/>
              <a:defRPr sz="12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5C686B82-2E00-D61D-3AA1-3461944BF439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2131218" y="3609181"/>
            <a:ext cx="1260000" cy="31273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 algn="ctr">
              <a:buNone/>
              <a:defRPr sz="1300" b="1">
                <a:solidFill>
                  <a:schemeClr val="accent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Milestone</a:t>
            </a:r>
            <a:endParaRPr lang="en-ID" dirty="0"/>
          </a:p>
        </p:txBody>
      </p:sp>
      <p:sp>
        <p:nvSpPr>
          <p:cNvPr id="6" name="Text Placeholder 29">
            <a:extLst>
              <a:ext uri="{FF2B5EF4-FFF2-40B4-BE49-F238E27FC236}">
                <a16:creationId xmlns:a16="http://schemas.microsoft.com/office/drawing/2014/main" id="{38C63DFC-2B10-361A-FCA7-CF7597B18397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3126024" y="4553507"/>
            <a:ext cx="1876714" cy="478950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ctr">
              <a:buNone/>
              <a:defRPr sz="14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</a:t>
            </a:r>
            <a:endParaRPr lang="en-ID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B083110B-0B44-1AE1-53ED-162013C095D9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3126024" y="5104458"/>
            <a:ext cx="1876714" cy="885737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ctr">
              <a:buNone/>
              <a:defRPr sz="12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9" name="Text Placeholder 29">
            <a:extLst>
              <a:ext uri="{FF2B5EF4-FFF2-40B4-BE49-F238E27FC236}">
                <a16:creationId xmlns:a16="http://schemas.microsoft.com/office/drawing/2014/main" id="{A255DCBF-68F9-FF27-692F-BEEBCCC1EABD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3437616" y="3609181"/>
            <a:ext cx="1260000" cy="31273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 algn="ctr">
              <a:buNone/>
              <a:defRPr sz="1300" b="1">
                <a:solidFill>
                  <a:schemeClr val="accent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Milestone</a:t>
            </a:r>
            <a:endParaRPr lang="en-ID" dirty="0"/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94F075A8-69C1-48E5-5F7F-3498229CA9E4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4434822" y="1540905"/>
            <a:ext cx="1876714" cy="478950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ctr">
              <a:buNone/>
              <a:defRPr sz="14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</a:t>
            </a:r>
            <a:endParaRPr lang="en-ID" dirty="0"/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1EBDC6D4-7B18-8ABB-464C-5594F2C77E24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4434822" y="2091856"/>
            <a:ext cx="1876714" cy="885737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ctr">
              <a:buNone/>
              <a:defRPr sz="12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A7B1BFF0-812C-FDEC-F620-A11909471D2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4744014" y="3609181"/>
            <a:ext cx="1260000" cy="31273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 algn="ctr">
              <a:buNone/>
              <a:defRPr sz="1300" b="1">
                <a:solidFill>
                  <a:schemeClr val="accent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Milestone</a:t>
            </a:r>
            <a:endParaRPr lang="en-ID" dirty="0"/>
          </a:p>
        </p:txBody>
      </p:sp>
      <p:sp>
        <p:nvSpPr>
          <p:cNvPr id="19" name="Text Placeholder 29">
            <a:extLst>
              <a:ext uri="{FF2B5EF4-FFF2-40B4-BE49-F238E27FC236}">
                <a16:creationId xmlns:a16="http://schemas.microsoft.com/office/drawing/2014/main" id="{DFB0D309-AB17-47AE-C87C-CB3AE74D48F7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>
          <a:xfrm>
            <a:off x="5743620" y="4553507"/>
            <a:ext cx="1876714" cy="478950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ctr">
              <a:buNone/>
              <a:defRPr sz="14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</a:t>
            </a:r>
            <a:endParaRPr lang="en-ID" dirty="0"/>
          </a:p>
        </p:txBody>
      </p:sp>
      <p:sp>
        <p:nvSpPr>
          <p:cNvPr id="20" name="Text Placeholder 29">
            <a:extLst>
              <a:ext uri="{FF2B5EF4-FFF2-40B4-BE49-F238E27FC236}">
                <a16:creationId xmlns:a16="http://schemas.microsoft.com/office/drawing/2014/main" id="{ED0C3C28-B9D9-204C-3BAC-8C8324471AB7}"/>
              </a:ext>
            </a:extLst>
          </p:cNvPr>
          <p:cNvSpPr>
            <a:spLocks noGrp="1"/>
          </p:cNvSpPr>
          <p:nvPr>
            <p:ph type="body" sz="quarter" idx="59"/>
          </p:nvPr>
        </p:nvSpPr>
        <p:spPr>
          <a:xfrm>
            <a:off x="5743620" y="5104458"/>
            <a:ext cx="1876714" cy="885737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ctr">
              <a:buNone/>
              <a:defRPr sz="12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22" name="Text Placeholder 29">
            <a:extLst>
              <a:ext uri="{FF2B5EF4-FFF2-40B4-BE49-F238E27FC236}">
                <a16:creationId xmlns:a16="http://schemas.microsoft.com/office/drawing/2014/main" id="{8DAE8AB0-2EDB-576D-0B84-B8E513187788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6050412" y="3609181"/>
            <a:ext cx="1260000" cy="31273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 algn="ctr">
              <a:buNone/>
              <a:defRPr sz="1300" b="1">
                <a:solidFill>
                  <a:schemeClr val="accent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Milestone</a:t>
            </a:r>
            <a:endParaRPr lang="en-ID" dirty="0"/>
          </a:p>
        </p:txBody>
      </p:sp>
      <p:sp>
        <p:nvSpPr>
          <p:cNvPr id="26" name="Text Placeholder 29">
            <a:extLst>
              <a:ext uri="{FF2B5EF4-FFF2-40B4-BE49-F238E27FC236}">
                <a16:creationId xmlns:a16="http://schemas.microsoft.com/office/drawing/2014/main" id="{AD762095-069D-4BD6-640E-EA976F90EBE8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>
          <a:xfrm>
            <a:off x="7052418" y="1540905"/>
            <a:ext cx="1876714" cy="478950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ctr">
              <a:buNone/>
              <a:defRPr sz="14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</a:t>
            </a:r>
            <a:endParaRPr lang="en-ID" dirty="0"/>
          </a:p>
        </p:txBody>
      </p:sp>
      <p:sp>
        <p:nvSpPr>
          <p:cNvPr id="27" name="Text Placeholder 29">
            <a:extLst>
              <a:ext uri="{FF2B5EF4-FFF2-40B4-BE49-F238E27FC236}">
                <a16:creationId xmlns:a16="http://schemas.microsoft.com/office/drawing/2014/main" id="{8B4A0DAC-82E4-6662-A9B3-71544EC46FB8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7052418" y="2091856"/>
            <a:ext cx="1876714" cy="885737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ctr">
              <a:buNone/>
              <a:defRPr sz="12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28" name="Text Placeholder 29">
            <a:extLst>
              <a:ext uri="{FF2B5EF4-FFF2-40B4-BE49-F238E27FC236}">
                <a16:creationId xmlns:a16="http://schemas.microsoft.com/office/drawing/2014/main" id="{80354A45-56CA-A32F-60C5-C779D9B604C7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7356810" y="3609181"/>
            <a:ext cx="1260000" cy="31273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 algn="ctr">
              <a:buNone/>
              <a:defRPr sz="1300" b="1">
                <a:solidFill>
                  <a:schemeClr val="accent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Milestone</a:t>
            </a:r>
            <a:endParaRPr lang="en-ID" dirty="0"/>
          </a:p>
        </p:txBody>
      </p:sp>
      <p:sp>
        <p:nvSpPr>
          <p:cNvPr id="31" name="Text Placeholder 29">
            <a:extLst>
              <a:ext uri="{FF2B5EF4-FFF2-40B4-BE49-F238E27FC236}">
                <a16:creationId xmlns:a16="http://schemas.microsoft.com/office/drawing/2014/main" id="{5F91528B-4016-9A18-C984-2859E73B2C44}"/>
              </a:ext>
            </a:extLst>
          </p:cNvPr>
          <p:cNvSpPr>
            <a:spLocks noGrp="1"/>
          </p:cNvSpPr>
          <p:nvPr>
            <p:ph type="body" sz="quarter" idx="68"/>
          </p:nvPr>
        </p:nvSpPr>
        <p:spPr>
          <a:xfrm>
            <a:off x="8361218" y="4553507"/>
            <a:ext cx="1876714" cy="478950"/>
          </a:xfrm>
          <a:prstGeom prst="rect">
            <a:avLst/>
          </a:prstGeom>
        </p:spPr>
        <p:txBody>
          <a:bodyPr tIns="0" bIns="0" anchor="b">
            <a:noAutofit/>
          </a:bodyPr>
          <a:lstStyle>
            <a:lvl1pPr marL="0" indent="0" algn="ctr">
              <a:buNone/>
              <a:defRPr sz="1400" b="1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</a:t>
            </a:r>
            <a:endParaRPr lang="en-ID" dirty="0"/>
          </a:p>
        </p:txBody>
      </p:sp>
      <p:sp>
        <p:nvSpPr>
          <p:cNvPr id="32" name="Text Placeholder 29">
            <a:extLst>
              <a:ext uri="{FF2B5EF4-FFF2-40B4-BE49-F238E27FC236}">
                <a16:creationId xmlns:a16="http://schemas.microsoft.com/office/drawing/2014/main" id="{49AA65F4-5D9F-C19E-6142-74B8F0A68D43}"/>
              </a:ext>
            </a:extLst>
          </p:cNvPr>
          <p:cNvSpPr>
            <a:spLocks noGrp="1"/>
          </p:cNvSpPr>
          <p:nvPr>
            <p:ph type="body" sz="quarter" idx="69"/>
          </p:nvPr>
        </p:nvSpPr>
        <p:spPr>
          <a:xfrm>
            <a:off x="8361218" y="5104458"/>
            <a:ext cx="1876714" cy="885737"/>
          </a:xfrm>
          <a:prstGeom prst="rect">
            <a:avLst/>
          </a:prstGeom>
        </p:spPr>
        <p:txBody>
          <a:bodyPr tIns="0" bIns="0">
            <a:noAutofit/>
          </a:bodyPr>
          <a:lstStyle>
            <a:lvl1pPr marL="0" indent="0" algn="ctr">
              <a:buNone/>
              <a:defRPr sz="1200" b="0">
                <a:solidFill>
                  <a:schemeClr val="tx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Click to edit Master text styles</a:t>
            </a:r>
            <a:endParaRPr lang="en-ID" dirty="0"/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4989308E-DDCB-3B4E-8245-6F016843BB64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8663206" y="3609181"/>
            <a:ext cx="1260000" cy="31273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 marL="0" indent="0" algn="ctr">
              <a:buNone/>
              <a:defRPr sz="1300" b="1">
                <a:solidFill>
                  <a:schemeClr val="accent1"/>
                </a:solidFill>
              </a:defRPr>
            </a:lvl1pPr>
            <a:lvl2pPr marL="457223" indent="0">
              <a:buNone/>
              <a:defRPr sz="733"/>
            </a:lvl2pPr>
            <a:lvl3pPr marL="914446" indent="0">
              <a:buNone/>
              <a:defRPr sz="700"/>
            </a:lvl3pPr>
            <a:lvl4pPr marL="1371669" indent="0">
              <a:buNone/>
              <a:defRPr sz="667"/>
            </a:lvl4pPr>
            <a:lvl5pPr marL="1828891" indent="0">
              <a:buNone/>
              <a:defRPr sz="667"/>
            </a:lvl5pPr>
          </a:lstStyle>
          <a:p>
            <a:pPr lvl="0"/>
            <a:r>
              <a:rPr lang="en-US" dirty="0"/>
              <a:t>Milestone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41664455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731" userDrawn="1">
          <p15:clr>
            <a:srgbClr val="FBAE40"/>
          </p15:clr>
        </p15:guide>
        <p15:guide id="2" pos="5858" userDrawn="1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6477C-8D55-B4B8-85DD-DAF85A20D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43" y="590778"/>
            <a:ext cx="10873181" cy="1334770"/>
          </a:xfrm>
        </p:spPr>
        <p:txBody>
          <a:bodyPr anchor="t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D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657BBCF-CA9E-FB2C-CA76-82D2795FF965}"/>
              </a:ext>
            </a:extLst>
          </p:cNvPr>
          <p:cNvCxnSpPr>
            <a:cxnSpLocks/>
          </p:cNvCxnSpPr>
          <p:nvPr userDrawn="1"/>
        </p:nvCxnSpPr>
        <p:spPr>
          <a:xfrm>
            <a:off x="587375" y="590363"/>
            <a:ext cx="0" cy="133560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21927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52E3F75-A181-1CEF-4892-A00A828F0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C465D62-3382-034B-3BC4-9FA6DDBCB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511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29593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50.xml"/><Relationship Id="rId21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45.xml"/><Relationship Id="rId42" Type="http://schemas.openxmlformats.org/officeDocument/2006/relationships/slideLayout" Target="../slideLayouts/slideLayout53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52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32" Type="http://schemas.openxmlformats.org/officeDocument/2006/relationships/slideLayout" Target="../slideLayouts/slideLayout43.xml"/><Relationship Id="rId37" Type="http://schemas.openxmlformats.org/officeDocument/2006/relationships/slideLayout" Target="../slideLayouts/slideLayout48.xml"/><Relationship Id="rId40" Type="http://schemas.openxmlformats.org/officeDocument/2006/relationships/slideLayout" Target="../slideLayouts/slideLayout51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28" Type="http://schemas.openxmlformats.org/officeDocument/2006/relationships/slideLayout" Target="../slideLayouts/slideLayout39.xml"/><Relationship Id="rId36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42.xml"/><Relationship Id="rId44" Type="http://schemas.openxmlformats.org/officeDocument/2006/relationships/image" Target="../media/image2.png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Relationship Id="rId27" Type="http://schemas.openxmlformats.org/officeDocument/2006/relationships/slideLayout" Target="../slideLayouts/slideLayout38.xml"/><Relationship Id="rId30" Type="http://schemas.openxmlformats.org/officeDocument/2006/relationships/slideLayout" Target="../slideLayouts/slideLayout41.xml"/><Relationship Id="rId35" Type="http://schemas.openxmlformats.org/officeDocument/2006/relationships/slideLayout" Target="../slideLayouts/slideLayout46.xml"/><Relationship Id="rId43" Type="http://schemas.openxmlformats.org/officeDocument/2006/relationships/theme" Target="../theme/theme2.xml"/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33" Type="http://schemas.openxmlformats.org/officeDocument/2006/relationships/slideLayout" Target="../slideLayouts/slideLayout44.xml"/><Relationship Id="rId38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E94681D-2A4C-4A8D-B9B5-31D440D0328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bg1">
              <a:lumMod val="75000"/>
              <a:alpha val="60000"/>
            </a:schemeClr>
          </a:solidFill>
          <a:ln w="6350" cap="flat" cmpd="sng" algn="ctr">
            <a:noFill/>
            <a:prstDash val="solid"/>
          </a:ln>
          <a:effectLst>
            <a:softEdge rad="0"/>
          </a:effectLst>
        </p:spPr>
      </p:sp>
      <p:sp>
        <p:nvSpPr>
          <p:cNvPr id="8" name="Rectangle 7"/>
          <p:cNvSpPr/>
          <p:nvPr/>
        </p:nvSpPr>
        <p:spPr>
          <a:xfrm>
            <a:off x="371856" y="374904"/>
            <a:ext cx="11448288" cy="6108192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85000"/>
                <a:lumOff val="15000"/>
              </a:schemeClr>
            </a:solidFill>
            <a:prstDash val="solid"/>
            <a:miter lim="800000"/>
          </a:ln>
          <a:effectLst/>
        </p:spPr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103120"/>
            <a:ext cx="10058400" cy="3849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56794" y="6035040"/>
            <a:ext cx="2893045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6FA2B21-3FCD-4721-B95C-427943F61125}" type="datetime1">
              <a:rPr lang="en-US" smtClean="0"/>
              <a:t>2/27/2025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6800" y="6035040"/>
            <a:ext cx="5816600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87000" y="6035040"/>
            <a:ext cx="838200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32156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4000" i="0" kern="1200" cap="none" spc="0" baseline="0" dirty="0"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n-ea"/>
          <a:cs typeface="+mn-cs"/>
        </a:defRPr>
      </a:lvl1pPr>
    </p:titleStyle>
    <p:bodyStyle>
      <a:lvl1pPr marL="182880" indent="-182880" algn="l" defTabSz="914400" rtl="0" eaLnBrk="1" latinLnBrk="0" hangingPunct="1">
        <a:lnSpc>
          <a:spcPct val="110000"/>
        </a:lnSpc>
        <a:spcBef>
          <a:spcPts val="900"/>
        </a:spcBef>
        <a:spcAft>
          <a:spcPts val="0"/>
        </a:spcAft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>
            <a:lumMod val="20000"/>
            <a:lumOff val="80000"/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031CA77-4526-60BD-4614-F242B74D161D}"/>
              </a:ext>
            </a:extLst>
          </p:cNvPr>
          <p:cNvSpPr/>
          <p:nvPr userDrawn="1"/>
        </p:nvSpPr>
        <p:spPr>
          <a:xfrm>
            <a:off x="0" y="6235700"/>
            <a:ext cx="12192000" cy="6223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3A151A-46CB-1090-446C-0EDAEF296B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58525" y="6409951"/>
            <a:ext cx="546100" cy="27379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accent4"/>
                </a:solidFill>
                <a:latin typeface="+mn-lt"/>
              </a:defRPr>
            </a:lvl1pPr>
          </a:lstStyle>
          <a:p>
            <a:fld id="{5E0C3BBE-9543-48E5-A6E1-C646F9A01966}" type="slidenum">
              <a:rPr lang="en-ID" smtClean="0"/>
              <a:pPr/>
              <a:t>‹#›</a:t>
            </a:fld>
            <a:endParaRPr lang="en-ID" dirty="0"/>
          </a:p>
        </p:txBody>
      </p:sp>
      <p:sp>
        <p:nvSpPr>
          <p:cNvPr id="8" name="Title Placeholder 7">
            <a:extLst>
              <a:ext uri="{FF2B5EF4-FFF2-40B4-BE49-F238E27FC236}">
                <a16:creationId xmlns:a16="http://schemas.microsoft.com/office/drawing/2014/main" id="{E8FF3198-2DCB-4FEF-C479-8E76289E1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584200"/>
            <a:ext cx="10398125" cy="11070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  <a:endParaRPr lang="en-ID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E489BE9-192C-49E8-B1F1-91EF667E3A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0400" y="1825625"/>
            <a:ext cx="10398125" cy="35591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D" dirty="0"/>
          </a:p>
        </p:txBody>
      </p:sp>
      <p:grpSp>
        <p:nvGrpSpPr>
          <p:cNvPr id="16" name="Group 15" hidden="1">
            <a:extLst>
              <a:ext uri="{FF2B5EF4-FFF2-40B4-BE49-F238E27FC236}">
                <a16:creationId xmlns:a16="http://schemas.microsoft.com/office/drawing/2014/main" id="{9CBE7AA2-3D9C-E4A5-8EC5-AE78D1FAF192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grpSp>
          <p:nvGrpSpPr>
            <p:cNvPr id="17" name="Group 16" hidden="1">
              <a:extLst>
                <a:ext uri="{FF2B5EF4-FFF2-40B4-BE49-F238E27FC236}">
                  <a16:creationId xmlns:a16="http://schemas.microsoft.com/office/drawing/2014/main" id="{DC1AF556-CC80-A678-A2D5-5C8C86BAAE45}"/>
                </a:ext>
              </a:extLst>
            </p:cNvPr>
            <p:cNvGrpSpPr/>
            <p:nvPr userDrawn="1"/>
          </p:nvGrpSpPr>
          <p:grpSpPr>
            <a:xfrm>
              <a:off x="0" y="0"/>
              <a:ext cx="12192000" cy="6858000"/>
              <a:chOff x="0" y="0"/>
              <a:chExt cx="5166360" cy="6858000"/>
            </a:xfrm>
            <a:noFill/>
          </p:grpSpPr>
          <p:sp>
            <p:nvSpPr>
              <p:cNvPr id="19" name="Rectangle 18" hidden="1">
                <a:extLst>
                  <a:ext uri="{FF2B5EF4-FFF2-40B4-BE49-F238E27FC236}">
                    <a16:creationId xmlns:a16="http://schemas.microsoft.com/office/drawing/2014/main" id="{F152FD21-286B-1EF4-488B-A51A1DBD5450}"/>
                  </a:ext>
                </a:extLst>
              </p:cNvPr>
              <p:cNvSpPr/>
              <p:nvPr userDrawn="1"/>
            </p:nvSpPr>
            <p:spPr>
              <a:xfrm>
                <a:off x="0" y="0"/>
                <a:ext cx="861060" cy="6858000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0" name="Rectangle 19" hidden="1">
                <a:extLst>
                  <a:ext uri="{FF2B5EF4-FFF2-40B4-BE49-F238E27FC236}">
                    <a16:creationId xmlns:a16="http://schemas.microsoft.com/office/drawing/2014/main" id="{8BF54D69-F9E7-0DE6-C3A7-60EE2CD7A944}"/>
                  </a:ext>
                </a:extLst>
              </p:cNvPr>
              <p:cNvSpPr/>
              <p:nvPr userDrawn="1"/>
            </p:nvSpPr>
            <p:spPr>
              <a:xfrm>
                <a:off x="861060" y="0"/>
                <a:ext cx="861060" cy="6858000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1" name="Rectangle 20" hidden="1">
                <a:extLst>
                  <a:ext uri="{FF2B5EF4-FFF2-40B4-BE49-F238E27FC236}">
                    <a16:creationId xmlns:a16="http://schemas.microsoft.com/office/drawing/2014/main" id="{6B753A8C-3034-646A-9496-4E86765F30FA}"/>
                  </a:ext>
                </a:extLst>
              </p:cNvPr>
              <p:cNvSpPr/>
              <p:nvPr userDrawn="1"/>
            </p:nvSpPr>
            <p:spPr>
              <a:xfrm>
                <a:off x="1722120" y="0"/>
                <a:ext cx="861060" cy="6858000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" name="Rectangle 21" hidden="1">
                <a:extLst>
                  <a:ext uri="{FF2B5EF4-FFF2-40B4-BE49-F238E27FC236}">
                    <a16:creationId xmlns:a16="http://schemas.microsoft.com/office/drawing/2014/main" id="{F5A778D6-81DE-8B52-4635-AF9B44897873}"/>
                  </a:ext>
                </a:extLst>
              </p:cNvPr>
              <p:cNvSpPr/>
              <p:nvPr userDrawn="1"/>
            </p:nvSpPr>
            <p:spPr>
              <a:xfrm>
                <a:off x="2583180" y="0"/>
                <a:ext cx="861060" cy="6858000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3" name="Rectangle 22" hidden="1">
                <a:extLst>
                  <a:ext uri="{FF2B5EF4-FFF2-40B4-BE49-F238E27FC236}">
                    <a16:creationId xmlns:a16="http://schemas.microsoft.com/office/drawing/2014/main" id="{6FD8563E-664B-9D68-5E75-8203C4796A0B}"/>
                  </a:ext>
                </a:extLst>
              </p:cNvPr>
              <p:cNvSpPr/>
              <p:nvPr userDrawn="1"/>
            </p:nvSpPr>
            <p:spPr>
              <a:xfrm>
                <a:off x="3444240" y="0"/>
                <a:ext cx="861060" cy="6858000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4" name="Rectangle 23" hidden="1">
                <a:extLst>
                  <a:ext uri="{FF2B5EF4-FFF2-40B4-BE49-F238E27FC236}">
                    <a16:creationId xmlns:a16="http://schemas.microsoft.com/office/drawing/2014/main" id="{42D21107-5BDC-FC32-29DD-C1E608644F37}"/>
                  </a:ext>
                </a:extLst>
              </p:cNvPr>
              <p:cNvSpPr/>
              <p:nvPr userDrawn="1"/>
            </p:nvSpPr>
            <p:spPr>
              <a:xfrm>
                <a:off x="4305300" y="0"/>
                <a:ext cx="861060" cy="6858000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18" name="Frame 17" hidden="1">
              <a:extLst>
                <a:ext uri="{FF2B5EF4-FFF2-40B4-BE49-F238E27FC236}">
                  <a16:creationId xmlns:a16="http://schemas.microsoft.com/office/drawing/2014/main" id="{82A4C640-D8FF-346F-1885-79B3B285F1FF}"/>
                </a:ext>
              </a:extLst>
            </p:cNvPr>
            <p:cNvSpPr/>
            <p:nvPr userDrawn="1"/>
          </p:nvSpPr>
          <p:spPr>
            <a:xfrm>
              <a:off x="0" y="0"/>
              <a:ext cx="12192000" cy="6858000"/>
            </a:xfrm>
            <a:prstGeom prst="frame">
              <a:avLst>
                <a:gd name="adj1" fmla="val 8611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6C1C88-2ECB-FD04-A6A6-62C080CC9E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4200" y="6364288"/>
            <a:ext cx="543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200">
                <a:solidFill>
                  <a:schemeClr val="accent4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D0200D-1894-E78A-4396-9F667379D94F}"/>
              </a:ext>
            </a:extLst>
          </p:cNvPr>
          <p:cNvPicPr>
            <a:picLocks noChangeAspect="1"/>
          </p:cNvPicPr>
          <p:nvPr userDrawn="1"/>
        </p:nvPicPr>
        <p:blipFill>
          <a:blip r:embed="rId4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15350" y="6364288"/>
            <a:ext cx="2543175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447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10" r:id="rId2"/>
    <p:sldLayoutId id="2147483709" r:id="rId3"/>
    <p:sldLayoutId id="2147483677" r:id="rId4"/>
    <p:sldLayoutId id="2147483711" r:id="rId5"/>
    <p:sldLayoutId id="2147483712" r:id="rId6"/>
    <p:sldLayoutId id="2147483687" r:id="rId7"/>
    <p:sldLayoutId id="2147483704" r:id="rId8"/>
    <p:sldLayoutId id="2147483697" r:id="rId9"/>
    <p:sldLayoutId id="2147483713" r:id="rId10"/>
    <p:sldLayoutId id="2147483714" r:id="rId11"/>
    <p:sldLayoutId id="2147483702" r:id="rId12"/>
    <p:sldLayoutId id="2147483703" r:id="rId13"/>
    <p:sldLayoutId id="2147483701" r:id="rId14"/>
    <p:sldLayoutId id="2147483715" r:id="rId15"/>
    <p:sldLayoutId id="2147483716" r:id="rId16"/>
    <p:sldLayoutId id="2147483662" r:id="rId17"/>
    <p:sldLayoutId id="2147483686" r:id="rId18"/>
    <p:sldLayoutId id="2147483679" r:id="rId19"/>
    <p:sldLayoutId id="2147483683" r:id="rId20"/>
    <p:sldLayoutId id="2147483680" r:id="rId21"/>
    <p:sldLayoutId id="2147483684" r:id="rId22"/>
    <p:sldLayoutId id="2147483678" r:id="rId23"/>
    <p:sldLayoutId id="2147483681" r:id="rId24"/>
    <p:sldLayoutId id="2147483682" r:id="rId25"/>
    <p:sldLayoutId id="2147483698" r:id="rId26"/>
    <p:sldLayoutId id="2147483685" r:id="rId27"/>
    <p:sldLayoutId id="2147483688" r:id="rId28"/>
    <p:sldLayoutId id="2147483689" r:id="rId29"/>
    <p:sldLayoutId id="2147483690" r:id="rId30"/>
    <p:sldLayoutId id="2147483699" r:id="rId31"/>
    <p:sldLayoutId id="2147483700" r:id="rId32"/>
    <p:sldLayoutId id="2147483696" r:id="rId33"/>
    <p:sldLayoutId id="2147483691" r:id="rId34"/>
    <p:sldLayoutId id="2147483692" r:id="rId35"/>
    <p:sldLayoutId id="2147483693" r:id="rId36"/>
    <p:sldLayoutId id="2147483705" r:id="rId37"/>
    <p:sldLayoutId id="2147483706" r:id="rId38"/>
    <p:sldLayoutId id="2147483707" r:id="rId39"/>
    <p:sldLayoutId id="2147483708" r:id="rId40"/>
    <p:sldLayoutId id="2147483694" r:id="rId41"/>
    <p:sldLayoutId id="2147483695" r:id="rId42"/>
  </p:sldLayoutIdLst>
  <p:hf hdr="0" dt="0"/>
  <p:txStyles>
    <p:titleStyle>
      <a:lvl1pPr algn="l" defTabSz="914446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4"/>
          </a:solidFill>
          <a:latin typeface="+mj-lt"/>
          <a:ea typeface="+mj-ea"/>
          <a:cs typeface="+mj-cs"/>
        </a:defRPr>
      </a:lvl1pPr>
    </p:titleStyle>
    <p:bodyStyle>
      <a:lvl1pPr marL="0" indent="0" algn="l" defTabSz="914446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None/>
        <a:defRPr sz="1400" b="1" kern="1200">
          <a:solidFill>
            <a:schemeClr val="accent4"/>
          </a:solidFill>
          <a:latin typeface="+mn-lt"/>
          <a:ea typeface="+mn-ea"/>
          <a:cs typeface="+mn-cs"/>
        </a:defRPr>
      </a:lvl1pPr>
      <a:lvl2pPr marL="457223" indent="0" algn="l" defTabSz="914446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None/>
        <a:defRPr sz="933" kern="1200">
          <a:solidFill>
            <a:schemeClr val="accent4"/>
          </a:solidFill>
          <a:latin typeface="+mn-lt"/>
          <a:ea typeface="+mn-ea"/>
          <a:cs typeface="+mn-cs"/>
        </a:defRPr>
      </a:lvl2pPr>
      <a:lvl3pPr marL="914446" indent="0" algn="l" defTabSz="914446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None/>
        <a:defRPr sz="933" kern="1200">
          <a:solidFill>
            <a:schemeClr val="accent4"/>
          </a:solidFill>
          <a:latin typeface="+mn-lt"/>
          <a:ea typeface="+mn-ea"/>
          <a:cs typeface="+mn-cs"/>
        </a:defRPr>
      </a:lvl3pPr>
      <a:lvl4pPr marL="1371669" indent="0" algn="l" defTabSz="914446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None/>
        <a:defRPr sz="933" kern="1200">
          <a:solidFill>
            <a:schemeClr val="accent4"/>
          </a:solidFill>
          <a:latin typeface="+mn-lt"/>
          <a:ea typeface="+mn-ea"/>
          <a:cs typeface="+mn-cs"/>
        </a:defRPr>
      </a:lvl4pPr>
      <a:lvl5pPr marL="1828891" indent="0" algn="l" defTabSz="914446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None/>
        <a:defRPr sz="933" kern="1200">
          <a:solidFill>
            <a:schemeClr val="accent4"/>
          </a:solidFill>
          <a:latin typeface="+mn-lt"/>
          <a:ea typeface="+mn-ea"/>
          <a:cs typeface="+mn-cs"/>
        </a:defRPr>
      </a:lvl5pPr>
      <a:lvl6pPr marL="2514726" indent="-228611" algn="l" defTabSz="91444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49" indent="-228611" algn="l" defTabSz="91444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71" indent="-228611" algn="l" defTabSz="91444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94" indent="-228611" algn="l" defTabSz="91444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4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23" algn="l" defTabSz="91444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46" algn="l" defTabSz="91444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69" algn="l" defTabSz="91444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91" algn="l" defTabSz="91444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114" algn="l" defTabSz="91444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37" algn="l" defTabSz="91444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60" algn="l" defTabSz="91444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83" algn="l" defTabSz="91444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70" userDrawn="1">
          <p15:clr>
            <a:srgbClr val="F26B43"/>
          </p15:clr>
        </p15:guide>
        <p15:guide id="2" pos="7310" userDrawn="1">
          <p15:clr>
            <a:srgbClr val="F26B43"/>
          </p15:clr>
        </p15:guide>
        <p15:guide id="3" orient="horz" pos="368" userDrawn="1">
          <p15:clr>
            <a:srgbClr val="F26B43"/>
          </p15:clr>
        </p15:guide>
        <p15:guide id="5" orient="horz" pos="3928" userDrawn="1">
          <p15:clr>
            <a:srgbClr val="F26B43"/>
          </p15:clr>
        </p15:guide>
        <p15:guide id="6" orient="horz" pos="2160" userDrawn="1">
          <p15:clr>
            <a:srgbClr val="F26B43"/>
          </p15:clr>
        </p15:guide>
        <p15:guide id="7" pos="1277" userDrawn="1">
          <p15:clr>
            <a:srgbClr val="F26B43"/>
          </p15:clr>
        </p15:guide>
        <p15:guide id="8" pos="2570" userDrawn="1">
          <p15:clr>
            <a:srgbClr val="F26B43"/>
          </p15:clr>
        </p15:guide>
        <p15:guide id="9" pos="3840" userDrawn="1">
          <p15:clr>
            <a:srgbClr val="F26B43"/>
          </p15:clr>
        </p15:guide>
        <p15:guide id="10" pos="5110" userDrawn="1">
          <p15:clr>
            <a:srgbClr val="F26B43"/>
          </p15:clr>
        </p15:guide>
        <p15:guide id="11" pos="640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e.kahoot.it/share/enter-kahoot-title/d7dae286-9757-40b4-84d5-98d3a7be8960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9F73848-91FE-4D29-B0DC-BFC4084166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" y="-839"/>
            <a:ext cx="12191980" cy="6858000"/>
          </a:xfrm>
          <a:prstGeom prst="rect">
            <a:avLst/>
          </a:prstGeom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2644B391-9BFE-445C-A9EC-F544BB85FB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5067" y="1808532"/>
            <a:ext cx="5452527" cy="3240936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/>
          <a:lstStyle/>
          <a:p>
            <a:endParaRPr lang="en-CA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80F26E69-87D9-4655-AE7B-280A87AA3C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861010" y="1975104"/>
            <a:ext cx="5120640" cy="2907792"/>
          </a:xfrm>
          <a:prstGeom prst="rect">
            <a:avLst/>
          </a:prstGeom>
          <a:noFill/>
          <a:ln w="6350" cap="sq" cmpd="sng" algn="ctr">
            <a:solidFill>
              <a:schemeClr val="tx1"/>
            </a:solidFill>
            <a:prstDash val="solid"/>
            <a:miter lim="800000"/>
          </a:ln>
          <a:effectLst>
            <a:softEdge rad="0"/>
          </a:effectLst>
        </p:spPr>
        <p:txBody>
          <a:bodyPr/>
          <a:lstStyle/>
          <a:p>
            <a:endParaRPr lang="en-CA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C3B467-088C-4F3D-A9A7-105C4E1E20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33793" y="2355458"/>
            <a:ext cx="4775075" cy="1630907"/>
          </a:xfrm>
        </p:spPr>
        <p:txBody>
          <a:bodyPr>
            <a:normAutofit/>
          </a:bodyPr>
          <a:lstStyle/>
          <a:p>
            <a:r>
              <a:rPr lang="en-US" sz="4400" dirty="0">
                <a:solidFill>
                  <a:schemeClr val="tx1"/>
                </a:solidFill>
              </a:rPr>
              <a:t>INF1070 Lab 7: Regex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722DDC-8EEE-4A06-8DFE-B44871EAA2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33793" y="3995988"/>
            <a:ext cx="4775075" cy="559656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>
                <a:solidFill>
                  <a:schemeClr val="tx1"/>
                </a:solidFill>
              </a:rPr>
              <a:t>George Fam</a:t>
            </a:r>
          </a:p>
        </p:txBody>
      </p:sp>
    </p:spTree>
    <p:extLst>
      <p:ext uri="{BB962C8B-B14F-4D97-AF65-F5344CB8AC3E}">
        <p14:creationId xmlns:p14="http://schemas.microsoft.com/office/powerpoint/2010/main" val="42696815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8C8E0-7B35-11AD-2B97-1B0EED9BF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2B9FA-9BE7-239B-3018-58F9875787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</p:spPr>
        <p:txBody>
          <a:bodyPr>
            <a:normAutofit/>
          </a:bodyPr>
          <a:lstStyle/>
          <a:p>
            <a:pPr algn="ctr"/>
            <a:r>
              <a:rPr lang="en-US" sz="4000" dirty="0"/>
              <a:t>Rappel </a:t>
            </a:r>
            <a:r>
              <a:rPr lang="en-US" sz="4000" dirty="0" err="1"/>
              <a:t>RegEx</a:t>
            </a:r>
            <a:r>
              <a:rPr lang="en-US" sz="4000" dirty="0"/>
              <a:t> – BRE (Pt1)</a:t>
            </a:r>
            <a:endParaRPr lang="en-CA" dirty="0"/>
          </a:p>
        </p:txBody>
      </p:sp>
      <p:graphicFrame>
        <p:nvGraphicFramePr>
          <p:cNvPr id="23" name="TextBox 4">
            <a:extLst>
              <a:ext uri="{FF2B5EF4-FFF2-40B4-BE49-F238E27FC236}">
                <a16:creationId xmlns:a16="http://schemas.microsoft.com/office/drawing/2014/main" id="{D317C392-83E0-87D7-86A7-F862F3E57E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10035414"/>
              </p:ext>
            </p:extLst>
          </p:nvPr>
        </p:nvGraphicFramePr>
        <p:xfrm>
          <a:off x="1066800" y="2103120"/>
          <a:ext cx="10058400" cy="38496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271259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51809-0A6B-5EB7-D781-9949C437C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</p:spPr>
        <p:txBody>
          <a:bodyPr>
            <a:normAutofit/>
          </a:bodyPr>
          <a:lstStyle/>
          <a:p>
            <a:pPr algn="ctr"/>
            <a:r>
              <a:rPr lang="en-US" sz="4000" dirty="0"/>
              <a:t>Rappel </a:t>
            </a:r>
            <a:r>
              <a:rPr lang="en-US" sz="4000" dirty="0" err="1"/>
              <a:t>RegEx</a:t>
            </a:r>
            <a:r>
              <a:rPr lang="en-US" sz="4000" dirty="0"/>
              <a:t> – BRE </a:t>
            </a:r>
            <a:r>
              <a:rPr lang="en-US" dirty="0"/>
              <a:t>(Pt2)</a:t>
            </a:r>
            <a:endParaRPr lang="en-CA" dirty="0"/>
          </a:p>
        </p:txBody>
      </p:sp>
      <p:graphicFrame>
        <p:nvGraphicFramePr>
          <p:cNvPr id="23" name="TextBox 4">
            <a:extLst>
              <a:ext uri="{FF2B5EF4-FFF2-40B4-BE49-F238E27FC236}">
                <a16:creationId xmlns:a16="http://schemas.microsoft.com/office/drawing/2014/main" id="{F948A26F-CB53-145B-521A-80AFFC38B0A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19582758"/>
              </p:ext>
            </p:extLst>
          </p:nvPr>
        </p:nvGraphicFramePr>
        <p:xfrm>
          <a:off x="1066800" y="2103120"/>
          <a:ext cx="10058400" cy="38496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548160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9349D-9140-9A74-D87B-861E1F3EA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4FE9A-3C87-EF8E-2067-FBB4EA66D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</p:spPr>
        <p:txBody>
          <a:bodyPr>
            <a:normAutofit/>
          </a:bodyPr>
          <a:lstStyle/>
          <a:p>
            <a:pPr algn="ctr"/>
            <a:r>
              <a:rPr lang="en-US" sz="4000" dirty="0"/>
              <a:t>Rappel </a:t>
            </a:r>
            <a:r>
              <a:rPr lang="en-US" sz="4000" dirty="0" err="1"/>
              <a:t>RegEx</a:t>
            </a:r>
            <a:r>
              <a:rPr lang="en-US" sz="4000" dirty="0"/>
              <a:t> – ERE (Pt1)</a:t>
            </a:r>
            <a:endParaRPr lang="en-CA" dirty="0"/>
          </a:p>
        </p:txBody>
      </p:sp>
      <p:graphicFrame>
        <p:nvGraphicFramePr>
          <p:cNvPr id="23" name="TextBox 4">
            <a:extLst>
              <a:ext uri="{FF2B5EF4-FFF2-40B4-BE49-F238E27FC236}">
                <a16:creationId xmlns:a16="http://schemas.microsoft.com/office/drawing/2014/main" id="{0B9B8481-81F3-5DE9-3248-81035981F0F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65774204"/>
              </p:ext>
            </p:extLst>
          </p:nvPr>
        </p:nvGraphicFramePr>
        <p:xfrm>
          <a:off x="1066800" y="2103120"/>
          <a:ext cx="10058400" cy="38496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398394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EB72A9B-FD82-4F09-BF1E-D39311D3A0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D39B371-6E4E-4070-AB4E-4D788405A5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937DAED-8BFE-4563-BB45-B5E554D70A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" y="374904"/>
            <a:ext cx="11448288" cy="6108192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85000"/>
                <a:lumOff val="1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CA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414102-6599-185D-F011-D5E9A2464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</p:spPr>
        <p:txBody>
          <a:bodyPr>
            <a:normAutofit/>
          </a:bodyPr>
          <a:lstStyle/>
          <a:p>
            <a:pPr algn="ctr"/>
            <a:r>
              <a:rPr lang="en-US"/>
              <a:t>Rappel </a:t>
            </a:r>
            <a:r>
              <a:rPr lang="en-US" err="1"/>
              <a:t>RegEx</a:t>
            </a:r>
            <a:r>
              <a:rPr lang="fr-CA"/>
              <a:t> – Classes POSIX</a:t>
            </a:r>
            <a:endParaRPr lang="en-CA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AEFE5F3-CB46-DFD9-3E41-BF60B40157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54142149"/>
              </p:ext>
            </p:extLst>
          </p:nvPr>
        </p:nvGraphicFramePr>
        <p:xfrm>
          <a:off x="1066800" y="2310063"/>
          <a:ext cx="10058400" cy="37256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6699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A2AD6B69-E0A0-476D-9EE1-6B69F04C59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6BE10A1-AD5F-4AB3-8A94-41D62B494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4696" y="237744"/>
            <a:ext cx="4419599" cy="6382512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endParaRPr lang="en-CA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047415-E6FF-4C8D-7A56-807BF2F42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3409" y="559477"/>
            <a:ext cx="3765200" cy="5709931"/>
          </a:xfrm>
        </p:spPr>
        <p:txBody>
          <a:bodyPr>
            <a:normAutofit/>
          </a:bodyPr>
          <a:lstStyle/>
          <a:p>
            <a:pPr algn="ctr"/>
            <a:r>
              <a:rPr lang="en-CA" dirty="0"/>
              <a:t>GREP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684BFFE-6A90-4311-ACD5-B34177D464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" y="374904"/>
            <a:ext cx="4122323" cy="6108192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CA"/>
          </a:p>
        </p:txBody>
      </p:sp>
      <p:graphicFrame>
        <p:nvGraphicFramePr>
          <p:cNvPr id="18" name="Content Placeholder 2">
            <a:extLst>
              <a:ext uri="{FF2B5EF4-FFF2-40B4-BE49-F238E27FC236}">
                <a16:creationId xmlns:a16="http://schemas.microsoft.com/office/drawing/2014/main" id="{F424F55B-70B7-29B0-0D2E-AAC74BA9FCE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94354518"/>
              </p:ext>
            </p:extLst>
          </p:nvPr>
        </p:nvGraphicFramePr>
        <p:xfrm>
          <a:off x="5478124" y="800947"/>
          <a:ext cx="5906181" cy="523071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591702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C383A-70DB-C01E-70B2-C802F2041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Quiz Kahoot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1FB83-34D0-FADA-789E-23AF96627F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>
                <a:hlinkClick r:id="rId3"/>
              </a:rPr>
              <a:t>https://create.kahoot.it/share/enter-kahoot-title/d7dae286-9757-40b4-84d5-98d3a7be8960</a:t>
            </a:r>
            <a:r>
              <a:rPr lang="en-CA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0540490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vonVTI">
  <a:themeElements>
    <a:clrScheme name="Custom 3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335B74"/>
      </a:hlink>
      <a:folHlink>
        <a:srgbClr val="B26B02"/>
      </a:folHlink>
    </a:clrScheme>
    <a:fontScheme name="Savon">
      <a:majorFont>
        <a:latin typeface="Avenir Next LT Pro Light" panose="02020404030301010803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venir Next LT Pro" panose="02020404030301010803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avo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5000"/>
                <a:lumMod val="105000"/>
              </a:schemeClr>
            </a:gs>
            <a:gs pos="100000">
              <a:schemeClr val="phClr">
                <a:tint val="65000"/>
                <a:satMod val="100000"/>
                <a:lumMod val="10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0000"/>
                <a:lumMod val="100000"/>
              </a:schemeClr>
            </a:gs>
            <a:gs pos="50000">
              <a:schemeClr val="phClr">
                <a:shade val="99000"/>
                <a:satMod val="105000"/>
                <a:lumMod val="100000"/>
              </a:schemeClr>
            </a:gs>
            <a:gs pos="100000">
              <a:schemeClr val="phClr">
                <a:shade val="98000"/>
                <a:satMod val="105000"/>
                <a:lumMod val="10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2700" dir="5400000" algn="ctr" rotWithShape="0">
              <a:srgbClr val="000000">
                <a:alpha val="63000"/>
              </a:srgbClr>
            </a:outerShdw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4200000"/>
            </a:lightRig>
          </a:scene3d>
          <a:sp3d prstMaterial="flat">
            <a:bevelT w="50800" h="63500" prst="rible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hade val="100000"/>
                <a:satMod val="300000"/>
              </a:schemeClr>
            </a:gs>
            <a:gs pos="100000">
              <a:schemeClr val="phClr">
                <a:tint val="100000"/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2000"/>
                <a:satMod val="115000"/>
              </a:schemeClr>
            </a:duotone>
          </a:blip>
          <a:tile tx="0" ty="0" sx="60000" sy="6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avonVTI" id="{A72E8C35-66DD-49F8-AF66-813F19B983AE}" vid="{93CCBC76-B7A1-4C3D-93EA-5CE34C4670F9}"/>
    </a:ext>
  </a:extLst>
</a:theme>
</file>

<file path=ppt/theme/theme2.xml><?xml version="1.0" encoding="utf-8"?>
<a:theme xmlns:a="http://schemas.openxmlformats.org/drawingml/2006/main" name="Coral">
  <a:themeElements>
    <a:clrScheme name="Custom 177">
      <a:dk1>
        <a:srgbClr val="414042"/>
      </a:dk1>
      <a:lt1>
        <a:sysClr val="window" lastClr="FFFFFF"/>
      </a:lt1>
      <a:dk2>
        <a:srgbClr val="44546A"/>
      </a:dk2>
      <a:lt2>
        <a:srgbClr val="E7E6E6"/>
      </a:lt2>
      <a:accent1>
        <a:srgbClr val="E57373"/>
      </a:accent1>
      <a:accent2>
        <a:srgbClr val="F28B82"/>
      </a:accent2>
      <a:accent3>
        <a:srgbClr val="6D6E71"/>
      </a:accent3>
      <a:accent4>
        <a:srgbClr val="414042"/>
      </a:accent4>
      <a:accent5>
        <a:srgbClr val="B0B1B5"/>
      </a:accent5>
      <a:accent6>
        <a:srgbClr val="D32F2F"/>
      </a:accent6>
      <a:hlink>
        <a:srgbClr val="0563C1"/>
      </a:hlink>
      <a:folHlink>
        <a:srgbClr val="954F72"/>
      </a:folHlink>
    </a:clrScheme>
    <a:fontScheme name="Custom 126">
      <a:majorFont>
        <a:latin typeface="Arial Black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134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ED5C9B9-85D7-44B2-AC1B-F2CE1C9841E1}">
  <we:reference id="wa200005566" version="3.0.0.2" store="en-US" storeType="OMEX"/>
  <we:alternateReferences>
    <we:reference id="wa200005566" version="3.0.0.2" store="wa200005566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6DBD101-FC0A-4B21-82B0-57CAA7AEEC7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94F055B-D391-44D3-A87A-BCD07BD5A31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975FBC4-9D33-46BE-911D-419763BA9AF9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{79FBAA82-3DA4-4F5F-98FF-242C349472AE}tf56219246_win32</Template>
  <TotalTime>417</TotalTime>
  <Words>352</Words>
  <Application>Microsoft Office PowerPoint</Application>
  <PresentationFormat>Widescreen</PresentationFormat>
  <Paragraphs>59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6" baseType="lpstr">
      <vt:lpstr>Aptos</vt:lpstr>
      <vt:lpstr>Arial</vt:lpstr>
      <vt:lpstr>Arial Black</vt:lpstr>
      <vt:lpstr>Avenir Next LT Pro</vt:lpstr>
      <vt:lpstr>Avenir Next LT Pro Light</vt:lpstr>
      <vt:lpstr>Calibri</vt:lpstr>
      <vt:lpstr>Garamond</vt:lpstr>
      <vt:lpstr>SavonVTI</vt:lpstr>
      <vt:lpstr>Coral</vt:lpstr>
      <vt:lpstr>INF1070 Lab 7: Regex</vt:lpstr>
      <vt:lpstr>Rappel RegEx – BRE (Pt1)</vt:lpstr>
      <vt:lpstr>Rappel RegEx – BRE (Pt2)</vt:lpstr>
      <vt:lpstr>Rappel RegEx – ERE (Pt1)</vt:lpstr>
      <vt:lpstr>Rappel RegEx – Classes POSIX</vt:lpstr>
      <vt:lpstr>GREP</vt:lpstr>
      <vt:lpstr>Quiz Kahoot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George Fam</dc:creator>
  <cp:lastModifiedBy>George Fam</cp:lastModifiedBy>
  <cp:revision>3</cp:revision>
  <dcterms:created xsi:type="dcterms:W3CDTF">2025-02-24T08:36:11Z</dcterms:created>
  <dcterms:modified xsi:type="dcterms:W3CDTF">2025-02-27T10:59:03Z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