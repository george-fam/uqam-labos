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660" r:id="rId5"/>
  </p:sldMasterIdLst>
  <p:notesMasterIdLst>
    <p:notesMasterId r:id="rId13"/>
  </p:notesMasterIdLst>
  <p:sldIdLst>
    <p:sldId id="293" r:id="rId6"/>
    <p:sldId id="299" r:id="rId7"/>
    <p:sldId id="298" r:id="rId8"/>
    <p:sldId id="303" r:id="rId9"/>
    <p:sldId id="297" r:id="rId10"/>
    <p:sldId id="301" r:id="rId11"/>
    <p:sldId id="3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19" autoAdjust="0"/>
  </p:normalViewPr>
  <p:slideViewPr>
    <p:cSldViewPr snapToGrid="0">
      <p:cViewPr varScale="1">
        <p:scale>
          <a:sx n="150" d="100"/>
          <a:sy n="150" d="100"/>
        </p:scale>
        <p:origin x="552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51" d="100"/>
          <a:sy n="151" d="100"/>
        </p:scale>
        <p:origin x="2693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hyperlink" Target="https://inf1070.uqam.ca/04-regex.pdf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inf1070.uqam.ca/04-regex.pdf" TargetMode="External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02C33-9630-476D-9F9C-256F39F5A75D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E5A2EC-4E9C-4644-AADB-942763EEB1C2}">
      <dgm:prSet/>
      <dgm:spPr/>
      <dgm:t>
        <a:bodyPr/>
        <a:lstStyle/>
        <a:p>
          <a:r>
            <a:rPr lang="en-CA" dirty="0" err="1"/>
            <a:t>Caractères</a:t>
          </a:r>
          <a:r>
            <a:rPr lang="en-CA" dirty="0"/>
            <a:t> </a:t>
          </a:r>
          <a:r>
            <a:rPr lang="en-CA" dirty="0" err="1"/>
            <a:t>spéciaux</a:t>
          </a:r>
          <a:r>
            <a:rPr lang="en-CA" dirty="0"/>
            <a:t>:</a:t>
          </a:r>
          <a:endParaRPr lang="en-US" dirty="0"/>
        </a:p>
      </dgm:t>
    </dgm:pt>
    <dgm:pt modelId="{AC1406E9-C19C-4451-A856-55A3663317F1}" type="parTrans" cxnId="{77B49BE4-E134-4F8A-A1D1-07EA86BEB19D}">
      <dgm:prSet/>
      <dgm:spPr/>
      <dgm:t>
        <a:bodyPr/>
        <a:lstStyle/>
        <a:p>
          <a:endParaRPr lang="en-US"/>
        </a:p>
      </dgm:t>
    </dgm:pt>
    <dgm:pt modelId="{1D5A21CA-A78C-441E-89D0-B8DC032BD98E}" type="sibTrans" cxnId="{77B49BE4-E134-4F8A-A1D1-07EA86BEB19D}">
      <dgm:prSet/>
      <dgm:spPr/>
      <dgm:t>
        <a:bodyPr/>
        <a:lstStyle/>
        <a:p>
          <a:endParaRPr lang="en-US"/>
        </a:p>
      </dgm:t>
    </dgm:pt>
    <dgm:pt modelId="{7D0B2926-CE73-4F1F-9789-22364E74E0DC}">
      <dgm:prSet/>
      <dgm:spPr/>
      <dgm:t>
        <a:bodyPr/>
        <a:lstStyle/>
        <a:p>
          <a:r>
            <a:rPr lang="en-CA" dirty="0"/>
            <a:t>Le point .</a:t>
          </a:r>
          <a:endParaRPr lang="en-US" dirty="0"/>
        </a:p>
      </dgm:t>
    </dgm:pt>
    <dgm:pt modelId="{F59919BE-7761-4B42-925D-917FEA4A3994}" type="parTrans" cxnId="{5012E25C-A51F-419C-BDD2-CDB34E9EA5BE}">
      <dgm:prSet/>
      <dgm:spPr/>
      <dgm:t>
        <a:bodyPr/>
        <a:lstStyle/>
        <a:p>
          <a:endParaRPr lang="en-CA"/>
        </a:p>
      </dgm:t>
    </dgm:pt>
    <dgm:pt modelId="{0F763938-67A7-4F17-A1C5-155917B17DA3}" type="sibTrans" cxnId="{5012E25C-A51F-419C-BDD2-CDB34E9EA5BE}">
      <dgm:prSet/>
      <dgm:spPr/>
      <dgm:t>
        <a:bodyPr/>
        <a:lstStyle/>
        <a:p>
          <a:endParaRPr lang="en-CA"/>
        </a:p>
      </dgm:t>
    </dgm:pt>
    <dgm:pt modelId="{BA254B6D-2B89-461E-BD09-54575047CFF9}">
      <dgm:prSet/>
      <dgm:spPr/>
      <dgm:t>
        <a:bodyPr/>
        <a:lstStyle/>
        <a:p>
          <a:r>
            <a:rPr lang="fr-FR" dirty="0"/>
            <a:t>Correspond à n’importe quel caractère sauf NUL</a:t>
          </a:r>
          <a:endParaRPr lang="en-US" dirty="0"/>
        </a:p>
      </dgm:t>
    </dgm:pt>
    <dgm:pt modelId="{5327466E-E66D-401C-A066-0A94ABF932DD}" type="parTrans" cxnId="{9DAA436D-4B67-4770-9102-5ED84D4BD9D8}">
      <dgm:prSet/>
      <dgm:spPr/>
      <dgm:t>
        <a:bodyPr/>
        <a:lstStyle/>
        <a:p>
          <a:endParaRPr lang="en-CA"/>
        </a:p>
      </dgm:t>
    </dgm:pt>
    <dgm:pt modelId="{18EA3F0A-34B3-4D5F-A576-3386A309320B}" type="sibTrans" cxnId="{9DAA436D-4B67-4770-9102-5ED84D4BD9D8}">
      <dgm:prSet/>
      <dgm:spPr/>
      <dgm:t>
        <a:bodyPr/>
        <a:lstStyle/>
        <a:p>
          <a:endParaRPr lang="en-CA"/>
        </a:p>
      </dgm:t>
    </dgm:pt>
    <dgm:pt modelId="{22804064-48D9-4E41-BEFA-F4E10BA54440}">
      <dgm:prSet/>
      <dgm:spPr/>
      <dgm:t>
        <a:bodyPr/>
        <a:lstStyle/>
        <a:p>
          <a:r>
            <a:rPr lang="en-CA" dirty="0" err="1"/>
            <a:t>Équivalent</a:t>
          </a:r>
          <a:r>
            <a:rPr lang="en-CA" dirty="0"/>
            <a:t> au « ? » </a:t>
          </a:r>
          <a:r>
            <a:rPr lang="en-CA" dirty="0" err="1"/>
            <a:t>en</a:t>
          </a:r>
          <a:r>
            <a:rPr lang="en-CA" dirty="0"/>
            <a:t> glob</a:t>
          </a:r>
          <a:endParaRPr lang="en-US" dirty="0"/>
        </a:p>
      </dgm:t>
    </dgm:pt>
    <dgm:pt modelId="{F6353B15-B578-47F3-B42B-55FCFFBBF70D}" type="parTrans" cxnId="{4671AE17-6F4D-448A-A9E3-ABACDF0B961C}">
      <dgm:prSet/>
      <dgm:spPr/>
      <dgm:t>
        <a:bodyPr/>
        <a:lstStyle/>
        <a:p>
          <a:endParaRPr lang="en-CA"/>
        </a:p>
      </dgm:t>
    </dgm:pt>
    <dgm:pt modelId="{9F41930B-AC8E-4578-A11B-2603318894AF}" type="sibTrans" cxnId="{4671AE17-6F4D-448A-A9E3-ABACDF0B961C}">
      <dgm:prSet/>
      <dgm:spPr/>
      <dgm:t>
        <a:bodyPr/>
        <a:lstStyle/>
        <a:p>
          <a:endParaRPr lang="en-CA"/>
        </a:p>
      </dgm:t>
    </dgm:pt>
    <dgm:pt modelId="{CE09E189-8526-4D3F-AFE2-5EDF427B5B8A}">
      <dgm:prSet/>
      <dgm:spPr/>
      <dgm:t>
        <a:bodyPr/>
        <a:lstStyle/>
        <a:p>
          <a:r>
            <a:rPr lang="fr-FR" dirty="0"/>
            <a:t>Utiliser « \. » pour reconnaître un point</a:t>
          </a:r>
          <a:endParaRPr lang="en-US" dirty="0"/>
        </a:p>
      </dgm:t>
    </dgm:pt>
    <dgm:pt modelId="{CF9E16B4-DD21-47CC-AAF4-25DC91A10AA5}" type="parTrans" cxnId="{74B967BE-C623-4F2D-A284-687DE27394C9}">
      <dgm:prSet/>
      <dgm:spPr/>
      <dgm:t>
        <a:bodyPr/>
        <a:lstStyle/>
        <a:p>
          <a:endParaRPr lang="en-CA"/>
        </a:p>
      </dgm:t>
    </dgm:pt>
    <dgm:pt modelId="{69C0AB81-CA0F-4A24-8F6A-1A9E898DB4B8}" type="sibTrans" cxnId="{74B967BE-C623-4F2D-A284-687DE27394C9}">
      <dgm:prSet/>
      <dgm:spPr/>
      <dgm:t>
        <a:bodyPr/>
        <a:lstStyle/>
        <a:p>
          <a:endParaRPr lang="en-CA"/>
        </a:p>
      </dgm:t>
    </dgm:pt>
    <dgm:pt modelId="{E846C9E2-116E-4A40-97B1-7EA6DF40CBBC}">
      <dgm:prSet/>
      <dgm:spPr/>
      <dgm:t>
        <a:bodyPr/>
        <a:lstStyle/>
        <a:p>
          <a:r>
            <a:rPr lang="en-CA" dirty="0"/>
            <a:t>Les crochets []</a:t>
          </a:r>
          <a:endParaRPr lang="en-US" dirty="0"/>
        </a:p>
      </dgm:t>
    </dgm:pt>
    <dgm:pt modelId="{1D929A3D-E047-46B8-B267-F1E4590BEAE4}" type="parTrans" cxnId="{A743224D-D9A7-4439-B3AB-56638CAF9703}">
      <dgm:prSet/>
      <dgm:spPr/>
      <dgm:t>
        <a:bodyPr/>
        <a:lstStyle/>
        <a:p>
          <a:endParaRPr lang="en-CA"/>
        </a:p>
      </dgm:t>
    </dgm:pt>
    <dgm:pt modelId="{0DF73669-CDA6-45E5-B53F-560061707906}" type="sibTrans" cxnId="{A743224D-D9A7-4439-B3AB-56638CAF9703}">
      <dgm:prSet/>
      <dgm:spPr/>
      <dgm:t>
        <a:bodyPr/>
        <a:lstStyle/>
        <a:p>
          <a:endParaRPr lang="en-CA"/>
        </a:p>
      </dgm:t>
    </dgm:pt>
    <dgm:pt modelId="{2829B835-43F2-4DAC-8F07-12C3AB14416D}">
      <dgm:prSet/>
      <dgm:spPr/>
      <dgm:t>
        <a:bodyPr/>
        <a:lstStyle/>
        <a:p>
          <a:r>
            <a:rPr lang="fr-FR"/>
            <a:t>Listent un choix parmi plusieurs caractères</a:t>
          </a:r>
          <a:endParaRPr lang="en-US"/>
        </a:p>
      </dgm:t>
    </dgm:pt>
    <dgm:pt modelId="{5ADDD6A3-145C-462C-89E1-6FAA731D5324}" type="parTrans" cxnId="{894F8413-A881-446A-B6E2-DFF451682ADC}">
      <dgm:prSet/>
      <dgm:spPr/>
      <dgm:t>
        <a:bodyPr/>
        <a:lstStyle/>
        <a:p>
          <a:endParaRPr lang="en-CA"/>
        </a:p>
      </dgm:t>
    </dgm:pt>
    <dgm:pt modelId="{1CD8F8DE-F1E3-4076-AF3E-65CA5AD648D2}" type="sibTrans" cxnId="{894F8413-A881-446A-B6E2-DFF451682ADC}">
      <dgm:prSet/>
      <dgm:spPr/>
      <dgm:t>
        <a:bodyPr/>
        <a:lstStyle/>
        <a:p>
          <a:endParaRPr lang="en-CA"/>
        </a:p>
      </dgm:t>
    </dgm:pt>
    <dgm:pt modelId="{7057F58D-3226-4187-909E-30863E15FED7}">
      <dgm:prSet/>
      <dgm:spPr/>
      <dgm:t>
        <a:bodyPr/>
        <a:lstStyle/>
        <a:p>
          <a:r>
            <a:rPr lang="fr-FR" dirty="0"/>
            <a:t>Protéger crochets du </a:t>
          </a:r>
          <a:r>
            <a:rPr lang="fr-FR" dirty="0" err="1"/>
            <a:t>shell</a:t>
          </a:r>
          <a:r>
            <a:rPr lang="fr-FR" dirty="0"/>
            <a:t> avec guillemets</a:t>
          </a:r>
          <a:endParaRPr lang="en-US" dirty="0"/>
        </a:p>
      </dgm:t>
    </dgm:pt>
    <dgm:pt modelId="{9BEF5136-871D-468C-A5EA-375240BC7D50}" type="parTrans" cxnId="{6511CBDC-B9AA-4C82-B006-FA633D8CB928}">
      <dgm:prSet/>
      <dgm:spPr/>
      <dgm:t>
        <a:bodyPr/>
        <a:lstStyle/>
        <a:p>
          <a:endParaRPr lang="en-CA"/>
        </a:p>
      </dgm:t>
    </dgm:pt>
    <dgm:pt modelId="{25734FFA-0FC0-4E8B-9B7B-44757C74038E}" type="sibTrans" cxnId="{6511CBDC-B9AA-4C82-B006-FA633D8CB928}">
      <dgm:prSet/>
      <dgm:spPr/>
      <dgm:t>
        <a:bodyPr/>
        <a:lstStyle/>
        <a:p>
          <a:endParaRPr lang="en-CA"/>
        </a:p>
      </dgm:t>
    </dgm:pt>
    <dgm:pt modelId="{098F6CCD-DA6C-4107-8286-644AFA510E52}">
      <dgm:prSet/>
      <dgm:spPr/>
      <dgm:t>
        <a:bodyPr/>
        <a:lstStyle/>
        <a:p>
          <a:r>
            <a:rPr lang="fr-FR" dirty="0"/>
            <a:t>Circonflexe </a:t>
          </a:r>
          <a:r>
            <a:rPr lang="en-CA" dirty="0"/>
            <a:t>^ </a:t>
          </a:r>
          <a:r>
            <a:rPr lang="fr-FR" dirty="0"/>
            <a:t>indique négation (tout autre caractères)</a:t>
          </a:r>
          <a:endParaRPr lang="en-US" dirty="0"/>
        </a:p>
      </dgm:t>
    </dgm:pt>
    <dgm:pt modelId="{C010D549-7F6B-4E6D-89FB-992A7571C019}" type="parTrans" cxnId="{63E54DB9-D61A-43FA-B372-1F026942829B}">
      <dgm:prSet/>
      <dgm:spPr/>
      <dgm:t>
        <a:bodyPr/>
        <a:lstStyle/>
        <a:p>
          <a:endParaRPr lang="en-CA"/>
        </a:p>
      </dgm:t>
    </dgm:pt>
    <dgm:pt modelId="{8249750E-2858-48C5-9D97-B3FA8D77B817}" type="sibTrans" cxnId="{63E54DB9-D61A-43FA-B372-1F026942829B}">
      <dgm:prSet/>
      <dgm:spPr/>
      <dgm:t>
        <a:bodyPr/>
        <a:lstStyle/>
        <a:p>
          <a:endParaRPr lang="en-CA"/>
        </a:p>
      </dgm:t>
    </dgm:pt>
    <dgm:pt modelId="{71B5AD1F-D214-4629-82DB-0760215F858F}" type="pres">
      <dgm:prSet presAssocID="{61202C33-9630-476D-9F9C-256F39F5A75D}" presName="Name0" presStyleCnt="0">
        <dgm:presLayoutVars>
          <dgm:dir/>
          <dgm:animLvl val="lvl"/>
          <dgm:resizeHandles val="exact"/>
        </dgm:presLayoutVars>
      </dgm:prSet>
      <dgm:spPr/>
    </dgm:pt>
    <dgm:pt modelId="{08C454F2-7F34-4D80-B30E-E08EB8B73A75}" type="pres">
      <dgm:prSet presAssocID="{4BE5A2EC-4E9C-4644-AADB-942763EEB1C2}" presName="linNode" presStyleCnt="0"/>
      <dgm:spPr/>
    </dgm:pt>
    <dgm:pt modelId="{F37EC304-7BCB-4B0C-BD0F-0A85C8B23734}" type="pres">
      <dgm:prSet presAssocID="{4BE5A2EC-4E9C-4644-AADB-942763EEB1C2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DE2E7458-4FF8-4663-9811-A7F777A356BE}" type="pres">
      <dgm:prSet presAssocID="{4BE5A2EC-4E9C-4644-AADB-942763EEB1C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FF33F02-9AB0-4333-B27A-814B81C7FD3C}" type="presOf" srcId="{61202C33-9630-476D-9F9C-256F39F5A75D}" destId="{71B5AD1F-D214-4629-82DB-0760215F858F}" srcOrd="0" destOrd="0" presId="urn:microsoft.com/office/officeart/2005/8/layout/vList5"/>
    <dgm:cxn modelId="{894F8413-A881-446A-B6E2-DFF451682ADC}" srcId="{E846C9E2-116E-4A40-97B1-7EA6DF40CBBC}" destId="{2829B835-43F2-4DAC-8F07-12C3AB14416D}" srcOrd="0" destOrd="0" parTransId="{5ADDD6A3-145C-462C-89E1-6FAA731D5324}" sibTransId="{1CD8F8DE-F1E3-4076-AF3E-65CA5AD648D2}"/>
    <dgm:cxn modelId="{4671AE17-6F4D-448A-A9E3-ABACDF0B961C}" srcId="{7D0B2926-CE73-4F1F-9789-22364E74E0DC}" destId="{22804064-48D9-4E41-BEFA-F4E10BA54440}" srcOrd="1" destOrd="0" parTransId="{F6353B15-B578-47F3-B42B-55FCFFBBF70D}" sibTransId="{9F41930B-AC8E-4578-A11B-2603318894AF}"/>
    <dgm:cxn modelId="{5012E25C-A51F-419C-BDD2-CDB34E9EA5BE}" srcId="{4BE5A2EC-4E9C-4644-AADB-942763EEB1C2}" destId="{7D0B2926-CE73-4F1F-9789-22364E74E0DC}" srcOrd="0" destOrd="0" parTransId="{F59919BE-7761-4B42-925D-917FEA4A3994}" sibTransId="{0F763938-67A7-4F17-A1C5-155917B17DA3}"/>
    <dgm:cxn modelId="{A743224D-D9A7-4439-B3AB-56638CAF9703}" srcId="{4BE5A2EC-4E9C-4644-AADB-942763EEB1C2}" destId="{E846C9E2-116E-4A40-97B1-7EA6DF40CBBC}" srcOrd="1" destOrd="0" parTransId="{1D929A3D-E047-46B8-B267-F1E4590BEAE4}" sibTransId="{0DF73669-CDA6-45E5-B53F-560061707906}"/>
    <dgm:cxn modelId="{9DAA436D-4B67-4770-9102-5ED84D4BD9D8}" srcId="{7D0B2926-CE73-4F1F-9789-22364E74E0DC}" destId="{BA254B6D-2B89-461E-BD09-54575047CFF9}" srcOrd="0" destOrd="0" parTransId="{5327466E-E66D-401C-A066-0A94ABF932DD}" sibTransId="{18EA3F0A-34B3-4D5F-A576-3386A309320B}"/>
    <dgm:cxn modelId="{47DBA754-CC53-4CA4-92EE-C82503550F10}" type="presOf" srcId="{098F6CCD-DA6C-4107-8286-644AFA510E52}" destId="{DE2E7458-4FF8-4663-9811-A7F777A356BE}" srcOrd="0" destOrd="7" presId="urn:microsoft.com/office/officeart/2005/8/layout/vList5"/>
    <dgm:cxn modelId="{271B3781-0880-44D5-A0C5-83D1BA2B99B7}" type="presOf" srcId="{22804064-48D9-4E41-BEFA-F4E10BA54440}" destId="{DE2E7458-4FF8-4663-9811-A7F777A356BE}" srcOrd="0" destOrd="2" presId="urn:microsoft.com/office/officeart/2005/8/layout/vList5"/>
    <dgm:cxn modelId="{8BAA858F-E742-4A4E-AE99-2203DC67DF41}" type="presOf" srcId="{CE09E189-8526-4D3F-AFE2-5EDF427B5B8A}" destId="{DE2E7458-4FF8-4663-9811-A7F777A356BE}" srcOrd="0" destOrd="3" presId="urn:microsoft.com/office/officeart/2005/8/layout/vList5"/>
    <dgm:cxn modelId="{9E3ABF95-9CCA-4C8E-A3FF-D4168CD940F0}" type="presOf" srcId="{E846C9E2-116E-4A40-97B1-7EA6DF40CBBC}" destId="{DE2E7458-4FF8-4663-9811-A7F777A356BE}" srcOrd="0" destOrd="4" presId="urn:microsoft.com/office/officeart/2005/8/layout/vList5"/>
    <dgm:cxn modelId="{8FD09C97-B584-4CB6-8BCA-2B29D82F6C06}" type="presOf" srcId="{2829B835-43F2-4DAC-8F07-12C3AB14416D}" destId="{DE2E7458-4FF8-4663-9811-A7F777A356BE}" srcOrd="0" destOrd="5" presId="urn:microsoft.com/office/officeart/2005/8/layout/vList5"/>
    <dgm:cxn modelId="{11D47AB7-F69B-449F-9D9F-78A3C78FBDDD}" type="presOf" srcId="{BA254B6D-2B89-461E-BD09-54575047CFF9}" destId="{DE2E7458-4FF8-4663-9811-A7F777A356BE}" srcOrd="0" destOrd="1" presId="urn:microsoft.com/office/officeart/2005/8/layout/vList5"/>
    <dgm:cxn modelId="{63E54DB9-D61A-43FA-B372-1F026942829B}" srcId="{E846C9E2-116E-4A40-97B1-7EA6DF40CBBC}" destId="{098F6CCD-DA6C-4107-8286-644AFA510E52}" srcOrd="2" destOrd="0" parTransId="{C010D549-7F6B-4E6D-89FB-992A7571C019}" sibTransId="{8249750E-2858-48C5-9D97-B3FA8D77B817}"/>
    <dgm:cxn modelId="{C147B7BB-900E-44BB-873B-B186663EB114}" type="presOf" srcId="{4BE5A2EC-4E9C-4644-AADB-942763EEB1C2}" destId="{F37EC304-7BCB-4B0C-BD0F-0A85C8B23734}" srcOrd="0" destOrd="0" presId="urn:microsoft.com/office/officeart/2005/8/layout/vList5"/>
    <dgm:cxn modelId="{74B967BE-C623-4F2D-A284-687DE27394C9}" srcId="{7D0B2926-CE73-4F1F-9789-22364E74E0DC}" destId="{CE09E189-8526-4D3F-AFE2-5EDF427B5B8A}" srcOrd="2" destOrd="0" parTransId="{CF9E16B4-DD21-47CC-AAF4-25DC91A10AA5}" sibTransId="{69C0AB81-CA0F-4A24-8F6A-1A9E898DB4B8}"/>
    <dgm:cxn modelId="{90112DC6-7CF5-4F10-A03B-CEA3D68A053B}" type="presOf" srcId="{7D0B2926-CE73-4F1F-9789-22364E74E0DC}" destId="{DE2E7458-4FF8-4663-9811-A7F777A356BE}" srcOrd="0" destOrd="0" presId="urn:microsoft.com/office/officeart/2005/8/layout/vList5"/>
    <dgm:cxn modelId="{365003CE-470C-4944-86B0-42765F7D9A8A}" type="presOf" srcId="{7057F58D-3226-4187-909E-30863E15FED7}" destId="{DE2E7458-4FF8-4663-9811-A7F777A356BE}" srcOrd="0" destOrd="6" presId="urn:microsoft.com/office/officeart/2005/8/layout/vList5"/>
    <dgm:cxn modelId="{6511CBDC-B9AA-4C82-B006-FA633D8CB928}" srcId="{E846C9E2-116E-4A40-97B1-7EA6DF40CBBC}" destId="{7057F58D-3226-4187-909E-30863E15FED7}" srcOrd="1" destOrd="0" parTransId="{9BEF5136-871D-468C-A5EA-375240BC7D50}" sibTransId="{25734FFA-0FC0-4E8B-9B7B-44757C74038E}"/>
    <dgm:cxn modelId="{77B49BE4-E134-4F8A-A1D1-07EA86BEB19D}" srcId="{61202C33-9630-476D-9F9C-256F39F5A75D}" destId="{4BE5A2EC-4E9C-4644-AADB-942763EEB1C2}" srcOrd="0" destOrd="0" parTransId="{AC1406E9-C19C-4451-A856-55A3663317F1}" sibTransId="{1D5A21CA-A78C-441E-89D0-B8DC032BD98E}"/>
    <dgm:cxn modelId="{6C23641C-9868-4E0D-81AF-776A9A62797C}" type="presParOf" srcId="{71B5AD1F-D214-4629-82DB-0760215F858F}" destId="{08C454F2-7F34-4D80-B30E-E08EB8B73A75}" srcOrd="0" destOrd="0" presId="urn:microsoft.com/office/officeart/2005/8/layout/vList5"/>
    <dgm:cxn modelId="{72851A54-BA15-4D54-BC2A-425DE3F2872D}" type="presParOf" srcId="{08C454F2-7F34-4D80-B30E-E08EB8B73A75}" destId="{F37EC304-7BCB-4B0C-BD0F-0A85C8B23734}" srcOrd="0" destOrd="0" presId="urn:microsoft.com/office/officeart/2005/8/layout/vList5"/>
    <dgm:cxn modelId="{DA297EA6-87CE-4D3B-A6FD-90D3B1F6ED35}" type="presParOf" srcId="{08C454F2-7F34-4D80-B30E-E08EB8B73A75}" destId="{DE2E7458-4FF8-4663-9811-A7F777A356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202C33-9630-476D-9F9C-256F39F5A75D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E5A2EC-4E9C-4644-AADB-942763EEB1C2}">
      <dgm:prSet custT="1"/>
      <dgm:spPr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gm:spPr>
      <dgm:t>
        <a:bodyPr spcFirstLastPara="0" vert="horz" wrap="square" lIns="179070" tIns="89535" rIns="179070" bIns="89535" numCol="1" spcCol="1270" anchor="ctr" anchorCtr="0"/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700" kern="1200">
              <a:latin typeface="Avenir Next LT Pro" panose="02020404030301010803"/>
              <a:ea typeface="+mn-ea"/>
              <a:cs typeface="+mn-cs"/>
            </a:rPr>
            <a:t>Caractères spéciaux:</a:t>
          </a:r>
          <a:endParaRPr lang="en-US" sz="4700" kern="1200">
            <a:latin typeface="Avenir Next LT Pro" panose="02020404030301010803"/>
            <a:ea typeface="+mn-ea"/>
            <a:cs typeface="+mn-cs"/>
          </a:endParaRPr>
        </a:p>
      </dgm:t>
    </dgm:pt>
    <dgm:pt modelId="{AC1406E9-C19C-4451-A856-55A3663317F1}" type="parTrans" cxnId="{77B49BE4-E134-4F8A-A1D1-07EA86BEB19D}">
      <dgm:prSet/>
      <dgm:spPr/>
      <dgm:t>
        <a:bodyPr/>
        <a:lstStyle/>
        <a:p>
          <a:endParaRPr lang="en-US"/>
        </a:p>
      </dgm:t>
    </dgm:pt>
    <dgm:pt modelId="{1D5A21CA-A78C-441E-89D0-B8DC032BD98E}" type="sibTrans" cxnId="{77B49BE4-E134-4F8A-A1D1-07EA86BEB19D}">
      <dgm:prSet/>
      <dgm:spPr/>
      <dgm:t>
        <a:bodyPr/>
        <a:lstStyle/>
        <a:p>
          <a:endParaRPr lang="en-US"/>
        </a:p>
      </dgm:t>
    </dgm:pt>
    <dgm:pt modelId="{8BF914B9-2A8B-4755-8B5E-3D0747054D27}">
      <dgm:prSet/>
      <dgm:spPr/>
      <dgm:t>
        <a:bodyPr/>
        <a:lstStyle/>
        <a:p>
          <a:r>
            <a:rPr lang="en-CA" dirty="0" err="1"/>
            <a:t>L’étoile</a:t>
          </a:r>
          <a:r>
            <a:rPr lang="en-CA" dirty="0"/>
            <a:t> *</a:t>
          </a:r>
        </a:p>
      </dgm:t>
    </dgm:pt>
    <dgm:pt modelId="{37F43BC4-A7AA-421A-8814-D795B5325017}" type="parTrans" cxnId="{DE4DD830-2933-49BE-B594-09150C9447E7}">
      <dgm:prSet/>
      <dgm:spPr/>
      <dgm:t>
        <a:bodyPr/>
        <a:lstStyle/>
        <a:p>
          <a:endParaRPr lang="en-CA"/>
        </a:p>
      </dgm:t>
    </dgm:pt>
    <dgm:pt modelId="{C0A0CE6B-9309-4FEF-BA3E-56EED3AF2CD5}" type="sibTrans" cxnId="{DE4DD830-2933-49BE-B594-09150C9447E7}">
      <dgm:prSet/>
      <dgm:spPr/>
      <dgm:t>
        <a:bodyPr/>
        <a:lstStyle/>
        <a:p>
          <a:endParaRPr lang="en-CA"/>
        </a:p>
      </dgm:t>
    </dgm:pt>
    <dgm:pt modelId="{32EBCEAF-A92E-4B71-9F3E-466C639B770F}">
      <dgm:prSet/>
      <dgm:spPr/>
      <dgm:t>
        <a:bodyPr/>
        <a:lstStyle/>
        <a:p>
          <a:r>
            <a:rPr lang="fr-FR" dirty="0"/>
            <a:t>Indique une répétition d’un motif 0+ fois</a:t>
          </a:r>
          <a:endParaRPr lang="en-CA" dirty="0"/>
        </a:p>
      </dgm:t>
    </dgm:pt>
    <dgm:pt modelId="{4BCC0DCA-87A5-4CAA-B15D-7D02DD4EE9F3}" type="parTrans" cxnId="{D62E1E3B-5C5E-42AB-8C1D-288525D9948C}">
      <dgm:prSet/>
      <dgm:spPr/>
      <dgm:t>
        <a:bodyPr/>
        <a:lstStyle/>
        <a:p>
          <a:endParaRPr lang="en-CA"/>
        </a:p>
      </dgm:t>
    </dgm:pt>
    <dgm:pt modelId="{68D9E040-2C90-4632-A09B-6F6C1C658DA8}" type="sibTrans" cxnId="{D62E1E3B-5C5E-42AB-8C1D-288525D9948C}">
      <dgm:prSet/>
      <dgm:spPr/>
      <dgm:t>
        <a:bodyPr/>
        <a:lstStyle/>
        <a:p>
          <a:endParaRPr lang="en-CA"/>
        </a:p>
      </dgm:t>
    </dgm:pt>
    <dgm:pt modelId="{258860F5-1F9F-4F34-AFC3-3DC48733BA37}">
      <dgm:prSet/>
      <dgm:spPr/>
      <dgm:t>
        <a:bodyPr/>
        <a:lstStyle/>
        <a:p>
          <a:r>
            <a:rPr lang="en-CA" dirty="0"/>
            <a:t>Le </a:t>
          </a:r>
          <a:r>
            <a:rPr lang="en-CA" dirty="0" err="1"/>
            <a:t>circonflexe</a:t>
          </a:r>
          <a:r>
            <a:rPr lang="en-CA" dirty="0"/>
            <a:t> ^</a:t>
          </a:r>
        </a:p>
      </dgm:t>
    </dgm:pt>
    <dgm:pt modelId="{317B725E-738B-47D3-B9A7-93925731D147}" type="parTrans" cxnId="{F13D6C89-0F31-400E-886F-E80FDFD4F727}">
      <dgm:prSet/>
      <dgm:spPr/>
      <dgm:t>
        <a:bodyPr/>
        <a:lstStyle/>
        <a:p>
          <a:endParaRPr lang="en-CA"/>
        </a:p>
      </dgm:t>
    </dgm:pt>
    <dgm:pt modelId="{8BA6BEAA-F093-4542-BF4A-B823F2881187}" type="sibTrans" cxnId="{F13D6C89-0F31-400E-886F-E80FDFD4F727}">
      <dgm:prSet/>
      <dgm:spPr/>
      <dgm:t>
        <a:bodyPr/>
        <a:lstStyle/>
        <a:p>
          <a:endParaRPr lang="en-CA"/>
        </a:p>
      </dgm:t>
    </dgm:pt>
    <dgm:pt modelId="{5A4F45E1-F634-41B2-8430-6F98BE83CCE7}">
      <dgm:prSet/>
      <dgm:spPr/>
      <dgm:t>
        <a:bodyPr/>
        <a:lstStyle/>
        <a:p>
          <a:r>
            <a:rPr lang="fr-FR" dirty="0"/>
            <a:t>Indique début de chaine ou (ligne)</a:t>
          </a:r>
          <a:endParaRPr lang="en-CA" dirty="0"/>
        </a:p>
      </dgm:t>
    </dgm:pt>
    <dgm:pt modelId="{DA10C406-02B0-4659-AA87-D57A4A828B9F}" type="parTrans" cxnId="{CBA5E827-8C97-4B9C-AF92-783A6418009C}">
      <dgm:prSet/>
      <dgm:spPr/>
      <dgm:t>
        <a:bodyPr/>
        <a:lstStyle/>
        <a:p>
          <a:endParaRPr lang="en-CA"/>
        </a:p>
      </dgm:t>
    </dgm:pt>
    <dgm:pt modelId="{F6281FB0-D65D-471B-9548-454CA1C1E651}" type="sibTrans" cxnId="{CBA5E827-8C97-4B9C-AF92-783A6418009C}">
      <dgm:prSet/>
      <dgm:spPr/>
      <dgm:t>
        <a:bodyPr/>
        <a:lstStyle/>
        <a:p>
          <a:endParaRPr lang="en-CA"/>
        </a:p>
      </dgm:t>
    </dgm:pt>
    <dgm:pt modelId="{09F6A3DA-0DDD-46C6-83C9-71335BB982AB}">
      <dgm:prSet/>
      <dgm:spPr/>
      <dgm:t>
        <a:bodyPr/>
        <a:lstStyle/>
        <a:p>
          <a:r>
            <a:rPr lang="en-CA" dirty="0"/>
            <a:t>Le dollar $</a:t>
          </a:r>
        </a:p>
      </dgm:t>
    </dgm:pt>
    <dgm:pt modelId="{DC79CD88-DF92-4B7D-AB5E-F27588F6E2BB}" type="parTrans" cxnId="{720A3938-A3AD-4571-BF5E-29F78AE4FA05}">
      <dgm:prSet/>
      <dgm:spPr/>
      <dgm:t>
        <a:bodyPr/>
        <a:lstStyle/>
        <a:p>
          <a:endParaRPr lang="en-CA"/>
        </a:p>
      </dgm:t>
    </dgm:pt>
    <dgm:pt modelId="{438E66C4-40B8-4064-B67F-4564039AE5B7}" type="sibTrans" cxnId="{720A3938-A3AD-4571-BF5E-29F78AE4FA05}">
      <dgm:prSet/>
      <dgm:spPr/>
      <dgm:t>
        <a:bodyPr/>
        <a:lstStyle/>
        <a:p>
          <a:endParaRPr lang="en-CA"/>
        </a:p>
      </dgm:t>
    </dgm:pt>
    <dgm:pt modelId="{2B60183B-3446-4871-893D-479AEF18139A}">
      <dgm:prSet/>
      <dgm:spPr/>
      <dgm:t>
        <a:bodyPr/>
        <a:lstStyle/>
        <a:p>
          <a:r>
            <a:rPr lang="fr-FR" dirty="0"/>
            <a:t>Indique fin de chaine ou (ligne)</a:t>
          </a:r>
          <a:endParaRPr lang="en-CA" dirty="0"/>
        </a:p>
      </dgm:t>
    </dgm:pt>
    <dgm:pt modelId="{6B0BF81C-9B33-4367-B5BF-4E1ECFDC9108}" type="parTrans" cxnId="{40A9B96F-874A-404D-BFF3-6C7D4D5CC0E8}">
      <dgm:prSet/>
      <dgm:spPr/>
      <dgm:t>
        <a:bodyPr/>
        <a:lstStyle/>
        <a:p>
          <a:endParaRPr lang="en-CA"/>
        </a:p>
      </dgm:t>
    </dgm:pt>
    <dgm:pt modelId="{7C4272DD-BA50-4C12-B797-F5C6C5FC3160}" type="sibTrans" cxnId="{40A9B96F-874A-404D-BFF3-6C7D4D5CC0E8}">
      <dgm:prSet/>
      <dgm:spPr/>
      <dgm:t>
        <a:bodyPr/>
        <a:lstStyle/>
        <a:p>
          <a:endParaRPr lang="en-CA"/>
        </a:p>
      </dgm:t>
    </dgm:pt>
    <dgm:pt modelId="{5994BBD4-47C3-40D9-B175-9FCA435B1E6C}">
      <dgm:prSet/>
      <dgm:spPr/>
      <dgm:t>
        <a:bodyPr/>
        <a:lstStyle/>
        <a:p>
          <a:r>
            <a:rPr lang="en-CA" dirty="0"/>
            <a:t>La </a:t>
          </a:r>
          <a:r>
            <a:rPr lang="en-CA" dirty="0" err="1"/>
            <a:t>contre</a:t>
          </a:r>
          <a:r>
            <a:rPr lang="en-CA" dirty="0"/>
            <a:t>-oblique \</a:t>
          </a:r>
        </a:p>
      </dgm:t>
    </dgm:pt>
    <dgm:pt modelId="{D981F187-AED6-4A08-A33B-B4DBDA55C876}" type="parTrans" cxnId="{DA8EA5EA-A192-4348-BB03-6E95A1716FC1}">
      <dgm:prSet/>
      <dgm:spPr/>
      <dgm:t>
        <a:bodyPr/>
        <a:lstStyle/>
        <a:p>
          <a:endParaRPr lang="en-CA"/>
        </a:p>
      </dgm:t>
    </dgm:pt>
    <dgm:pt modelId="{FD052B8D-6325-4903-BA9B-7D1961B43251}" type="sibTrans" cxnId="{DA8EA5EA-A192-4348-BB03-6E95A1716FC1}">
      <dgm:prSet/>
      <dgm:spPr/>
      <dgm:t>
        <a:bodyPr/>
        <a:lstStyle/>
        <a:p>
          <a:endParaRPr lang="en-CA"/>
        </a:p>
      </dgm:t>
    </dgm:pt>
    <dgm:pt modelId="{F63EFAF1-B377-48C6-9459-9C2B6BE8A5C4}">
      <dgm:prSet/>
      <dgm:spPr/>
      <dgm:t>
        <a:bodyPr/>
        <a:lstStyle/>
        <a:p>
          <a:r>
            <a:rPr lang="fr-FR" dirty="0"/>
            <a:t>\ rend littéral un caractère spécial et inversement</a:t>
          </a:r>
          <a:endParaRPr lang="en-CA" dirty="0"/>
        </a:p>
      </dgm:t>
    </dgm:pt>
    <dgm:pt modelId="{D4585DA5-1D66-464D-94CF-4DAC30FC40B4}" type="parTrans" cxnId="{482E471B-2666-43D5-BE64-95AFAAB7CAE8}">
      <dgm:prSet/>
      <dgm:spPr/>
      <dgm:t>
        <a:bodyPr/>
        <a:lstStyle/>
        <a:p>
          <a:endParaRPr lang="en-CA"/>
        </a:p>
      </dgm:t>
    </dgm:pt>
    <dgm:pt modelId="{114FEF3F-68DF-4AB4-913A-73C5C8114603}" type="sibTrans" cxnId="{482E471B-2666-43D5-BE64-95AFAAB7CAE8}">
      <dgm:prSet/>
      <dgm:spPr/>
      <dgm:t>
        <a:bodyPr/>
        <a:lstStyle/>
        <a:p>
          <a:endParaRPr lang="en-CA"/>
        </a:p>
      </dgm:t>
    </dgm:pt>
    <dgm:pt modelId="{47F48B57-60CA-464F-89E2-38A8A22B1C6F}">
      <dgm:prSet/>
      <dgm:spPr/>
      <dgm:t>
        <a:bodyPr/>
        <a:lstStyle/>
        <a:p>
          <a:r>
            <a:rPr lang="fr-FR" dirty="0"/>
            <a:t>Tous autres caractères sont littéraux</a:t>
          </a:r>
          <a:endParaRPr lang="en-CA" dirty="0"/>
        </a:p>
      </dgm:t>
    </dgm:pt>
    <dgm:pt modelId="{65D15112-5CD6-46A5-8413-B38085202563}" type="parTrans" cxnId="{DFE0D2DF-64F0-4F31-8D4C-5E7BFDF75B03}">
      <dgm:prSet/>
      <dgm:spPr/>
      <dgm:t>
        <a:bodyPr/>
        <a:lstStyle/>
        <a:p>
          <a:endParaRPr lang="en-CA"/>
        </a:p>
      </dgm:t>
    </dgm:pt>
    <dgm:pt modelId="{5E95D96B-EB4C-4F0A-95FB-B1E5FC0BE26A}" type="sibTrans" cxnId="{DFE0D2DF-64F0-4F31-8D4C-5E7BFDF75B03}">
      <dgm:prSet/>
      <dgm:spPr/>
      <dgm:t>
        <a:bodyPr/>
        <a:lstStyle/>
        <a:p>
          <a:endParaRPr lang="en-CA"/>
        </a:p>
      </dgm:t>
    </dgm:pt>
    <dgm:pt modelId="{71B5AD1F-D214-4629-82DB-0760215F858F}" type="pres">
      <dgm:prSet presAssocID="{61202C33-9630-476D-9F9C-256F39F5A75D}" presName="Name0" presStyleCnt="0">
        <dgm:presLayoutVars>
          <dgm:dir/>
          <dgm:animLvl val="lvl"/>
          <dgm:resizeHandles val="exact"/>
        </dgm:presLayoutVars>
      </dgm:prSet>
      <dgm:spPr/>
    </dgm:pt>
    <dgm:pt modelId="{08C454F2-7F34-4D80-B30E-E08EB8B73A75}" type="pres">
      <dgm:prSet presAssocID="{4BE5A2EC-4E9C-4644-AADB-942763EEB1C2}" presName="linNode" presStyleCnt="0"/>
      <dgm:spPr/>
    </dgm:pt>
    <dgm:pt modelId="{F37EC304-7BCB-4B0C-BD0F-0A85C8B23734}" type="pres">
      <dgm:prSet presAssocID="{4BE5A2EC-4E9C-4644-AADB-942763EEB1C2}" presName="parentText" presStyleLbl="node1" presStyleIdx="0" presStyleCnt="1">
        <dgm:presLayoutVars>
          <dgm:chMax val="1"/>
          <dgm:bulletEnabled val="1"/>
        </dgm:presLayoutVars>
      </dgm:prSet>
      <dgm:spPr>
        <a:xfrm>
          <a:off x="0" y="0"/>
          <a:ext cx="3621024" cy="3849624"/>
        </a:xfrm>
        <a:prstGeom prst="roundRect">
          <a:avLst/>
        </a:prstGeom>
      </dgm:spPr>
    </dgm:pt>
    <dgm:pt modelId="{DE2E7458-4FF8-4663-9811-A7F777A356BE}" type="pres">
      <dgm:prSet presAssocID="{4BE5A2EC-4E9C-4644-AADB-942763EEB1C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FF33F02-9AB0-4333-B27A-814B81C7FD3C}" type="presOf" srcId="{61202C33-9630-476D-9F9C-256F39F5A75D}" destId="{71B5AD1F-D214-4629-82DB-0760215F858F}" srcOrd="0" destOrd="0" presId="urn:microsoft.com/office/officeart/2005/8/layout/vList5"/>
    <dgm:cxn modelId="{EC16E20D-DC5A-4F16-A523-78D76C5840D4}" type="presOf" srcId="{8BF914B9-2A8B-4755-8B5E-3D0747054D27}" destId="{DE2E7458-4FF8-4663-9811-A7F777A356BE}" srcOrd="0" destOrd="0" presId="urn:microsoft.com/office/officeart/2005/8/layout/vList5"/>
    <dgm:cxn modelId="{2DA76011-A937-4FE3-9794-F1C3FB1627DC}" type="presOf" srcId="{5994BBD4-47C3-40D9-B175-9FCA435B1E6C}" destId="{DE2E7458-4FF8-4663-9811-A7F777A356BE}" srcOrd="0" destOrd="6" presId="urn:microsoft.com/office/officeart/2005/8/layout/vList5"/>
    <dgm:cxn modelId="{482E471B-2666-43D5-BE64-95AFAAB7CAE8}" srcId="{5994BBD4-47C3-40D9-B175-9FCA435B1E6C}" destId="{F63EFAF1-B377-48C6-9459-9C2B6BE8A5C4}" srcOrd="0" destOrd="0" parTransId="{D4585DA5-1D66-464D-94CF-4DAC30FC40B4}" sibTransId="{114FEF3F-68DF-4AB4-913A-73C5C8114603}"/>
    <dgm:cxn modelId="{CBA5E827-8C97-4B9C-AF92-783A6418009C}" srcId="{258860F5-1F9F-4F34-AFC3-3DC48733BA37}" destId="{5A4F45E1-F634-41B2-8430-6F98BE83CCE7}" srcOrd="0" destOrd="0" parTransId="{DA10C406-02B0-4659-AA87-D57A4A828B9F}" sibTransId="{F6281FB0-D65D-471B-9548-454CA1C1E651}"/>
    <dgm:cxn modelId="{DE4DD830-2933-49BE-B594-09150C9447E7}" srcId="{4BE5A2EC-4E9C-4644-AADB-942763EEB1C2}" destId="{8BF914B9-2A8B-4755-8B5E-3D0747054D27}" srcOrd="0" destOrd="0" parTransId="{37F43BC4-A7AA-421A-8814-D795B5325017}" sibTransId="{C0A0CE6B-9309-4FEF-BA3E-56EED3AF2CD5}"/>
    <dgm:cxn modelId="{720A3938-A3AD-4571-BF5E-29F78AE4FA05}" srcId="{4BE5A2EC-4E9C-4644-AADB-942763EEB1C2}" destId="{09F6A3DA-0DDD-46C6-83C9-71335BB982AB}" srcOrd="2" destOrd="0" parTransId="{DC79CD88-DF92-4B7D-AB5E-F27588F6E2BB}" sibTransId="{438E66C4-40B8-4064-B67F-4564039AE5B7}"/>
    <dgm:cxn modelId="{D62E1E3B-5C5E-42AB-8C1D-288525D9948C}" srcId="{8BF914B9-2A8B-4755-8B5E-3D0747054D27}" destId="{32EBCEAF-A92E-4B71-9F3E-466C639B770F}" srcOrd="0" destOrd="0" parTransId="{4BCC0DCA-87A5-4CAA-B15D-7D02DD4EE9F3}" sibTransId="{68D9E040-2C90-4632-A09B-6F6C1C658DA8}"/>
    <dgm:cxn modelId="{9DAD3245-2F40-41F0-B116-354DC13A294F}" type="presOf" srcId="{47F48B57-60CA-464F-89E2-38A8A22B1C6F}" destId="{DE2E7458-4FF8-4663-9811-A7F777A356BE}" srcOrd="0" destOrd="8" presId="urn:microsoft.com/office/officeart/2005/8/layout/vList5"/>
    <dgm:cxn modelId="{40A9B96F-874A-404D-BFF3-6C7D4D5CC0E8}" srcId="{09F6A3DA-0DDD-46C6-83C9-71335BB982AB}" destId="{2B60183B-3446-4871-893D-479AEF18139A}" srcOrd="0" destOrd="0" parTransId="{6B0BF81C-9B33-4367-B5BF-4E1ECFDC9108}" sibTransId="{7C4272DD-BA50-4C12-B797-F5C6C5FC3160}"/>
    <dgm:cxn modelId="{26C65459-D4D1-4070-B8DE-1241DAABB724}" type="presOf" srcId="{2B60183B-3446-4871-893D-479AEF18139A}" destId="{DE2E7458-4FF8-4663-9811-A7F777A356BE}" srcOrd="0" destOrd="5" presId="urn:microsoft.com/office/officeart/2005/8/layout/vList5"/>
    <dgm:cxn modelId="{F13D6C89-0F31-400E-886F-E80FDFD4F727}" srcId="{4BE5A2EC-4E9C-4644-AADB-942763EEB1C2}" destId="{258860F5-1F9F-4F34-AFC3-3DC48733BA37}" srcOrd="1" destOrd="0" parTransId="{317B725E-738B-47D3-B9A7-93925731D147}" sibTransId="{8BA6BEAA-F093-4542-BF4A-B823F2881187}"/>
    <dgm:cxn modelId="{EADDC68A-A2D9-4D97-A57C-97BB092B61E0}" type="presOf" srcId="{09F6A3DA-0DDD-46C6-83C9-71335BB982AB}" destId="{DE2E7458-4FF8-4663-9811-A7F777A356BE}" srcOrd="0" destOrd="4" presId="urn:microsoft.com/office/officeart/2005/8/layout/vList5"/>
    <dgm:cxn modelId="{C147B7BB-900E-44BB-873B-B186663EB114}" type="presOf" srcId="{4BE5A2EC-4E9C-4644-AADB-942763EEB1C2}" destId="{F37EC304-7BCB-4B0C-BD0F-0A85C8B23734}" srcOrd="0" destOrd="0" presId="urn:microsoft.com/office/officeart/2005/8/layout/vList5"/>
    <dgm:cxn modelId="{363E9CC8-0B3C-450E-8768-66CB29E7425B}" type="presOf" srcId="{5A4F45E1-F634-41B2-8430-6F98BE83CCE7}" destId="{DE2E7458-4FF8-4663-9811-A7F777A356BE}" srcOrd="0" destOrd="3" presId="urn:microsoft.com/office/officeart/2005/8/layout/vList5"/>
    <dgm:cxn modelId="{A07FC5CD-1240-4F25-B845-A831ADCAF4B3}" type="presOf" srcId="{32EBCEAF-A92E-4B71-9F3E-466C639B770F}" destId="{DE2E7458-4FF8-4663-9811-A7F777A356BE}" srcOrd="0" destOrd="1" presId="urn:microsoft.com/office/officeart/2005/8/layout/vList5"/>
    <dgm:cxn modelId="{03912BD2-8A28-4817-A831-FA05629BE3B7}" type="presOf" srcId="{F63EFAF1-B377-48C6-9459-9C2B6BE8A5C4}" destId="{DE2E7458-4FF8-4663-9811-A7F777A356BE}" srcOrd="0" destOrd="7" presId="urn:microsoft.com/office/officeart/2005/8/layout/vList5"/>
    <dgm:cxn modelId="{DFE0D2DF-64F0-4F31-8D4C-5E7BFDF75B03}" srcId="{4BE5A2EC-4E9C-4644-AADB-942763EEB1C2}" destId="{47F48B57-60CA-464F-89E2-38A8A22B1C6F}" srcOrd="4" destOrd="0" parTransId="{65D15112-5CD6-46A5-8413-B38085202563}" sibTransId="{5E95D96B-EB4C-4F0A-95FB-B1E5FC0BE26A}"/>
    <dgm:cxn modelId="{77B49BE4-E134-4F8A-A1D1-07EA86BEB19D}" srcId="{61202C33-9630-476D-9F9C-256F39F5A75D}" destId="{4BE5A2EC-4E9C-4644-AADB-942763EEB1C2}" srcOrd="0" destOrd="0" parTransId="{AC1406E9-C19C-4451-A856-55A3663317F1}" sibTransId="{1D5A21CA-A78C-441E-89D0-B8DC032BD98E}"/>
    <dgm:cxn modelId="{DA8EA5EA-A192-4348-BB03-6E95A1716FC1}" srcId="{4BE5A2EC-4E9C-4644-AADB-942763EEB1C2}" destId="{5994BBD4-47C3-40D9-B175-9FCA435B1E6C}" srcOrd="3" destOrd="0" parTransId="{D981F187-AED6-4A08-A33B-B4DBDA55C876}" sibTransId="{FD052B8D-6325-4903-BA9B-7D1961B43251}"/>
    <dgm:cxn modelId="{BD295BEF-99EA-4341-9644-7239FFE4F610}" type="presOf" srcId="{258860F5-1F9F-4F34-AFC3-3DC48733BA37}" destId="{DE2E7458-4FF8-4663-9811-A7F777A356BE}" srcOrd="0" destOrd="2" presId="urn:microsoft.com/office/officeart/2005/8/layout/vList5"/>
    <dgm:cxn modelId="{6C23641C-9868-4E0D-81AF-776A9A62797C}" type="presParOf" srcId="{71B5AD1F-D214-4629-82DB-0760215F858F}" destId="{08C454F2-7F34-4D80-B30E-E08EB8B73A75}" srcOrd="0" destOrd="0" presId="urn:microsoft.com/office/officeart/2005/8/layout/vList5"/>
    <dgm:cxn modelId="{72851A54-BA15-4D54-BC2A-425DE3F2872D}" type="presParOf" srcId="{08C454F2-7F34-4D80-B30E-E08EB8B73A75}" destId="{F37EC304-7BCB-4B0C-BD0F-0A85C8B23734}" srcOrd="0" destOrd="0" presId="urn:microsoft.com/office/officeart/2005/8/layout/vList5"/>
    <dgm:cxn modelId="{DA297EA6-87CE-4D3B-A6FD-90D3B1F6ED35}" type="presParOf" srcId="{08C454F2-7F34-4D80-B30E-E08EB8B73A75}" destId="{DE2E7458-4FF8-4663-9811-A7F777A356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202C33-9630-476D-9F9C-256F39F5A75D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F914B9-2A8B-4755-8B5E-3D0747054D27}">
      <dgm:prSet/>
      <dgm:spPr/>
      <dgm:t>
        <a:bodyPr/>
        <a:lstStyle/>
        <a:p>
          <a:r>
            <a:rPr lang="en-CA" dirty="0"/>
            <a:t>Le plus +</a:t>
          </a:r>
        </a:p>
      </dgm:t>
    </dgm:pt>
    <dgm:pt modelId="{37F43BC4-A7AA-421A-8814-D795B5325017}" type="parTrans" cxnId="{DE4DD830-2933-49BE-B594-09150C9447E7}">
      <dgm:prSet/>
      <dgm:spPr/>
      <dgm:t>
        <a:bodyPr/>
        <a:lstStyle/>
        <a:p>
          <a:endParaRPr lang="en-CA"/>
        </a:p>
      </dgm:t>
    </dgm:pt>
    <dgm:pt modelId="{C0A0CE6B-9309-4FEF-BA3E-56EED3AF2CD5}" type="sibTrans" cxnId="{DE4DD830-2933-49BE-B594-09150C9447E7}">
      <dgm:prSet/>
      <dgm:spPr/>
      <dgm:t>
        <a:bodyPr/>
        <a:lstStyle/>
        <a:p>
          <a:endParaRPr lang="en-CA"/>
        </a:p>
      </dgm:t>
    </dgm:pt>
    <dgm:pt modelId="{32EBCEAF-A92E-4B71-9F3E-466C639B770F}">
      <dgm:prSet/>
      <dgm:spPr/>
      <dgm:t>
        <a:bodyPr/>
        <a:lstStyle/>
        <a:p>
          <a:r>
            <a:rPr lang="fr-FR" dirty="0"/>
            <a:t>Indique une répétition d’un motif 1+ fois</a:t>
          </a:r>
          <a:endParaRPr lang="en-CA" dirty="0"/>
        </a:p>
      </dgm:t>
    </dgm:pt>
    <dgm:pt modelId="{4BCC0DCA-87A5-4CAA-B15D-7D02DD4EE9F3}" type="parTrans" cxnId="{D62E1E3B-5C5E-42AB-8C1D-288525D9948C}">
      <dgm:prSet/>
      <dgm:spPr/>
      <dgm:t>
        <a:bodyPr/>
        <a:lstStyle/>
        <a:p>
          <a:endParaRPr lang="en-CA"/>
        </a:p>
      </dgm:t>
    </dgm:pt>
    <dgm:pt modelId="{68D9E040-2C90-4632-A09B-6F6C1C658DA8}" type="sibTrans" cxnId="{D62E1E3B-5C5E-42AB-8C1D-288525D9948C}">
      <dgm:prSet/>
      <dgm:spPr/>
      <dgm:t>
        <a:bodyPr/>
        <a:lstStyle/>
        <a:p>
          <a:endParaRPr lang="en-CA"/>
        </a:p>
      </dgm:t>
    </dgm:pt>
    <dgm:pt modelId="{258860F5-1F9F-4F34-AFC3-3DC48733BA37}">
      <dgm:prSet/>
      <dgm:spPr/>
      <dgm:t>
        <a:bodyPr/>
        <a:lstStyle/>
        <a:p>
          <a:r>
            <a:rPr lang="en-CA" dirty="0"/>
            <a:t>Le point </a:t>
          </a:r>
          <a:r>
            <a:rPr lang="en-CA" dirty="0" err="1"/>
            <a:t>d’interrogation</a:t>
          </a:r>
          <a:r>
            <a:rPr lang="en-CA" dirty="0"/>
            <a:t>, ?</a:t>
          </a:r>
        </a:p>
      </dgm:t>
    </dgm:pt>
    <dgm:pt modelId="{317B725E-738B-47D3-B9A7-93925731D147}" type="parTrans" cxnId="{F13D6C89-0F31-400E-886F-E80FDFD4F727}">
      <dgm:prSet/>
      <dgm:spPr/>
      <dgm:t>
        <a:bodyPr/>
        <a:lstStyle/>
        <a:p>
          <a:endParaRPr lang="en-CA"/>
        </a:p>
      </dgm:t>
    </dgm:pt>
    <dgm:pt modelId="{8BA6BEAA-F093-4542-BF4A-B823F2881187}" type="sibTrans" cxnId="{F13D6C89-0F31-400E-886F-E80FDFD4F727}">
      <dgm:prSet/>
      <dgm:spPr/>
      <dgm:t>
        <a:bodyPr/>
        <a:lstStyle/>
        <a:p>
          <a:endParaRPr lang="en-CA"/>
        </a:p>
      </dgm:t>
    </dgm:pt>
    <dgm:pt modelId="{5A4F45E1-F634-41B2-8430-6F98BE83CCE7}">
      <dgm:prSet/>
      <dgm:spPr/>
      <dgm:t>
        <a:bodyPr/>
        <a:lstStyle/>
        <a:p>
          <a:r>
            <a:rPr lang="fr-FR" dirty="0"/>
            <a:t>Indique que le motif est </a:t>
          </a:r>
          <a:r>
            <a:rPr lang="fr-FR" dirty="0" err="1"/>
            <a:t>pr</a:t>
          </a:r>
          <a:r>
            <a:rPr lang="fr-CA" dirty="0" err="1"/>
            <a:t>ésent</a:t>
          </a:r>
          <a:r>
            <a:rPr lang="fr-CA" dirty="0"/>
            <a:t> 0 ou 1 fois.</a:t>
          </a:r>
          <a:endParaRPr lang="en-CA" dirty="0"/>
        </a:p>
      </dgm:t>
    </dgm:pt>
    <dgm:pt modelId="{DA10C406-02B0-4659-AA87-D57A4A828B9F}" type="parTrans" cxnId="{CBA5E827-8C97-4B9C-AF92-783A6418009C}">
      <dgm:prSet/>
      <dgm:spPr/>
      <dgm:t>
        <a:bodyPr/>
        <a:lstStyle/>
        <a:p>
          <a:endParaRPr lang="en-CA"/>
        </a:p>
      </dgm:t>
    </dgm:pt>
    <dgm:pt modelId="{F6281FB0-D65D-471B-9548-454CA1C1E651}" type="sibTrans" cxnId="{CBA5E827-8C97-4B9C-AF92-783A6418009C}">
      <dgm:prSet/>
      <dgm:spPr/>
      <dgm:t>
        <a:bodyPr/>
        <a:lstStyle/>
        <a:p>
          <a:endParaRPr lang="en-CA"/>
        </a:p>
      </dgm:t>
    </dgm:pt>
    <dgm:pt modelId="{09F6A3DA-0DDD-46C6-83C9-71335BB982AB}">
      <dgm:prSet/>
      <dgm:spPr/>
      <dgm:t>
        <a:bodyPr/>
        <a:lstStyle/>
        <a:p>
          <a:r>
            <a:rPr lang="en-CA" dirty="0"/>
            <a:t>Accolades, {}</a:t>
          </a:r>
        </a:p>
      </dgm:t>
    </dgm:pt>
    <dgm:pt modelId="{DC79CD88-DF92-4B7D-AB5E-F27588F6E2BB}" type="parTrans" cxnId="{720A3938-A3AD-4571-BF5E-29F78AE4FA05}">
      <dgm:prSet/>
      <dgm:spPr/>
      <dgm:t>
        <a:bodyPr/>
        <a:lstStyle/>
        <a:p>
          <a:endParaRPr lang="en-CA"/>
        </a:p>
      </dgm:t>
    </dgm:pt>
    <dgm:pt modelId="{438E66C4-40B8-4064-B67F-4564039AE5B7}" type="sibTrans" cxnId="{720A3938-A3AD-4571-BF5E-29F78AE4FA05}">
      <dgm:prSet/>
      <dgm:spPr/>
      <dgm:t>
        <a:bodyPr/>
        <a:lstStyle/>
        <a:p>
          <a:endParaRPr lang="en-CA"/>
        </a:p>
      </dgm:t>
    </dgm:pt>
    <dgm:pt modelId="{2B60183B-3446-4871-893D-479AEF18139A}">
      <dgm:prSet/>
      <dgm:spPr/>
      <dgm:t>
        <a:bodyPr/>
        <a:lstStyle/>
        <a:p>
          <a:r>
            <a:rPr lang="fr-FR" dirty="0"/>
            <a:t>Indique le nombre précis d’occurrences</a:t>
          </a:r>
          <a:endParaRPr lang="en-CA" dirty="0"/>
        </a:p>
      </dgm:t>
    </dgm:pt>
    <dgm:pt modelId="{6B0BF81C-9B33-4367-B5BF-4E1ECFDC9108}" type="parTrans" cxnId="{40A9B96F-874A-404D-BFF3-6C7D4D5CC0E8}">
      <dgm:prSet/>
      <dgm:spPr/>
      <dgm:t>
        <a:bodyPr/>
        <a:lstStyle/>
        <a:p>
          <a:endParaRPr lang="en-CA"/>
        </a:p>
      </dgm:t>
    </dgm:pt>
    <dgm:pt modelId="{7C4272DD-BA50-4C12-B797-F5C6C5FC3160}" type="sibTrans" cxnId="{40A9B96F-874A-404D-BFF3-6C7D4D5CC0E8}">
      <dgm:prSet/>
      <dgm:spPr/>
      <dgm:t>
        <a:bodyPr/>
        <a:lstStyle/>
        <a:p>
          <a:endParaRPr lang="en-CA"/>
        </a:p>
      </dgm:t>
    </dgm:pt>
    <dgm:pt modelId="{5994BBD4-47C3-40D9-B175-9FCA435B1E6C}">
      <dgm:prSet/>
      <dgm:spPr/>
      <dgm:t>
        <a:bodyPr/>
        <a:lstStyle/>
        <a:p>
          <a:r>
            <a:rPr lang="en-CA" dirty="0" err="1"/>
            <a:t>Parenth</a:t>
          </a:r>
          <a:r>
            <a:rPr lang="fr-CA" dirty="0" err="1"/>
            <a:t>èses</a:t>
          </a:r>
          <a:endParaRPr lang="en-CA" dirty="0"/>
        </a:p>
      </dgm:t>
    </dgm:pt>
    <dgm:pt modelId="{D981F187-AED6-4A08-A33B-B4DBDA55C876}" type="parTrans" cxnId="{DA8EA5EA-A192-4348-BB03-6E95A1716FC1}">
      <dgm:prSet/>
      <dgm:spPr/>
      <dgm:t>
        <a:bodyPr/>
        <a:lstStyle/>
        <a:p>
          <a:endParaRPr lang="en-CA"/>
        </a:p>
      </dgm:t>
    </dgm:pt>
    <dgm:pt modelId="{FD052B8D-6325-4903-BA9B-7D1961B43251}" type="sibTrans" cxnId="{DA8EA5EA-A192-4348-BB03-6E95A1716FC1}">
      <dgm:prSet/>
      <dgm:spPr/>
      <dgm:t>
        <a:bodyPr/>
        <a:lstStyle/>
        <a:p>
          <a:endParaRPr lang="en-CA"/>
        </a:p>
      </dgm:t>
    </dgm:pt>
    <dgm:pt modelId="{F63EFAF1-B377-48C6-9459-9C2B6BE8A5C4}">
      <dgm:prSet/>
      <dgm:spPr/>
      <dgm:t>
        <a:bodyPr/>
        <a:lstStyle/>
        <a:p>
          <a:r>
            <a:rPr lang="fr-FR" dirty="0"/>
            <a:t>Groupes</a:t>
          </a:r>
          <a:endParaRPr lang="en-CA" dirty="0"/>
        </a:p>
      </dgm:t>
    </dgm:pt>
    <dgm:pt modelId="{D4585DA5-1D66-464D-94CF-4DAC30FC40B4}" type="parTrans" cxnId="{482E471B-2666-43D5-BE64-95AFAAB7CAE8}">
      <dgm:prSet/>
      <dgm:spPr/>
      <dgm:t>
        <a:bodyPr/>
        <a:lstStyle/>
        <a:p>
          <a:endParaRPr lang="en-CA"/>
        </a:p>
      </dgm:t>
    </dgm:pt>
    <dgm:pt modelId="{114FEF3F-68DF-4AB4-913A-73C5C8114603}" type="sibTrans" cxnId="{482E471B-2666-43D5-BE64-95AFAAB7CAE8}">
      <dgm:prSet/>
      <dgm:spPr/>
      <dgm:t>
        <a:bodyPr/>
        <a:lstStyle/>
        <a:p>
          <a:endParaRPr lang="en-CA"/>
        </a:p>
      </dgm:t>
    </dgm:pt>
    <dgm:pt modelId="{FD787BC7-C5CA-449D-BA7D-9FB91C27EAD5}">
      <dgm:prSet/>
      <dgm:spPr/>
      <dgm:t>
        <a:bodyPr/>
        <a:lstStyle/>
        <a:p>
          <a:r>
            <a:rPr lang="en-CA" dirty="0"/>
            <a:t>{n} </a:t>
          </a:r>
          <a:r>
            <a:rPr lang="en-CA" dirty="0" err="1"/>
            <a:t>ou</a:t>
          </a:r>
          <a:r>
            <a:rPr lang="en-CA" dirty="0"/>
            <a:t> {</a:t>
          </a:r>
          <a:r>
            <a:rPr lang="en-CA" dirty="0" err="1"/>
            <a:t>n,m</a:t>
          </a:r>
          <a:r>
            <a:rPr lang="en-CA" dirty="0"/>
            <a:t>} </a:t>
          </a:r>
          <a:r>
            <a:rPr lang="en-CA" dirty="0" err="1"/>
            <a:t>ou</a:t>
          </a:r>
          <a:r>
            <a:rPr lang="en-CA" dirty="0"/>
            <a:t> {n,} </a:t>
          </a:r>
          <a:r>
            <a:rPr lang="en-CA" dirty="0" err="1"/>
            <a:t>ou</a:t>
          </a:r>
          <a:r>
            <a:rPr lang="en-CA" dirty="0"/>
            <a:t> {,m}</a:t>
          </a:r>
        </a:p>
      </dgm:t>
    </dgm:pt>
    <dgm:pt modelId="{2595DC5A-0644-468D-AFF8-F7E2FD040828}" type="parTrans" cxnId="{0846F48A-486B-47BD-B19A-041129FD761E}">
      <dgm:prSet/>
      <dgm:spPr/>
      <dgm:t>
        <a:bodyPr/>
        <a:lstStyle/>
        <a:p>
          <a:endParaRPr lang="en-CA"/>
        </a:p>
      </dgm:t>
    </dgm:pt>
    <dgm:pt modelId="{08B84AB2-8622-4DB6-AE46-421282956BD1}" type="sibTrans" cxnId="{0846F48A-486B-47BD-B19A-041129FD761E}">
      <dgm:prSet/>
      <dgm:spPr/>
      <dgm:t>
        <a:bodyPr/>
        <a:lstStyle/>
        <a:p>
          <a:endParaRPr lang="en-CA"/>
        </a:p>
      </dgm:t>
    </dgm:pt>
    <dgm:pt modelId="{D111E57E-6D92-48A9-8324-8929548B0148}">
      <dgm:prSet/>
      <dgm:spPr/>
      <dgm:t>
        <a:bodyPr/>
        <a:lstStyle/>
        <a:p>
          <a:r>
            <a:rPr lang="fr-CA" dirty="0"/>
            <a:t>Peut être utilisé pour faire du </a:t>
          </a:r>
          <a:r>
            <a:rPr lang="fr-CA" dirty="0" err="1"/>
            <a:t>backref</a:t>
          </a:r>
          <a:r>
            <a:rPr lang="fr-CA" dirty="0"/>
            <a:t>: </a:t>
          </a:r>
          <a:r>
            <a:rPr lang="en-CA" dirty="0"/>
            <a:t>‘(…)(..)\1\2’</a:t>
          </a:r>
        </a:p>
      </dgm:t>
    </dgm:pt>
    <dgm:pt modelId="{8503A366-3922-454F-9FBA-10080278DEA4}" type="parTrans" cxnId="{92241222-DBC9-40B0-AD49-BCA9808BD3D8}">
      <dgm:prSet/>
      <dgm:spPr/>
      <dgm:t>
        <a:bodyPr/>
        <a:lstStyle/>
        <a:p>
          <a:endParaRPr lang="en-CA"/>
        </a:p>
      </dgm:t>
    </dgm:pt>
    <dgm:pt modelId="{0C7D76D2-184B-4E2C-9572-FA94142DE2FA}" type="sibTrans" cxnId="{92241222-DBC9-40B0-AD49-BCA9808BD3D8}">
      <dgm:prSet/>
      <dgm:spPr/>
      <dgm:t>
        <a:bodyPr/>
        <a:lstStyle/>
        <a:p>
          <a:endParaRPr lang="en-CA"/>
        </a:p>
      </dgm:t>
    </dgm:pt>
    <dgm:pt modelId="{B5E64C81-6B85-44E2-8275-A91C81A67F57}">
      <dgm:prSet/>
      <dgm:spPr/>
      <dgm:t>
        <a:bodyPr/>
        <a:lstStyle/>
        <a:p>
          <a:r>
            <a:rPr lang="en-CA" dirty="0" err="1"/>
            <a:t>Peut</a:t>
          </a:r>
          <a:r>
            <a:rPr lang="en-CA" dirty="0"/>
            <a:t> </a:t>
          </a:r>
          <a:r>
            <a:rPr lang="fr-CA" dirty="0"/>
            <a:t>être utilisé en BRE avec </a:t>
          </a:r>
          <a:r>
            <a:rPr lang="en-CA" dirty="0"/>
            <a:t>\ : \(\)</a:t>
          </a:r>
        </a:p>
      </dgm:t>
    </dgm:pt>
    <dgm:pt modelId="{6CAACB23-E0D2-4DDD-B6D9-AE290EFA156E}" type="parTrans" cxnId="{AC59857A-015F-406D-9B8C-5F24FA4B4B93}">
      <dgm:prSet/>
      <dgm:spPr/>
      <dgm:t>
        <a:bodyPr/>
        <a:lstStyle/>
        <a:p>
          <a:endParaRPr lang="en-CA"/>
        </a:p>
      </dgm:t>
    </dgm:pt>
    <dgm:pt modelId="{185A91E8-3493-40D2-B191-487FD3DD18A7}" type="sibTrans" cxnId="{AC59857A-015F-406D-9B8C-5F24FA4B4B93}">
      <dgm:prSet/>
      <dgm:spPr/>
      <dgm:t>
        <a:bodyPr/>
        <a:lstStyle/>
        <a:p>
          <a:endParaRPr lang="en-CA"/>
        </a:p>
      </dgm:t>
    </dgm:pt>
    <dgm:pt modelId="{A7D282C9-36D3-4894-9C39-95F79E261872}">
      <dgm:prSet/>
      <dgm:spPr/>
      <dgm:t>
        <a:bodyPr/>
        <a:lstStyle/>
        <a:p>
          <a:r>
            <a:rPr lang="en-CA" dirty="0" err="1"/>
            <a:t>Peut</a:t>
          </a:r>
          <a:r>
            <a:rPr lang="en-CA" dirty="0"/>
            <a:t> </a:t>
          </a:r>
          <a:r>
            <a:rPr lang="fr-CA" dirty="0"/>
            <a:t>être utilisé en BRE avec </a:t>
          </a:r>
          <a:r>
            <a:rPr lang="en-CA" dirty="0"/>
            <a:t>\ : \{\}</a:t>
          </a:r>
        </a:p>
      </dgm:t>
    </dgm:pt>
    <dgm:pt modelId="{C83CCC42-63B5-46F4-B1B1-CDAA81C86479}" type="parTrans" cxnId="{ABD4D9FF-DD7A-456D-8A33-AC5536001BB2}">
      <dgm:prSet/>
      <dgm:spPr/>
      <dgm:t>
        <a:bodyPr/>
        <a:lstStyle/>
        <a:p>
          <a:endParaRPr lang="en-CA"/>
        </a:p>
      </dgm:t>
    </dgm:pt>
    <dgm:pt modelId="{8815007D-FECE-4066-AFC5-7BD92025486A}" type="sibTrans" cxnId="{ABD4D9FF-DD7A-456D-8A33-AC5536001BB2}">
      <dgm:prSet/>
      <dgm:spPr/>
      <dgm:t>
        <a:bodyPr/>
        <a:lstStyle/>
        <a:p>
          <a:endParaRPr lang="en-CA"/>
        </a:p>
      </dgm:t>
    </dgm:pt>
    <dgm:pt modelId="{34E00F6B-C2D8-4FD7-BA57-9FA7695E7B70}">
      <dgm:prSet/>
      <dgm:spPr/>
      <dgm:t>
        <a:bodyPr/>
        <a:lstStyle/>
        <a:p>
          <a:r>
            <a:rPr lang="fr-CA" dirty="0"/>
            <a:t>Équivalent à </a:t>
          </a:r>
          <a:r>
            <a:rPr lang="en-GB" dirty="0"/>
            <a:t>{1,}</a:t>
          </a:r>
          <a:endParaRPr lang="en-CA" dirty="0"/>
        </a:p>
      </dgm:t>
    </dgm:pt>
    <dgm:pt modelId="{94A4C382-FA73-4A97-887C-FF2F62AE67ED}" type="parTrans" cxnId="{BF469924-CB14-41AB-A327-34B874B42D1E}">
      <dgm:prSet/>
      <dgm:spPr/>
      <dgm:t>
        <a:bodyPr/>
        <a:lstStyle/>
        <a:p>
          <a:endParaRPr lang="en-CA"/>
        </a:p>
      </dgm:t>
    </dgm:pt>
    <dgm:pt modelId="{DFF62A97-74CD-4E58-88C8-5CE4B7C78B71}" type="sibTrans" cxnId="{BF469924-CB14-41AB-A327-34B874B42D1E}">
      <dgm:prSet/>
      <dgm:spPr/>
      <dgm:t>
        <a:bodyPr/>
        <a:lstStyle/>
        <a:p>
          <a:endParaRPr lang="en-CA"/>
        </a:p>
      </dgm:t>
    </dgm:pt>
    <dgm:pt modelId="{44B9859B-FA3E-4318-9B41-5BA755514E21}">
      <dgm:prSet/>
      <dgm:spPr/>
      <dgm:t>
        <a:bodyPr/>
        <a:lstStyle/>
        <a:p>
          <a:r>
            <a:rPr lang="fr-CA" dirty="0"/>
            <a:t>Équivalent à </a:t>
          </a:r>
          <a:r>
            <a:rPr lang="en-GB" dirty="0"/>
            <a:t>{0,1}</a:t>
          </a:r>
          <a:endParaRPr lang="en-CA" dirty="0"/>
        </a:p>
      </dgm:t>
    </dgm:pt>
    <dgm:pt modelId="{A829BE0B-93D5-4450-ADEF-1CF91352BF43}" type="parTrans" cxnId="{6C601AEA-891C-48F2-AB39-EDE4DA5FBF9B}">
      <dgm:prSet/>
      <dgm:spPr/>
      <dgm:t>
        <a:bodyPr/>
        <a:lstStyle/>
        <a:p>
          <a:endParaRPr lang="en-CA"/>
        </a:p>
      </dgm:t>
    </dgm:pt>
    <dgm:pt modelId="{4A926EAE-4AE8-4687-8F3E-92CE2B8A6E34}" type="sibTrans" cxnId="{6C601AEA-891C-48F2-AB39-EDE4DA5FBF9B}">
      <dgm:prSet/>
      <dgm:spPr/>
      <dgm:t>
        <a:bodyPr/>
        <a:lstStyle/>
        <a:p>
          <a:endParaRPr lang="en-CA"/>
        </a:p>
      </dgm:t>
    </dgm:pt>
    <dgm:pt modelId="{71B5AD1F-D214-4629-82DB-0760215F858F}" type="pres">
      <dgm:prSet presAssocID="{61202C33-9630-476D-9F9C-256F39F5A75D}" presName="Name0" presStyleCnt="0">
        <dgm:presLayoutVars>
          <dgm:dir/>
          <dgm:animLvl val="lvl"/>
          <dgm:resizeHandles val="exact"/>
        </dgm:presLayoutVars>
      </dgm:prSet>
      <dgm:spPr/>
    </dgm:pt>
    <dgm:pt modelId="{371BCBF3-B7AD-4957-9E10-9748AD28F365}" type="pres">
      <dgm:prSet presAssocID="{8BF914B9-2A8B-4755-8B5E-3D0747054D27}" presName="linNode" presStyleCnt="0"/>
      <dgm:spPr/>
    </dgm:pt>
    <dgm:pt modelId="{95AFD015-4C92-475D-8E83-DA691214F6C7}" type="pres">
      <dgm:prSet presAssocID="{8BF914B9-2A8B-4755-8B5E-3D0747054D2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19B1751-D8D5-4D2E-AE44-708D28E1815E}" type="pres">
      <dgm:prSet presAssocID="{8BF914B9-2A8B-4755-8B5E-3D0747054D27}" presName="descendantText" presStyleLbl="alignAccFollowNode1" presStyleIdx="0" presStyleCnt="4">
        <dgm:presLayoutVars>
          <dgm:bulletEnabled val="1"/>
        </dgm:presLayoutVars>
      </dgm:prSet>
      <dgm:spPr/>
    </dgm:pt>
    <dgm:pt modelId="{77D3A172-15F9-4ED4-9981-4DE4AC7E10D3}" type="pres">
      <dgm:prSet presAssocID="{C0A0CE6B-9309-4FEF-BA3E-56EED3AF2CD5}" presName="sp" presStyleCnt="0"/>
      <dgm:spPr/>
    </dgm:pt>
    <dgm:pt modelId="{57D1B71B-5C16-41BB-BDA9-10D4D4413F67}" type="pres">
      <dgm:prSet presAssocID="{258860F5-1F9F-4F34-AFC3-3DC48733BA37}" presName="linNode" presStyleCnt="0"/>
      <dgm:spPr/>
    </dgm:pt>
    <dgm:pt modelId="{85BDEFA7-69DE-443E-A506-9CB189951320}" type="pres">
      <dgm:prSet presAssocID="{258860F5-1F9F-4F34-AFC3-3DC48733BA3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7C446D6-F5A7-4DD4-817B-F0DA8D740952}" type="pres">
      <dgm:prSet presAssocID="{258860F5-1F9F-4F34-AFC3-3DC48733BA37}" presName="descendantText" presStyleLbl="alignAccFollowNode1" presStyleIdx="1" presStyleCnt="4">
        <dgm:presLayoutVars>
          <dgm:bulletEnabled val="1"/>
        </dgm:presLayoutVars>
      </dgm:prSet>
      <dgm:spPr/>
    </dgm:pt>
    <dgm:pt modelId="{41F287ED-92BF-42A4-A0AA-8145C1D71C46}" type="pres">
      <dgm:prSet presAssocID="{8BA6BEAA-F093-4542-BF4A-B823F2881187}" presName="sp" presStyleCnt="0"/>
      <dgm:spPr/>
    </dgm:pt>
    <dgm:pt modelId="{B940B93D-07D2-487A-A0AD-27C33935A0CB}" type="pres">
      <dgm:prSet presAssocID="{09F6A3DA-0DDD-46C6-83C9-71335BB982AB}" presName="linNode" presStyleCnt="0"/>
      <dgm:spPr/>
    </dgm:pt>
    <dgm:pt modelId="{6DDDA319-4329-4266-92BC-39B6DCF9A43A}" type="pres">
      <dgm:prSet presAssocID="{09F6A3DA-0DDD-46C6-83C9-71335BB982A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FEB5D09-6E09-4D0D-AA82-06216F486124}" type="pres">
      <dgm:prSet presAssocID="{09F6A3DA-0DDD-46C6-83C9-71335BB982AB}" presName="descendantText" presStyleLbl="alignAccFollowNode1" presStyleIdx="2" presStyleCnt="4" custLinFactNeighborY="2741">
        <dgm:presLayoutVars>
          <dgm:bulletEnabled val="1"/>
        </dgm:presLayoutVars>
      </dgm:prSet>
      <dgm:spPr/>
    </dgm:pt>
    <dgm:pt modelId="{E6421D89-D155-4526-86FC-5D0960DEA265}" type="pres">
      <dgm:prSet presAssocID="{438E66C4-40B8-4064-B67F-4564039AE5B7}" presName="sp" presStyleCnt="0"/>
      <dgm:spPr/>
    </dgm:pt>
    <dgm:pt modelId="{36ACEECF-4F4A-4B02-BA97-136C5C895447}" type="pres">
      <dgm:prSet presAssocID="{5994BBD4-47C3-40D9-B175-9FCA435B1E6C}" presName="linNode" presStyleCnt="0"/>
      <dgm:spPr/>
    </dgm:pt>
    <dgm:pt modelId="{AAF7E691-40F8-48C8-8340-C892122B7F22}" type="pres">
      <dgm:prSet presAssocID="{5994BBD4-47C3-40D9-B175-9FCA435B1E6C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140E950-C32F-4E0B-8EAC-2542367567A1}" type="pres">
      <dgm:prSet presAssocID="{5994BBD4-47C3-40D9-B175-9FCA435B1E6C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FF33F02-9AB0-4333-B27A-814B81C7FD3C}" type="presOf" srcId="{61202C33-9630-476D-9F9C-256F39F5A75D}" destId="{71B5AD1F-D214-4629-82DB-0760215F858F}" srcOrd="0" destOrd="0" presId="urn:microsoft.com/office/officeart/2005/8/layout/vList5"/>
    <dgm:cxn modelId="{E723BC0C-3A5B-495A-9631-21736F0BDF87}" type="presOf" srcId="{5A4F45E1-F634-41B2-8430-6F98BE83CCE7}" destId="{97C446D6-F5A7-4DD4-817B-F0DA8D740952}" srcOrd="0" destOrd="0" presId="urn:microsoft.com/office/officeart/2005/8/layout/vList5"/>
    <dgm:cxn modelId="{5FB42511-68B9-445A-9C20-62C09503D9FC}" type="presOf" srcId="{8BF914B9-2A8B-4755-8B5E-3D0747054D27}" destId="{95AFD015-4C92-475D-8E83-DA691214F6C7}" srcOrd="0" destOrd="0" presId="urn:microsoft.com/office/officeart/2005/8/layout/vList5"/>
    <dgm:cxn modelId="{05969612-9B46-4800-B842-01A176C102A2}" type="presOf" srcId="{44B9859B-FA3E-4318-9B41-5BA755514E21}" destId="{97C446D6-F5A7-4DD4-817B-F0DA8D740952}" srcOrd="0" destOrd="1" presId="urn:microsoft.com/office/officeart/2005/8/layout/vList5"/>
    <dgm:cxn modelId="{482E471B-2666-43D5-BE64-95AFAAB7CAE8}" srcId="{5994BBD4-47C3-40D9-B175-9FCA435B1E6C}" destId="{F63EFAF1-B377-48C6-9459-9C2B6BE8A5C4}" srcOrd="0" destOrd="0" parTransId="{D4585DA5-1D66-464D-94CF-4DAC30FC40B4}" sibTransId="{114FEF3F-68DF-4AB4-913A-73C5C8114603}"/>
    <dgm:cxn modelId="{92241222-DBC9-40B0-AD49-BCA9808BD3D8}" srcId="{5994BBD4-47C3-40D9-B175-9FCA435B1E6C}" destId="{D111E57E-6D92-48A9-8324-8929548B0148}" srcOrd="2" destOrd="0" parTransId="{8503A366-3922-454F-9FBA-10080278DEA4}" sibTransId="{0C7D76D2-184B-4E2C-9572-FA94142DE2FA}"/>
    <dgm:cxn modelId="{BF469924-CB14-41AB-A327-34B874B42D1E}" srcId="{8BF914B9-2A8B-4755-8B5E-3D0747054D27}" destId="{34E00F6B-C2D8-4FD7-BA57-9FA7695E7B70}" srcOrd="1" destOrd="0" parTransId="{94A4C382-FA73-4A97-887C-FF2F62AE67ED}" sibTransId="{DFF62A97-74CD-4E58-88C8-5CE4B7C78B71}"/>
    <dgm:cxn modelId="{CBA5E827-8C97-4B9C-AF92-783A6418009C}" srcId="{258860F5-1F9F-4F34-AFC3-3DC48733BA37}" destId="{5A4F45E1-F634-41B2-8430-6F98BE83CCE7}" srcOrd="0" destOrd="0" parTransId="{DA10C406-02B0-4659-AA87-D57A4A828B9F}" sibTransId="{F6281FB0-D65D-471B-9548-454CA1C1E651}"/>
    <dgm:cxn modelId="{DE4DD830-2933-49BE-B594-09150C9447E7}" srcId="{61202C33-9630-476D-9F9C-256F39F5A75D}" destId="{8BF914B9-2A8B-4755-8B5E-3D0747054D27}" srcOrd="0" destOrd="0" parTransId="{37F43BC4-A7AA-421A-8814-D795B5325017}" sibTransId="{C0A0CE6B-9309-4FEF-BA3E-56EED3AF2CD5}"/>
    <dgm:cxn modelId="{720A3938-A3AD-4571-BF5E-29F78AE4FA05}" srcId="{61202C33-9630-476D-9F9C-256F39F5A75D}" destId="{09F6A3DA-0DDD-46C6-83C9-71335BB982AB}" srcOrd="2" destOrd="0" parTransId="{DC79CD88-DF92-4B7D-AB5E-F27588F6E2BB}" sibTransId="{438E66C4-40B8-4064-B67F-4564039AE5B7}"/>
    <dgm:cxn modelId="{253B793A-716E-47FD-8BE7-F5F9FEA27808}" type="presOf" srcId="{D111E57E-6D92-48A9-8324-8929548B0148}" destId="{B140E950-C32F-4E0B-8EAC-2542367567A1}" srcOrd="0" destOrd="2" presId="urn:microsoft.com/office/officeart/2005/8/layout/vList5"/>
    <dgm:cxn modelId="{D62E1E3B-5C5E-42AB-8C1D-288525D9948C}" srcId="{8BF914B9-2A8B-4755-8B5E-3D0747054D27}" destId="{32EBCEAF-A92E-4B71-9F3E-466C639B770F}" srcOrd="0" destOrd="0" parTransId="{4BCC0DCA-87A5-4CAA-B15D-7D02DD4EE9F3}" sibTransId="{68D9E040-2C90-4632-A09B-6F6C1C658DA8}"/>
    <dgm:cxn modelId="{07EAB25D-EAB2-4147-A0F9-A09AC19164DA}" type="presOf" srcId="{5994BBD4-47C3-40D9-B175-9FCA435B1E6C}" destId="{AAF7E691-40F8-48C8-8340-C892122B7F22}" srcOrd="0" destOrd="0" presId="urn:microsoft.com/office/officeart/2005/8/layout/vList5"/>
    <dgm:cxn modelId="{40A9B96F-874A-404D-BFF3-6C7D4D5CC0E8}" srcId="{09F6A3DA-0DDD-46C6-83C9-71335BB982AB}" destId="{2B60183B-3446-4871-893D-479AEF18139A}" srcOrd="0" destOrd="0" parTransId="{6B0BF81C-9B33-4367-B5BF-4E1ECFDC9108}" sibTransId="{7C4272DD-BA50-4C12-B797-F5C6C5FC3160}"/>
    <dgm:cxn modelId="{AC59857A-015F-406D-9B8C-5F24FA4B4B93}" srcId="{5994BBD4-47C3-40D9-B175-9FCA435B1E6C}" destId="{B5E64C81-6B85-44E2-8275-A91C81A67F57}" srcOrd="1" destOrd="0" parTransId="{6CAACB23-E0D2-4DDD-B6D9-AE290EFA156E}" sibTransId="{185A91E8-3493-40D2-B191-487FD3DD18A7}"/>
    <dgm:cxn modelId="{28C8987F-5C9E-400F-AADA-E8DED1B1EC11}" type="presOf" srcId="{09F6A3DA-0DDD-46C6-83C9-71335BB982AB}" destId="{6DDDA319-4329-4266-92BC-39B6DCF9A43A}" srcOrd="0" destOrd="0" presId="urn:microsoft.com/office/officeart/2005/8/layout/vList5"/>
    <dgm:cxn modelId="{F13D6C89-0F31-400E-886F-E80FDFD4F727}" srcId="{61202C33-9630-476D-9F9C-256F39F5A75D}" destId="{258860F5-1F9F-4F34-AFC3-3DC48733BA37}" srcOrd="1" destOrd="0" parTransId="{317B725E-738B-47D3-B9A7-93925731D147}" sibTransId="{8BA6BEAA-F093-4542-BF4A-B823F2881187}"/>
    <dgm:cxn modelId="{0846F48A-486B-47BD-B19A-041129FD761E}" srcId="{09F6A3DA-0DDD-46C6-83C9-71335BB982AB}" destId="{FD787BC7-C5CA-449D-BA7D-9FB91C27EAD5}" srcOrd="1" destOrd="0" parTransId="{2595DC5A-0644-468D-AFF8-F7E2FD040828}" sibTransId="{08B84AB2-8622-4DB6-AE46-421282956BD1}"/>
    <dgm:cxn modelId="{69BC0792-84B8-430E-AB2A-C03E6E5D8FCF}" type="presOf" srcId="{F63EFAF1-B377-48C6-9459-9C2B6BE8A5C4}" destId="{B140E950-C32F-4E0B-8EAC-2542367567A1}" srcOrd="0" destOrd="0" presId="urn:microsoft.com/office/officeart/2005/8/layout/vList5"/>
    <dgm:cxn modelId="{A60E9A92-5B9F-4D33-8F3E-919B2416DCD9}" type="presOf" srcId="{34E00F6B-C2D8-4FD7-BA57-9FA7695E7B70}" destId="{F19B1751-D8D5-4D2E-AE44-708D28E1815E}" srcOrd="0" destOrd="1" presId="urn:microsoft.com/office/officeart/2005/8/layout/vList5"/>
    <dgm:cxn modelId="{B542629C-02F1-42D0-809F-CB7CC2DE5FB3}" type="presOf" srcId="{258860F5-1F9F-4F34-AFC3-3DC48733BA37}" destId="{85BDEFA7-69DE-443E-A506-9CB189951320}" srcOrd="0" destOrd="0" presId="urn:microsoft.com/office/officeart/2005/8/layout/vList5"/>
    <dgm:cxn modelId="{D7B331B1-47EE-48DA-B28D-5D8AB2A6E392}" type="presOf" srcId="{A7D282C9-36D3-4894-9C39-95F79E261872}" destId="{9FEB5D09-6E09-4D0D-AA82-06216F486124}" srcOrd="0" destOrd="2" presId="urn:microsoft.com/office/officeart/2005/8/layout/vList5"/>
    <dgm:cxn modelId="{D42E9AB6-48F2-4EF5-82B9-6491664DC72E}" type="presOf" srcId="{B5E64C81-6B85-44E2-8275-A91C81A67F57}" destId="{B140E950-C32F-4E0B-8EAC-2542367567A1}" srcOrd="0" destOrd="1" presId="urn:microsoft.com/office/officeart/2005/8/layout/vList5"/>
    <dgm:cxn modelId="{A1D0F5BC-BC39-4ACC-89E9-FBFDB95D951E}" type="presOf" srcId="{2B60183B-3446-4871-893D-479AEF18139A}" destId="{9FEB5D09-6E09-4D0D-AA82-06216F486124}" srcOrd="0" destOrd="0" presId="urn:microsoft.com/office/officeart/2005/8/layout/vList5"/>
    <dgm:cxn modelId="{6674F6BC-38E4-4B3C-943B-FC45BC006D34}" type="presOf" srcId="{FD787BC7-C5CA-449D-BA7D-9FB91C27EAD5}" destId="{9FEB5D09-6E09-4D0D-AA82-06216F486124}" srcOrd="0" destOrd="1" presId="urn:microsoft.com/office/officeart/2005/8/layout/vList5"/>
    <dgm:cxn modelId="{6C601AEA-891C-48F2-AB39-EDE4DA5FBF9B}" srcId="{258860F5-1F9F-4F34-AFC3-3DC48733BA37}" destId="{44B9859B-FA3E-4318-9B41-5BA755514E21}" srcOrd="1" destOrd="0" parTransId="{A829BE0B-93D5-4450-ADEF-1CF91352BF43}" sibTransId="{4A926EAE-4AE8-4687-8F3E-92CE2B8A6E34}"/>
    <dgm:cxn modelId="{DA8EA5EA-A192-4348-BB03-6E95A1716FC1}" srcId="{61202C33-9630-476D-9F9C-256F39F5A75D}" destId="{5994BBD4-47C3-40D9-B175-9FCA435B1E6C}" srcOrd="3" destOrd="0" parTransId="{D981F187-AED6-4A08-A33B-B4DBDA55C876}" sibTransId="{FD052B8D-6325-4903-BA9B-7D1961B43251}"/>
    <dgm:cxn modelId="{7E1B11EB-4C99-4E8D-9309-E1A994F6B7CA}" type="presOf" srcId="{32EBCEAF-A92E-4B71-9F3E-466C639B770F}" destId="{F19B1751-D8D5-4D2E-AE44-708D28E1815E}" srcOrd="0" destOrd="0" presId="urn:microsoft.com/office/officeart/2005/8/layout/vList5"/>
    <dgm:cxn modelId="{ABD4D9FF-DD7A-456D-8A33-AC5536001BB2}" srcId="{09F6A3DA-0DDD-46C6-83C9-71335BB982AB}" destId="{A7D282C9-36D3-4894-9C39-95F79E261872}" srcOrd="2" destOrd="0" parTransId="{C83CCC42-63B5-46F4-B1B1-CDAA81C86479}" sibTransId="{8815007D-FECE-4066-AFC5-7BD92025486A}"/>
    <dgm:cxn modelId="{C8383025-2307-4AE5-8B34-75E6CF56BF63}" type="presParOf" srcId="{71B5AD1F-D214-4629-82DB-0760215F858F}" destId="{371BCBF3-B7AD-4957-9E10-9748AD28F365}" srcOrd="0" destOrd="0" presId="urn:microsoft.com/office/officeart/2005/8/layout/vList5"/>
    <dgm:cxn modelId="{319E2460-35B6-4169-B52A-4785A48D8257}" type="presParOf" srcId="{371BCBF3-B7AD-4957-9E10-9748AD28F365}" destId="{95AFD015-4C92-475D-8E83-DA691214F6C7}" srcOrd="0" destOrd="0" presId="urn:microsoft.com/office/officeart/2005/8/layout/vList5"/>
    <dgm:cxn modelId="{BCC23C9B-4BA3-477F-ADFC-158E0F853C40}" type="presParOf" srcId="{371BCBF3-B7AD-4957-9E10-9748AD28F365}" destId="{F19B1751-D8D5-4D2E-AE44-708D28E1815E}" srcOrd="1" destOrd="0" presId="urn:microsoft.com/office/officeart/2005/8/layout/vList5"/>
    <dgm:cxn modelId="{6A84B2EC-591C-4D54-B327-F03005151B82}" type="presParOf" srcId="{71B5AD1F-D214-4629-82DB-0760215F858F}" destId="{77D3A172-15F9-4ED4-9981-4DE4AC7E10D3}" srcOrd="1" destOrd="0" presId="urn:microsoft.com/office/officeart/2005/8/layout/vList5"/>
    <dgm:cxn modelId="{7EC74B8C-E333-44BF-A901-28D4413EE94D}" type="presParOf" srcId="{71B5AD1F-D214-4629-82DB-0760215F858F}" destId="{57D1B71B-5C16-41BB-BDA9-10D4D4413F67}" srcOrd="2" destOrd="0" presId="urn:microsoft.com/office/officeart/2005/8/layout/vList5"/>
    <dgm:cxn modelId="{0B40C6F3-55A6-40BC-B079-4BEEBF41D440}" type="presParOf" srcId="{57D1B71B-5C16-41BB-BDA9-10D4D4413F67}" destId="{85BDEFA7-69DE-443E-A506-9CB189951320}" srcOrd="0" destOrd="0" presId="urn:microsoft.com/office/officeart/2005/8/layout/vList5"/>
    <dgm:cxn modelId="{B83284B8-E730-4B4B-A156-8B0F56689AD2}" type="presParOf" srcId="{57D1B71B-5C16-41BB-BDA9-10D4D4413F67}" destId="{97C446D6-F5A7-4DD4-817B-F0DA8D740952}" srcOrd="1" destOrd="0" presId="urn:microsoft.com/office/officeart/2005/8/layout/vList5"/>
    <dgm:cxn modelId="{459BB8D7-B9EB-4078-B060-30582A167F85}" type="presParOf" srcId="{71B5AD1F-D214-4629-82DB-0760215F858F}" destId="{41F287ED-92BF-42A4-A0AA-8145C1D71C46}" srcOrd="3" destOrd="0" presId="urn:microsoft.com/office/officeart/2005/8/layout/vList5"/>
    <dgm:cxn modelId="{9A7570C0-409C-4E8C-A5BF-45489206E700}" type="presParOf" srcId="{71B5AD1F-D214-4629-82DB-0760215F858F}" destId="{B940B93D-07D2-487A-A0AD-27C33935A0CB}" srcOrd="4" destOrd="0" presId="urn:microsoft.com/office/officeart/2005/8/layout/vList5"/>
    <dgm:cxn modelId="{E12BB3B6-F0D3-4392-8B0C-19287E2BD5D1}" type="presParOf" srcId="{B940B93D-07D2-487A-A0AD-27C33935A0CB}" destId="{6DDDA319-4329-4266-92BC-39B6DCF9A43A}" srcOrd="0" destOrd="0" presId="urn:microsoft.com/office/officeart/2005/8/layout/vList5"/>
    <dgm:cxn modelId="{46BB0DCD-FA79-4DFF-9F6F-C7E4AB237E0E}" type="presParOf" srcId="{B940B93D-07D2-487A-A0AD-27C33935A0CB}" destId="{9FEB5D09-6E09-4D0D-AA82-06216F486124}" srcOrd="1" destOrd="0" presId="urn:microsoft.com/office/officeart/2005/8/layout/vList5"/>
    <dgm:cxn modelId="{0B042674-12B5-4F00-80CC-12EA011AA6A5}" type="presParOf" srcId="{71B5AD1F-D214-4629-82DB-0760215F858F}" destId="{E6421D89-D155-4526-86FC-5D0960DEA265}" srcOrd="5" destOrd="0" presId="urn:microsoft.com/office/officeart/2005/8/layout/vList5"/>
    <dgm:cxn modelId="{B4AC1557-3EEA-4997-BB54-EF5AB856B847}" type="presParOf" srcId="{71B5AD1F-D214-4629-82DB-0760215F858F}" destId="{36ACEECF-4F4A-4B02-BA97-136C5C895447}" srcOrd="6" destOrd="0" presId="urn:microsoft.com/office/officeart/2005/8/layout/vList5"/>
    <dgm:cxn modelId="{EFF2AC67-334C-49E7-A866-A50C3BC25EC8}" type="presParOf" srcId="{36ACEECF-4F4A-4B02-BA97-136C5C895447}" destId="{AAF7E691-40F8-48C8-8340-C892122B7F22}" srcOrd="0" destOrd="0" presId="urn:microsoft.com/office/officeart/2005/8/layout/vList5"/>
    <dgm:cxn modelId="{0486E95C-43A9-4D5F-AE2C-5AEA506EE31F}" type="presParOf" srcId="{36ACEECF-4F4A-4B02-BA97-136C5C895447}" destId="{B140E950-C32F-4E0B-8EAC-2542367567A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53DE6C-FD0C-4C22-9D6F-09B1380D40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D91080E6-2200-4477-9E8D-322E5C36A4F8}">
      <dgm:prSet/>
      <dgm:spPr/>
      <dgm:t>
        <a:bodyPr/>
        <a:lstStyle/>
        <a:p>
          <a:pPr>
            <a:defRPr b="1"/>
          </a:pPr>
          <a:r>
            <a:rPr lang="fr-CA"/>
            <a:t>Classe de caractères</a:t>
          </a:r>
          <a:endParaRPr lang="en-US"/>
        </a:p>
      </dgm:t>
    </dgm:pt>
    <dgm:pt modelId="{5D290805-A8A9-437B-9534-FFEDF0DCCB6B}" type="parTrans" cxnId="{C5E42C40-8924-459D-B3C0-B8027AB7097E}">
      <dgm:prSet/>
      <dgm:spPr/>
      <dgm:t>
        <a:bodyPr/>
        <a:lstStyle/>
        <a:p>
          <a:endParaRPr lang="en-US"/>
        </a:p>
      </dgm:t>
    </dgm:pt>
    <dgm:pt modelId="{CDFF5027-3476-4583-B3E8-A46C4A8A8015}" type="sibTrans" cxnId="{C5E42C40-8924-459D-B3C0-B8027AB7097E}">
      <dgm:prSet/>
      <dgm:spPr/>
      <dgm:t>
        <a:bodyPr/>
        <a:lstStyle/>
        <a:p>
          <a:endParaRPr lang="en-US"/>
        </a:p>
      </dgm:t>
    </dgm:pt>
    <dgm:pt modelId="{39AB2CC1-92D1-4774-87AB-67EBCC586E8E}">
      <dgm:prSet/>
      <dgm:spPr/>
      <dgm:t>
        <a:bodyPr/>
        <a:lstStyle/>
        <a:p>
          <a:pPr>
            <a:defRPr b="1"/>
          </a:pPr>
          <a:r>
            <a:rPr lang="fr-CA"/>
            <a:t>Classes d’équivalences</a:t>
          </a:r>
          <a:endParaRPr lang="en-US"/>
        </a:p>
      </dgm:t>
    </dgm:pt>
    <dgm:pt modelId="{3F755806-09B5-4480-A9E1-29602BDA8B85}" type="parTrans" cxnId="{AEEA41FA-D882-48F9-BA09-041AE16F29FC}">
      <dgm:prSet/>
      <dgm:spPr/>
      <dgm:t>
        <a:bodyPr/>
        <a:lstStyle/>
        <a:p>
          <a:endParaRPr lang="en-US"/>
        </a:p>
      </dgm:t>
    </dgm:pt>
    <dgm:pt modelId="{2B4CBDEC-B3EA-4D6E-9846-6EE4F9D29281}" type="sibTrans" cxnId="{AEEA41FA-D882-48F9-BA09-041AE16F29FC}">
      <dgm:prSet/>
      <dgm:spPr/>
      <dgm:t>
        <a:bodyPr/>
        <a:lstStyle/>
        <a:p>
          <a:endParaRPr lang="en-US"/>
        </a:p>
      </dgm:t>
    </dgm:pt>
    <dgm:pt modelId="{DF8DF1CA-2BA7-4C4A-989C-0729EF4CE2FF}">
      <dgm:prSet/>
      <dgm:spPr/>
      <dgm:t>
        <a:bodyPr/>
        <a:lstStyle/>
        <a:p>
          <a:pPr algn="ctr"/>
          <a:r>
            <a:rPr lang="fr-FR" dirty="0"/>
            <a:t>[=e=] : classe d’équivalence du caractère e</a:t>
          </a:r>
          <a:endParaRPr lang="en-US" dirty="0"/>
        </a:p>
      </dgm:t>
    </dgm:pt>
    <dgm:pt modelId="{9E712269-4791-43AF-BDBC-6D61FD8382EB}" type="parTrans" cxnId="{33D7A965-147F-4690-BA7E-2888D82FC1C9}">
      <dgm:prSet/>
      <dgm:spPr/>
      <dgm:t>
        <a:bodyPr/>
        <a:lstStyle/>
        <a:p>
          <a:endParaRPr lang="en-US"/>
        </a:p>
      </dgm:t>
    </dgm:pt>
    <dgm:pt modelId="{A8D4E7D8-32E2-400D-B951-CFC992319934}" type="sibTrans" cxnId="{33D7A965-147F-4690-BA7E-2888D82FC1C9}">
      <dgm:prSet/>
      <dgm:spPr/>
      <dgm:t>
        <a:bodyPr/>
        <a:lstStyle/>
        <a:p>
          <a:endParaRPr lang="en-US"/>
        </a:p>
      </dgm:t>
    </dgm:pt>
    <dgm:pt modelId="{61E5B816-F374-42A9-B0A7-13A3C7CF29BB}">
      <dgm:prSet/>
      <dgm:spPr/>
      <dgm:t>
        <a:bodyPr/>
        <a:lstStyle/>
        <a:p>
          <a:pPr algn="ctr"/>
          <a:r>
            <a:rPr lang="en-CA"/>
            <a:t>inclut eéèêë</a:t>
          </a:r>
          <a:endParaRPr lang="en-US"/>
        </a:p>
      </dgm:t>
    </dgm:pt>
    <dgm:pt modelId="{D2E3DCE9-4D5E-4629-9AB8-AC883323D005}" type="parTrans" cxnId="{A81EBCAD-337E-4FFB-8EBD-9E752426DF52}">
      <dgm:prSet/>
      <dgm:spPr/>
      <dgm:t>
        <a:bodyPr/>
        <a:lstStyle/>
        <a:p>
          <a:endParaRPr lang="en-US"/>
        </a:p>
      </dgm:t>
    </dgm:pt>
    <dgm:pt modelId="{3A035913-2224-4B1E-9D05-51EC7E7D0B91}" type="sibTrans" cxnId="{A81EBCAD-337E-4FFB-8EBD-9E752426DF52}">
      <dgm:prSet/>
      <dgm:spPr/>
      <dgm:t>
        <a:bodyPr/>
        <a:lstStyle/>
        <a:p>
          <a:endParaRPr lang="en-US"/>
        </a:p>
      </dgm:t>
    </dgm:pt>
    <dgm:pt modelId="{7C93110B-CCDE-4B72-8490-EB43981C8784}">
      <dgm:prSet/>
      <dgm:spPr/>
      <dgm:t>
        <a:bodyPr/>
        <a:lstStyle/>
        <a:p>
          <a:pPr>
            <a:defRPr b="1"/>
          </a:pPr>
          <a:r>
            <a:rPr lang="en-CA" dirty="0"/>
            <a:t>Voir Notes de Cours (</a:t>
          </a:r>
          <a:r>
            <a:rPr lang="en-CA" dirty="0" err="1">
              <a:hlinkClick xmlns:r="http://schemas.openxmlformats.org/officeDocument/2006/relationships" r:id="rId1"/>
            </a:rPr>
            <a:t>Chapitre</a:t>
          </a:r>
          <a:r>
            <a:rPr lang="en-CA" dirty="0">
              <a:hlinkClick xmlns:r="http://schemas.openxmlformats.org/officeDocument/2006/relationships" r:id="rId1"/>
            </a:rPr>
            <a:t> 4: Expressions </a:t>
          </a:r>
          <a:r>
            <a:rPr lang="en-CA" dirty="0" err="1">
              <a:hlinkClick xmlns:r="http://schemas.openxmlformats.org/officeDocument/2006/relationships" r:id="rId1"/>
            </a:rPr>
            <a:t>régulières</a:t>
          </a:r>
          <a:r>
            <a:rPr lang="en-CA" dirty="0"/>
            <a:t>) pour plus de </a:t>
          </a:r>
          <a:r>
            <a:rPr lang="en-CA" dirty="0" err="1"/>
            <a:t>détail</a:t>
          </a:r>
          <a:endParaRPr lang="en-US" dirty="0"/>
        </a:p>
      </dgm:t>
    </dgm:pt>
    <dgm:pt modelId="{0BD44340-AD3C-4F89-878D-4E9FBEE73094}" type="parTrans" cxnId="{CC7B9862-F1FB-4729-B7B1-59B2A8D7A553}">
      <dgm:prSet/>
      <dgm:spPr/>
      <dgm:t>
        <a:bodyPr/>
        <a:lstStyle/>
        <a:p>
          <a:endParaRPr lang="en-US"/>
        </a:p>
      </dgm:t>
    </dgm:pt>
    <dgm:pt modelId="{2DA8E606-F951-4336-A0D5-B22AD1B21E90}" type="sibTrans" cxnId="{CC7B9862-F1FB-4729-B7B1-59B2A8D7A553}">
      <dgm:prSet/>
      <dgm:spPr/>
      <dgm:t>
        <a:bodyPr/>
        <a:lstStyle/>
        <a:p>
          <a:endParaRPr lang="en-US"/>
        </a:p>
      </dgm:t>
    </dgm:pt>
    <dgm:pt modelId="{38EBAB02-9486-4FCD-B42D-35CE30996D5A}">
      <dgm:prSet/>
      <dgm:spPr/>
      <dgm:t>
        <a:bodyPr/>
        <a:lstStyle/>
        <a:p>
          <a:pPr algn="ctr"/>
          <a:r>
            <a:rPr lang="en-US" dirty="0"/>
            <a:t>GREP: [[=e=]]</a:t>
          </a:r>
        </a:p>
      </dgm:t>
    </dgm:pt>
    <dgm:pt modelId="{CA80EBD3-B538-42DA-B8D5-E72CBC00A618}" type="parTrans" cxnId="{B8F80CBC-0ABA-4639-8E27-CC85E5F42463}">
      <dgm:prSet/>
      <dgm:spPr/>
      <dgm:t>
        <a:bodyPr/>
        <a:lstStyle/>
        <a:p>
          <a:endParaRPr lang="en-CA"/>
        </a:p>
      </dgm:t>
    </dgm:pt>
    <dgm:pt modelId="{DF2A11D2-32AB-4C99-AD61-3D44B9CB8E81}" type="sibTrans" cxnId="{B8F80CBC-0ABA-4639-8E27-CC85E5F42463}">
      <dgm:prSet/>
      <dgm:spPr/>
      <dgm:t>
        <a:bodyPr/>
        <a:lstStyle/>
        <a:p>
          <a:endParaRPr lang="en-CA"/>
        </a:p>
      </dgm:t>
    </dgm:pt>
    <dgm:pt modelId="{DB8FD174-FFF6-4367-B276-144A64155F2A}">
      <dgm:prSet/>
      <dgm:spPr/>
      <dgm:t>
        <a:bodyPr/>
        <a:lstStyle/>
        <a:p>
          <a:pPr algn="ctr"/>
          <a:r>
            <a:rPr lang="en-US" dirty="0"/>
            <a:t>[:class:]</a:t>
          </a:r>
        </a:p>
      </dgm:t>
    </dgm:pt>
    <dgm:pt modelId="{E3269A41-C1C1-47A8-B65A-6C52DC903779}" type="parTrans" cxnId="{53BB6A4B-0374-41D5-8E5A-DF0880FB43A3}">
      <dgm:prSet/>
      <dgm:spPr/>
      <dgm:t>
        <a:bodyPr/>
        <a:lstStyle/>
        <a:p>
          <a:endParaRPr lang="en-CA"/>
        </a:p>
      </dgm:t>
    </dgm:pt>
    <dgm:pt modelId="{2491B0CE-144A-43B1-8B44-FB91ED0F30C6}" type="sibTrans" cxnId="{53BB6A4B-0374-41D5-8E5A-DF0880FB43A3}">
      <dgm:prSet/>
      <dgm:spPr/>
      <dgm:t>
        <a:bodyPr/>
        <a:lstStyle/>
        <a:p>
          <a:endParaRPr lang="en-CA"/>
        </a:p>
      </dgm:t>
    </dgm:pt>
    <dgm:pt modelId="{EC1C71E5-E4C5-4CF4-847D-9A8ACC723994}">
      <dgm:prSet/>
      <dgm:spPr/>
      <dgm:t>
        <a:bodyPr/>
        <a:lstStyle/>
        <a:p>
          <a:pPr algn="ctr"/>
          <a:r>
            <a:rPr lang="en-US" dirty="0"/>
            <a:t>Ex: lower, upper, digit, alpha, </a:t>
          </a:r>
          <a:r>
            <a:rPr lang="en-US" dirty="0" err="1"/>
            <a:t>etc</a:t>
          </a:r>
          <a:endParaRPr lang="en-US" dirty="0"/>
        </a:p>
      </dgm:t>
    </dgm:pt>
    <dgm:pt modelId="{8E2DDF43-8926-4AF2-A806-BB500F6CCEAD}" type="parTrans" cxnId="{FECC96F0-01E0-414E-9128-B8BB999FA877}">
      <dgm:prSet/>
      <dgm:spPr/>
      <dgm:t>
        <a:bodyPr/>
        <a:lstStyle/>
        <a:p>
          <a:endParaRPr lang="en-CA"/>
        </a:p>
      </dgm:t>
    </dgm:pt>
    <dgm:pt modelId="{6AB1273D-CA6B-445C-AD89-6FEB53CFC932}" type="sibTrans" cxnId="{FECC96F0-01E0-414E-9128-B8BB999FA877}">
      <dgm:prSet/>
      <dgm:spPr/>
      <dgm:t>
        <a:bodyPr/>
        <a:lstStyle/>
        <a:p>
          <a:endParaRPr lang="en-CA"/>
        </a:p>
      </dgm:t>
    </dgm:pt>
    <dgm:pt modelId="{FECB2241-D917-425B-A62A-F860E2557E95}" type="pres">
      <dgm:prSet presAssocID="{BF53DE6C-FD0C-4C22-9D6F-09B1380D405A}" presName="root" presStyleCnt="0">
        <dgm:presLayoutVars>
          <dgm:dir/>
          <dgm:resizeHandles val="exact"/>
        </dgm:presLayoutVars>
      </dgm:prSet>
      <dgm:spPr/>
    </dgm:pt>
    <dgm:pt modelId="{EFB3855F-112D-4D5E-AE7B-7BC956A0B9DE}" type="pres">
      <dgm:prSet presAssocID="{D91080E6-2200-4477-9E8D-322E5C36A4F8}" presName="compNode" presStyleCnt="0"/>
      <dgm:spPr/>
    </dgm:pt>
    <dgm:pt modelId="{35CBE6DE-98E5-4D3F-A4F0-1B412A186F6D}" type="pres">
      <dgm:prSet presAssocID="{D91080E6-2200-4477-9E8D-322E5C36A4F8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80EEDDB0-7F3F-4039-8D72-B95F319361D0}" type="pres">
      <dgm:prSet presAssocID="{D91080E6-2200-4477-9E8D-322E5C36A4F8}" presName="iconSpace" presStyleCnt="0"/>
      <dgm:spPr/>
    </dgm:pt>
    <dgm:pt modelId="{E8A0493D-A19E-4828-9EE7-A7248BEEFD72}" type="pres">
      <dgm:prSet presAssocID="{D91080E6-2200-4477-9E8D-322E5C36A4F8}" presName="parTx" presStyleLbl="revTx" presStyleIdx="0" presStyleCnt="6">
        <dgm:presLayoutVars>
          <dgm:chMax val="0"/>
          <dgm:chPref val="0"/>
        </dgm:presLayoutVars>
      </dgm:prSet>
      <dgm:spPr/>
    </dgm:pt>
    <dgm:pt modelId="{E6309F99-87EB-4055-AF5A-3CF31FED9589}" type="pres">
      <dgm:prSet presAssocID="{D91080E6-2200-4477-9E8D-322E5C36A4F8}" presName="txSpace" presStyleCnt="0"/>
      <dgm:spPr/>
    </dgm:pt>
    <dgm:pt modelId="{7B0FA195-BF49-401B-8003-A072CC69585E}" type="pres">
      <dgm:prSet presAssocID="{D91080E6-2200-4477-9E8D-322E5C36A4F8}" presName="desTx" presStyleLbl="revTx" presStyleIdx="1" presStyleCnt="6">
        <dgm:presLayoutVars/>
      </dgm:prSet>
      <dgm:spPr/>
    </dgm:pt>
    <dgm:pt modelId="{5287C58E-7AF6-4170-85D8-E32EDE1B2A29}" type="pres">
      <dgm:prSet presAssocID="{CDFF5027-3476-4583-B3E8-A46C4A8A8015}" presName="sibTrans" presStyleCnt="0"/>
      <dgm:spPr/>
    </dgm:pt>
    <dgm:pt modelId="{1FADEC10-D352-4002-9803-935D780BD2FA}" type="pres">
      <dgm:prSet presAssocID="{39AB2CC1-92D1-4774-87AB-67EBCC586E8E}" presName="compNode" presStyleCnt="0"/>
      <dgm:spPr/>
    </dgm:pt>
    <dgm:pt modelId="{022F78EC-FC30-4069-81DD-75ACAC0B9415}" type="pres">
      <dgm:prSet presAssocID="{39AB2CC1-92D1-4774-87AB-67EBCC586E8E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830E64FE-B2BF-4698-AA0C-68E441FB76E9}" type="pres">
      <dgm:prSet presAssocID="{39AB2CC1-92D1-4774-87AB-67EBCC586E8E}" presName="iconSpace" presStyleCnt="0"/>
      <dgm:spPr/>
    </dgm:pt>
    <dgm:pt modelId="{F1C7DC51-F8E8-484D-A658-6A5E6ED2E03F}" type="pres">
      <dgm:prSet presAssocID="{39AB2CC1-92D1-4774-87AB-67EBCC586E8E}" presName="parTx" presStyleLbl="revTx" presStyleIdx="2" presStyleCnt="6">
        <dgm:presLayoutVars>
          <dgm:chMax val="0"/>
          <dgm:chPref val="0"/>
        </dgm:presLayoutVars>
      </dgm:prSet>
      <dgm:spPr/>
    </dgm:pt>
    <dgm:pt modelId="{F962388C-5399-41C2-9D1A-8BE7F14ACD84}" type="pres">
      <dgm:prSet presAssocID="{39AB2CC1-92D1-4774-87AB-67EBCC586E8E}" presName="txSpace" presStyleCnt="0"/>
      <dgm:spPr/>
    </dgm:pt>
    <dgm:pt modelId="{2155A432-082E-4685-A1D2-DDBC9AA61C84}" type="pres">
      <dgm:prSet presAssocID="{39AB2CC1-92D1-4774-87AB-67EBCC586E8E}" presName="desTx" presStyleLbl="revTx" presStyleIdx="3" presStyleCnt="6">
        <dgm:presLayoutVars/>
      </dgm:prSet>
      <dgm:spPr/>
    </dgm:pt>
    <dgm:pt modelId="{6707DA66-6718-456E-A700-2D61678AC4F0}" type="pres">
      <dgm:prSet presAssocID="{2B4CBDEC-B3EA-4D6E-9846-6EE4F9D29281}" presName="sibTrans" presStyleCnt="0"/>
      <dgm:spPr/>
    </dgm:pt>
    <dgm:pt modelId="{FD6337AE-30DD-4043-8155-6B72034F2ACF}" type="pres">
      <dgm:prSet presAssocID="{7C93110B-CCDE-4B72-8490-EB43981C8784}" presName="compNode" presStyleCnt="0"/>
      <dgm:spPr/>
    </dgm:pt>
    <dgm:pt modelId="{2CC68DA5-05D0-4F37-94FB-AE7F2AB93A27}" type="pres">
      <dgm:prSet presAssocID="{7C93110B-CCDE-4B72-8490-EB43981C8784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BE9B4462-4A35-43BC-A540-2062525A537A}" type="pres">
      <dgm:prSet presAssocID="{7C93110B-CCDE-4B72-8490-EB43981C8784}" presName="iconSpace" presStyleCnt="0"/>
      <dgm:spPr/>
    </dgm:pt>
    <dgm:pt modelId="{1D7E7F65-A1D0-47FC-8633-56A2A569F58B}" type="pres">
      <dgm:prSet presAssocID="{7C93110B-CCDE-4B72-8490-EB43981C8784}" presName="parTx" presStyleLbl="revTx" presStyleIdx="4" presStyleCnt="6">
        <dgm:presLayoutVars>
          <dgm:chMax val="0"/>
          <dgm:chPref val="0"/>
        </dgm:presLayoutVars>
      </dgm:prSet>
      <dgm:spPr/>
    </dgm:pt>
    <dgm:pt modelId="{AC874128-2B0C-4AC6-9E1A-FB73F40A6E01}" type="pres">
      <dgm:prSet presAssocID="{7C93110B-CCDE-4B72-8490-EB43981C8784}" presName="txSpace" presStyleCnt="0"/>
      <dgm:spPr/>
    </dgm:pt>
    <dgm:pt modelId="{55A0AB0B-C9FA-410A-9684-C932C022066A}" type="pres">
      <dgm:prSet presAssocID="{7C93110B-CCDE-4B72-8490-EB43981C8784}" presName="desTx" presStyleLbl="revTx" presStyleIdx="5" presStyleCnt="6">
        <dgm:presLayoutVars/>
      </dgm:prSet>
      <dgm:spPr/>
    </dgm:pt>
  </dgm:ptLst>
  <dgm:cxnLst>
    <dgm:cxn modelId="{C2427814-BCCD-43E9-89EF-8C5F31D7F465}" type="presOf" srcId="{BF53DE6C-FD0C-4C22-9D6F-09B1380D405A}" destId="{FECB2241-D917-425B-A62A-F860E2557E95}" srcOrd="0" destOrd="0" presId="urn:microsoft.com/office/officeart/2018/5/layout/CenteredIconLabelDescriptionList"/>
    <dgm:cxn modelId="{BDA5EC14-B395-4AB4-B28B-A4729DE113C6}" type="presOf" srcId="{DB8FD174-FFF6-4367-B276-144A64155F2A}" destId="{7B0FA195-BF49-401B-8003-A072CC69585E}" srcOrd="0" destOrd="0" presId="urn:microsoft.com/office/officeart/2018/5/layout/CenteredIconLabelDescriptionList"/>
    <dgm:cxn modelId="{C5E42C40-8924-459D-B3C0-B8027AB7097E}" srcId="{BF53DE6C-FD0C-4C22-9D6F-09B1380D405A}" destId="{D91080E6-2200-4477-9E8D-322E5C36A4F8}" srcOrd="0" destOrd="0" parTransId="{5D290805-A8A9-437B-9534-FFEDF0DCCB6B}" sibTransId="{CDFF5027-3476-4583-B3E8-A46C4A8A8015}"/>
    <dgm:cxn modelId="{CC7B9862-F1FB-4729-B7B1-59B2A8D7A553}" srcId="{BF53DE6C-FD0C-4C22-9D6F-09B1380D405A}" destId="{7C93110B-CCDE-4B72-8490-EB43981C8784}" srcOrd="2" destOrd="0" parTransId="{0BD44340-AD3C-4F89-878D-4E9FBEE73094}" sibTransId="{2DA8E606-F951-4336-A0D5-B22AD1B21E90}"/>
    <dgm:cxn modelId="{33D7A965-147F-4690-BA7E-2888D82FC1C9}" srcId="{39AB2CC1-92D1-4774-87AB-67EBCC586E8E}" destId="{DF8DF1CA-2BA7-4C4A-989C-0729EF4CE2FF}" srcOrd="0" destOrd="0" parTransId="{9E712269-4791-43AF-BDBC-6D61FD8382EB}" sibTransId="{A8D4E7D8-32E2-400D-B951-CFC992319934}"/>
    <dgm:cxn modelId="{53BB6A4B-0374-41D5-8E5A-DF0880FB43A3}" srcId="{D91080E6-2200-4477-9E8D-322E5C36A4F8}" destId="{DB8FD174-FFF6-4367-B276-144A64155F2A}" srcOrd="0" destOrd="0" parTransId="{E3269A41-C1C1-47A8-B65A-6C52DC903779}" sibTransId="{2491B0CE-144A-43B1-8B44-FB91ED0F30C6}"/>
    <dgm:cxn modelId="{3D05744D-DE89-4289-8342-84FF36A7F396}" type="presOf" srcId="{7C93110B-CCDE-4B72-8490-EB43981C8784}" destId="{1D7E7F65-A1D0-47FC-8633-56A2A569F58B}" srcOrd="0" destOrd="0" presId="urn:microsoft.com/office/officeart/2018/5/layout/CenteredIconLabelDescriptionList"/>
    <dgm:cxn modelId="{805F5053-3511-4352-893A-3CB6C38A5892}" type="presOf" srcId="{DF8DF1CA-2BA7-4C4A-989C-0729EF4CE2FF}" destId="{2155A432-082E-4685-A1D2-DDBC9AA61C84}" srcOrd="0" destOrd="0" presId="urn:microsoft.com/office/officeart/2018/5/layout/CenteredIconLabelDescriptionList"/>
    <dgm:cxn modelId="{A28BFE82-76C0-4B15-8954-63E6AD12851D}" type="presOf" srcId="{D91080E6-2200-4477-9E8D-322E5C36A4F8}" destId="{E8A0493D-A19E-4828-9EE7-A7248BEEFD72}" srcOrd="0" destOrd="0" presId="urn:microsoft.com/office/officeart/2018/5/layout/CenteredIconLabelDescriptionList"/>
    <dgm:cxn modelId="{620207A2-4BFA-4865-8FE4-814366F81A20}" type="presOf" srcId="{38EBAB02-9486-4FCD-B42D-35CE30996D5A}" destId="{2155A432-082E-4685-A1D2-DDBC9AA61C84}" srcOrd="0" destOrd="2" presId="urn:microsoft.com/office/officeart/2018/5/layout/CenteredIconLabelDescriptionList"/>
    <dgm:cxn modelId="{A81EBCAD-337E-4FFB-8EBD-9E752426DF52}" srcId="{DF8DF1CA-2BA7-4C4A-989C-0729EF4CE2FF}" destId="{61E5B816-F374-42A9-B0A7-13A3C7CF29BB}" srcOrd="0" destOrd="0" parTransId="{D2E3DCE9-4D5E-4629-9AB8-AC883323D005}" sibTransId="{3A035913-2224-4B1E-9D05-51EC7E7D0B91}"/>
    <dgm:cxn modelId="{B8F80CBC-0ABA-4639-8E27-CC85E5F42463}" srcId="{DF8DF1CA-2BA7-4C4A-989C-0729EF4CE2FF}" destId="{38EBAB02-9486-4FCD-B42D-35CE30996D5A}" srcOrd="1" destOrd="0" parTransId="{CA80EBD3-B538-42DA-B8D5-E72CBC00A618}" sibTransId="{DF2A11D2-32AB-4C99-AD61-3D44B9CB8E81}"/>
    <dgm:cxn modelId="{711230D2-EFDF-4BDF-9455-8120B1B96E04}" type="presOf" srcId="{39AB2CC1-92D1-4774-87AB-67EBCC586E8E}" destId="{F1C7DC51-F8E8-484D-A658-6A5E6ED2E03F}" srcOrd="0" destOrd="0" presId="urn:microsoft.com/office/officeart/2018/5/layout/CenteredIconLabelDescriptionList"/>
    <dgm:cxn modelId="{7CF4F7EB-DF32-467A-B38F-2489983EF2AC}" type="presOf" srcId="{61E5B816-F374-42A9-B0A7-13A3C7CF29BB}" destId="{2155A432-082E-4685-A1D2-DDBC9AA61C84}" srcOrd="0" destOrd="1" presId="urn:microsoft.com/office/officeart/2018/5/layout/CenteredIconLabelDescriptionList"/>
    <dgm:cxn modelId="{FECC96F0-01E0-414E-9128-B8BB999FA877}" srcId="{DB8FD174-FFF6-4367-B276-144A64155F2A}" destId="{EC1C71E5-E4C5-4CF4-847D-9A8ACC723994}" srcOrd="0" destOrd="0" parTransId="{8E2DDF43-8926-4AF2-A806-BB500F6CCEAD}" sibTransId="{6AB1273D-CA6B-445C-AD89-6FEB53CFC932}"/>
    <dgm:cxn modelId="{AEEA41FA-D882-48F9-BA09-041AE16F29FC}" srcId="{BF53DE6C-FD0C-4C22-9D6F-09B1380D405A}" destId="{39AB2CC1-92D1-4774-87AB-67EBCC586E8E}" srcOrd="1" destOrd="0" parTransId="{3F755806-09B5-4480-A9E1-29602BDA8B85}" sibTransId="{2B4CBDEC-B3EA-4D6E-9846-6EE4F9D29281}"/>
    <dgm:cxn modelId="{C679FAFD-EA75-4BA8-8B78-DCC6FFD73F81}" type="presOf" srcId="{EC1C71E5-E4C5-4CF4-847D-9A8ACC723994}" destId="{7B0FA195-BF49-401B-8003-A072CC69585E}" srcOrd="0" destOrd="1" presId="urn:microsoft.com/office/officeart/2018/5/layout/CenteredIconLabelDescriptionList"/>
    <dgm:cxn modelId="{3FF6B786-EF59-4A7F-9F15-393B4CFC6E42}" type="presParOf" srcId="{FECB2241-D917-425B-A62A-F860E2557E95}" destId="{EFB3855F-112D-4D5E-AE7B-7BC956A0B9DE}" srcOrd="0" destOrd="0" presId="urn:microsoft.com/office/officeart/2018/5/layout/CenteredIconLabelDescriptionList"/>
    <dgm:cxn modelId="{DE8C6927-835E-4830-930D-F654ADC2B0E9}" type="presParOf" srcId="{EFB3855F-112D-4D5E-AE7B-7BC956A0B9DE}" destId="{35CBE6DE-98E5-4D3F-A4F0-1B412A186F6D}" srcOrd="0" destOrd="0" presId="urn:microsoft.com/office/officeart/2018/5/layout/CenteredIconLabelDescriptionList"/>
    <dgm:cxn modelId="{18A073C0-7139-4FB4-9C8E-7B6686AE6AF2}" type="presParOf" srcId="{EFB3855F-112D-4D5E-AE7B-7BC956A0B9DE}" destId="{80EEDDB0-7F3F-4039-8D72-B95F319361D0}" srcOrd="1" destOrd="0" presId="urn:microsoft.com/office/officeart/2018/5/layout/CenteredIconLabelDescriptionList"/>
    <dgm:cxn modelId="{C8346902-E522-4172-B51D-8330D01C3E2A}" type="presParOf" srcId="{EFB3855F-112D-4D5E-AE7B-7BC956A0B9DE}" destId="{E8A0493D-A19E-4828-9EE7-A7248BEEFD72}" srcOrd="2" destOrd="0" presId="urn:microsoft.com/office/officeart/2018/5/layout/CenteredIconLabelDescriptionList"/>
    <dgm:cxn modelId="{C7B1E698-186A-467C-8B1E-C16427B91005}" type="presParOf" srcId="{EFB3855F-112D-4D5E-AE7B-7BC956A0B9DE}" destId="{E6309F99-87EB-4055-AF5A-3CF31FED9589}" srcOrd="3" destOrd="0" presId="urn:microsoft.com/office/officeart/2018/5/layout/CenteredIconLabelDescriptionList"/>
    <dgm:cxn modelId="{314133EA-B81D-4B59-BC36-AEB4C56747BD}" type="presParOf" srcId="{EFB3855F-112D-4D5E-AE7B-7BC956A0B9DE}" destId="{7B0FA195-BF49-401B-8003-A072CC69585E}" srcOrd="4" destOrd="0" presId="urn:microsoft.com/office/officeart/2018/5/layout/CenteredIconLabelDescriptionList"/>
    <dgm:cxn modelId="{CCE42716-E601-45B3-B729-DE12200DE5F8}" type="presParOf" srcId="{FECB2241-D917-425B-A62A-F860E2557E95}" destId="{5287C58E-7AF6-4170-85D8-E32EDE1B2A29}" srcOrd="1" destOrd="0" presId="urn:microsoft.com/office/officeart/2018/5/layout/CenteredIconLabelDescriptionList"/>
    <dgm:cxn modelId="{7FE5893E-08F0-447A-B448-0E86A313DF9D}" type="presParOf" srcId="{FECB2241-D917-425B-A62A-F860E2557E95}" destId="{1FADEC10-D352-4002-9803-935D780BD2FA}" srcOrd="2" destOrd="0" presId="urn:microsoft.com/office/officeart/2018/5/layout/CenteredIconLabelDescriptionList"/>
    <dgm:cxn modelId="{FEBF0D02-1075-4777-B900-ECB7CCCCDE85}" type="presParOf" srcId="{1FADEC10-D352-4002-9803-935D780BD2FA}" destId="{022F78EC-FC30-4069-81DD-75ACAC0B9415}" srcOrd="0" destOrd="0" presId="urn:microsoft.com/office/officeart/2018/5/layout/CenteredIconLabelDescriptionList"/>
    <dgm:cxn modelId="{E543A46E-D7C9-4FA4-B5C9-BFA159721813}" type="presParOf" srcId="{1FADEC10-D352-4002-9803-935D780BD2FA}" destId="{830E64FE-B2BF-4698-AA0C-68E441FB76E9}" srcOrd="1" destOrd="0" presId="urn:microsoft.com/office/officeart/2018/5/layout/CenteredIconLabelDescriptionList"/>
    <dgm:cxn modelId="{66366979-DDD7-4CA7-959B-6D4B4FBEDDE8}" type="presParOf" srcId="{1FADEC10-D352-4002-9803-935D780BD2FA}" destId="{F1C7DC51-F8E8-484D-A658-6A5E6ED2E03F}" srcOrd="2" destOrd="0" presId="urn:microsoft.com/office/officeart/2018/5/layout/CenteredIconLabelDescriptionList"/>
    <dgm:cxn modelId="{307B9215-5CD3-4370-BFE2-33B7B93D4573}" type="presParOf" srcId="{1FADEC10-D352-4002-9803-935D780BD2FA}" destId="{F962388C-5399-41C2-9D1A-8BE7F14ACD84}" srcOrd="3" destOrd="0" presId="urn:microsoft.com/office/officeart/2018/5/layout/CenteredIconLabelDescriptionList"/>
    <dgm:cxn modelId="{52A8BF6D-9485-469E-8245-9DFCE05A8397}" type="presParOf" srcId="{1FADEC10-D352-4002-9803-935D780BD2FA}" destId="{2155A432-082E-4685-A1D2-DDBC9AA61C84}" srcOrd="4" destOrd="0" presId="urn:microsoft.com/office/officeart/2018/5/layout/CenteredIconLabelDescriptionList"/>
    <dgm:cxn modelId="{D89A2A46-4D40-4A78-A708-87A2129800AD}" type="presParOf" srcId="{FECB2241-D917-425B-A62A-F860E2557E95}" destId="{6707DA66-6718-456E-A700-2D61678AC4F0}" srcOrd="3" destOrd="0" presId="urn:microsoft.com/office/officeart/2018/5/layout/CenteredIconLabelDescriptionList"/>
    <dgm:cxn modelId="{4DC3A26E-031E-450B-B0E4-13FDC6B77868}" type="presParOf" srcId="{FECB2241-D917-425B-A62A-F860E2557E95}" destId="{FD6337AE-30DD-4043-8155-6B72034F2ACF}" srcOrd="4" destOrd="0" presId="urn:microsoft.com/office/officeart/2018/5/layout/CenteredIconLabelDescriptionList"/>
    <dgm:cxn modelId="{E5F8BE7A-8DCA-4D95-94D4-25ACCBEED571}" type="presParOf" srcId="{FD6337AE-30DD-4043-8155-6B72034F2ACF}" destId="{2CC68DA5-05D0-4F37-94FB-AE7F2AB93A27}" srcOrd="0" destOrd="0" presId="urn:microsoft.com/office/officeart/2018/5/layout/CenteredIconLabelDescriptionList"/>
    <dgm:cxn modelId="{7F7F653E-B578-41AE-AEAA-AD5DA11D1800}" type="presParOf" srcId="{FD6337AE-30DD-4043-8155-6B72034F2ACF}" destId="{BE9B4462-4A35-43BC-A540-2062525A537A}" srcOrd="1" destOrd="0" presId="urn:microsoft.com/office/officeart/2018/5/layout/CenteredIconLabelDescriptionList"/>
    <dgm:cxn modelId="{A55041D9-7872-43E4-9E58-2B260278F5DF}" type="presParOf" srcId="{FD6337AE-30DD-4043-8155-6B72034F2ACF}" destId="{1D7E7F65-A1D0-47FC-8633-56A2A569F58B}" srcOrd="2" destOrd="0" presId="urn:microsoft.com/office/officeart/2018/5/layout/CenteredIconLabelDescriptionList"/>
    <dgm:cxn modelId="{C7F1150B-0DE5-425C-A366-864083A7FBBA}" type="presParOf" srcId="{FD6337AE-30DD-4043-8155-6B72034F2ACF}" destId="{AC874128-2B0C-4AC6-9E1A-FB73F40A6E01}" srcOrd="3" destOrd="0" presId="urn:microsoft.com/office/officeart/2018/5/layout/CenteredIconLabelDescriptionList"/>
    <dgm:cxn modelId="{BE374ABD-4D21-45E7-8FA5-30FCD41BFFB6}" type="presParOf" srcId="{FD6337AE-30DD-4043-8155-6B72034F2ACF}" destId="{55A0AB0B-C9FA-410A-9684-C932C022066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C0839A-E614-47FB-946B-E4E6B5D0B4D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D21462A-71D5-4CCE-8A23-55875CD1C887}">
      <dgm:prSet/>
      <dgm:spPr/>
      <dgm:t>
        <a:bodyPr/>
        <a:lstStyle/>
        <a:p>
          <a:r>
            <a:rPr lang="en-CA" dirty="0"/>
            <a:t>Syntaxe:</a:t>
          </a:r>
          <a:endParaRPr lang="en-US" dirty="0"/>
        </a:p>
      </dgm:t>
    </dgm:pt>
    <dgm:pt modelId="{8AE7FEFA-F802-4045-ABB9-6B60E3E93B34}" type="parTrans" cxnId="{5AFB05C3-2587-4BA7-B06B-7454FBB17A19}">
      <dgm:prSet/>
      <dgm:spPr/>
      <dgm:t>
        <a:bodyPr/>
        <a:lstStyle/>
        <a:p>
          <a:endParaRPr lang="en-US"/>
        </a:p>
      </dgm:t>
    </dgm:pt>
    <dgm:pt modelId="{D72D3684-2B36-4F1C-81EF-1A851461CF9C}" type="sibTrans" cxnId="{5AFB05C3-2587-4BA7-B06B-7454FBB17A19}">
      <dgm:prSet/>
      <dgm:spPr/>
      <dgm:t>
        <a:bodyPr/>
        <a:lstStyle/>
        <a:p>
          <a:endParaRPr lang="en-US"/>
        </a:p>
      </dgm:t>
    </dgm:pt>
    <dgm:pt modelId="{AB4B7B45-D911-4C75-9820-29F75C786B4B}">
      <dgm:prSet/>
      <dgm:spPr/>
      <dgm:t>
        <a:bodyPr/>
        <a:lstStyle/>
        <a:p>
          <a:r>
            <a:rPr lang="en-CA"/>
            <a:t>Options utiles:</a:t>
          </a:r>
          <a:endParaRPr lang="en-US"/>
        </a:p>
      </dgm:t>
    </dgm:pt>
    <dgm:pt modelId="{AA933E7A-B4E5-4017-B23F-84BBDDCA8640}" type="parTrans" cxnId="{DEF11D28-0301-4ED6-BDD4-72BBA357C2CF}">
      <dgm:prSet/>
      <dgm:spPr/>
      <dgm:t>
        <a:bodyPr/>
        <a:lstStyle/>
        <a:p>
          <a:endParaRPr lang="en-US"/>
        </a:p>
      </dgm:t>
    </dgm:pt>
    <dgm:pt modelId="{E7D06319-A9D9-45A6-8A4C-D53AA9462B4B}" type="sibTrans" cxnId="{DEF11D28-0301-4ED6-BDD4-72BBA357C2CF}">
      <dgm:prSet/>
      <dgm:spPr/>
      <dgm:t>
        <a:bodyPr/>
        <a:lstStyle/>
        <a:p>
          <a:endParaRPr lang="en-US"/>
        </a:p>
      </dgm:t>
    </dgm:pt>
    <dgm:pt modelId="{30929850-FD7D-4440-AB1D-323D21ADED6D}">
      <dgm:prSet/>
      <dgm:spPr/>
      <dgm:t>
        <a:bodyPr/>
        <a:lstStyle/>
        <a:p>
          <a:r>
            <a:rPr lang="en-CA"/>
            <a:t>-o: Affiche seulement les correspondances</a:t>
          </a:r>
          <a:endParaRPr lang="en-US"/>
        </a:p>
      </dgm:t>
    </dgm:pt>
    <dgm:pt modelId="{20BC4C4B-3128-4319-AD1E-4A639EEC0DFD}" type="parTrans" cxnId="{B68B2650-9389-4E45-8A29-1FA7EAB390DF}">
      <dgm:prSet/>
      <dgm:spPr/>
      <dgm:t>
        <a:bodyPr/>
        <a:lstStyle/>
        <a:p>
          <a:endParaRPr lang="en-US"/>
        </a:p>
      </dgm:t>
    </dgm:pt>
    <dgm:pt modelId="{CF7251A3-0061-419B-8160-2ED964BC9A54}" type="sibTrans" cxnId="{B68B2650-9389-4E45-8A29-1FA7EAB390DF}">
      <dgm:prSet/>
      <dgm:spPr/>
      <dgm:t>
        <a:bodyPr/>
        <a:lstStyle/>
        <a:p>
          <a:endParaRPr lang="en-US"/>
        </a:p>
      </dgm:t>
    </dgm:pt>
    <dgm:pt modelId="{4419E88B-C80D-4600-9F20-9294D4C7B2B1}">
      <dgm:prSet/>
      <dgm:spPr/>
      <dgm:t>
        <a:bodyPr/>
        <a:lstStyle/>
        <a:p>
          <a:r>
            <a:rPr lang="en-CA"/>
            <a:t>-E: </a:t>
          </a:r>
          <a:r>
            <a:rPr lang="fr-FR"/>
            <a:t>Active les expressions régulières étendues</a:t>
          </a:r>
          <a:endParaRPr lang="en-US"/>
        </a:p>
      </dgm:t>
    </dgm:pt>
    <dgm:pt modelId="{208CAF3C-1FF1-4EA3-817D-B2879776310D}" type="parTrans" cxnId="{E1BD3EDA-DEE6-497F-9976-47A06D826E88}">
      <dgm:prSet/>
      <dgm:spPr/>
      <dgm:t>
        <a:bodyPr/>
        <a:lstStyle/>
        <a:p>
          <a:endParaRPr lang="en-US"/>
        </a:p>
      </dgm:t>
    </dgm:pt>
    <dgm:pt modelId="{5CD89835-DB3F-40C6-8493-1E392D9FD171}" type="sibTrans" cxnId="{E1BD3EDA-DEE6-497F-9976-47A06D826E88}">
      <dgm:prSet/>
      <dgm:spPr/>
      <dgm:t>
        <a:bodyPr/>
        <a:lstStyle/>
        <a:p>
          <a:endParaRPr lang="en-US"/>
        </a:p>
      </dgm:t>
    </dgm:pt>
    <dgm:pt modelId="{720C1433-6F12-4254-944F-F867A0B5A997}">
      <dgm:prSet/>
      <dgm:spPr/>
      <dgm:t>
        <a:bodyPr/>
        <a:lstStyle/>
        <a:p>
          <a:r>
            <a:rPr lang="en-CA"/>
            <a:t>-i: Insensible à la casse</a:t>
          </a:r>
          <a:endParaRPr lang="en-US"/>
        </a:p>
      </dgm:t>
    </dgm:pt>
    <dgm:pt modelId="{B5CB5049-71E3-4752-9E79-865D03AD0C59}" type="parTrans" cxnId="{A58478C8-BC96-48F1-A536-0712B062FED1}">
      <dgm:prSet/>
      <dgm:spPr/>
      <dgm:t>
        <a:bodyPr/>
        <a:lstStyle/>
        <a:p>
          <a:endParaRPr lang="en-US"/>
        </a:p>
      </dgm:t>
    </dgm:pt>
    <dgm:pt modelId="{1ECF019C-589E-4626-B9FF-F954CF446DD8}" type="sibTrans" cxnId="{A58478C8-BC96-48F1-A536-0712B062FED1}">
      <dgm:prSet/>
      <dgm:spPr/>
      <dgm:t>
        <a:bodyPr/>
        <a:lstStyle/>
        <a:p>
          <a:endParaRPr lang="en-US"/>
        </a:p>
      </dgm:t>
    </dgm:pt>
    <dgm:pt modelId="{52C1407B-C637-41F4-87E1-E2D2499F150A}">
      <dgm:prSet/>
      <dgm:spPr/>
      <dgm:t>
        <a:bodyPr/>
        <a:lstStyle/>
        <a:p>
          <a:r>
            <a:rPr lang="en-CA"/>
            <a:t>-v: Exclure/Invertire les correspondances</a:t>
          </a:r>
          <a:endParaRPr lang="en-US"/>
        </a:p>
      </dgm:t>
    </dgm:pt>
    <dgm:pt modelId="{77E266A4-BA28-4CEB-BD1C-937768801C7A}" type="parTrans" cxnId="{056C0AA4-56A9-4F33-998B-E8C2097D9137}">
      <dgm:prSet/>
      <dgm:spPr/>
      <dgm:t>
        <a:bodyPr/>
        <a:lstStyle/>
        <a:p>
          <a:endParaRPr lang="en-US"/>
        </a:p>
      </dgm:t>
    </dgm:pt>
    <dgm:pt modelId="{D26223A9-5476-4104-9F26-CBB79BDA16BD}" type="sibTrans" cxnId="{056C0AA4-56A9-4F33-998B-E8C2097D9137}">
      <dgm:prSet/>
      <dgm:spPr/>
      <dgm:t>
        <a:bodyPr/>
        <a:lstStyle/>
        <a:p>
          <a:endParaRPr lang="en-US"/>
        </a:p>
      </dgm:t>
    </dgm:pt>
    <dgm:pt modelId="{D6675641-F049-4A09-879F-F15EE03B1D85}">
      <dgm:prSet/>
      <dgm:spPr/>
      <dgm:t>
        <a:bodyPr/>
        <a:lstStyle/>
        <a:p>
          <a:r>
            <a:rPr lang="en-CA"/>
            <a:t>Utilisation avanc</a:t>
          </a:r>
          <a:r>
            <a:rPr lang="fr-CA"/>
            <a:t>ée:</a:t>
          </a:r>
          <a:endParaRPr lang="en-US"/>
        </a:p>
      </dgm:t>
    </dgm:pt>
    <dgm:pt modelId="{605106EE-5A4E-4BC3-AAA2-259F5FEBE9D4}" type="parTrans" cxnId="{009899D7-A191-494E-A416-652C051DD047}">
      <dgm:prSet/>
      <dgm:spPr/>
      <dgm:t>
        <a:bodyPr/>
        <a:lstStyle/>
        <a:p>
          <a:endParaRPr lang="en-US"/>
        </a:p>
      </dgm:t>
    </dgm:pt>
    <dgm:pt modelId="{BA98C1DD-0278-4F35-924B-02485C4E2093}" type="sibTrans" cxnId="{009899D7-A191-494E-A416-652C051DD047}">
      <dgm:prSet/>
      <dgm:spPr/>
      <dgm:t>
        <a:bodyPr/>
        <a:lstStyle/>
        <a:p>
          <a:endParaRPr lang="en-US"/>
        </a:p>
      </dgm:t>
    </dgm:pt>
    <dgm:pt modelId="{C6984E5F-EA42-4F65-8686-2051090998D8}">
      <dgm:prSet/>
      <dgm:spPr/>
      <dgm:t>
        <a:bodyPr/>
        <a:lstStyle/>
        <a:p>
          <a:r>
            <a:rPr lang="fr-CA" dirty="0"/>
            <a:t>Utiliser –e ou –E pour rechercher plusieurs motifs:</a:t>
          </a:r>
          <a:endParaRPr lang="en-US" dirty="0"/>
        </a:p>
      </dgm:t>
    </dgm:pt>
    <dgm:pt modelId="{C1FA87BC-DD2F-419D-AFF7-CE2DE676DC05}" type="parTrans" cxnId="{398C20DF-8094-45D1-AEB4-A54238A8F5A3}">
      <dgm:prSet/>
      <dgm:spPr/>
      <dgm:t>
        <a:bodyPr/>
        <a:lstStyle/>
        <a:p>
          <a:endParaRPr lang="en-US"/>
        </a:p>
      </dgm:t>
    </dgm:pt>
    <dgm:pt modelId="{53B3593A-01FD-46B8-9F27-F64D4B57BA34}" type="sibTrans" cxnId="{398C20DF-8094-45D1-AEB4-A54238A8F5A3}">
      <dgm:prSet/>
      <dgm:spPr/>
      <dgm:t>
        <a:bodyPr/>
        <a:lstStyle/>
        <a:p>
          <a:endParaRPr lang="en-US"/>
        </a:p>
      </dgm:t>
    </dgm:pt>
    <dgm:pt modelId="{1352E826-B38E-48E3-83F0-CA82E1B97C11}">
      <dgm:prSet/>
      <dgm:spPr/>
      <dgm:t>
        <a:bodyPr/>
        <a:lstStyle/>
        <a:p>
          <a:r>
            <a:rPr lang="en-CA"/>
            <a:t>grep [options] ‘motif’ </a:t>
          </a:r>
          <a:r>
            <a:rPr lang="en-CA" dirty="0" err="1"/>
            <a:t>fichier</a:t>
          </a:r>
          <a:endParaRPr lang="en-US" dirty="0"/>
        </a:p>
      </dgm:t>
    </dgm:pt>
    <dgm:pt modelId="{8F302249-AB96-4812-9DF7-7578CB12C983}" type="parTrans" cxnId="{A9A689DE-ACDF-4101-9B27-A09E5CC3CFBE}">
      <dgm:prSet/>
      <dgm:spPr/>
      <dgm:t>
        <a:bodyPr/>
        <a:lstStyle/>
        <a:p>
          <a:endParaRPr lang="en-CA"/>
        </a:p>
      </dgm:t>
    </dgm:pt>
    <dgm:pt modelId="{2BCB787B-FBE7-4FAE-B482-42390509A93E}" type="sibTrans" cxnId="{A9A689DE-ACDF-4101-9B27-A09E5CC3CFBE}">
      <dgm:prSet/>
      <dgm:spPr/>
      <dgm:t>
        <a:bodyPr/>
        <a:lstStyle/>
        <a:p>
          <a:endParaRPr lang="en-CA"/>
        </a:p>
      </dgm:t>
    </dgm:pt>
    <dgm:pt modelId="{0BE7541F-17FA-4993-82AE-5215497C42B7}">
      <dgm:prSet/>
      <dgm:spPr/>
      <dgm:t>
        <a:bodyPr/>
        <a:lstStyle/>
        <a:p>
          <a:r>
            <a:rPr lang="fr-CA"/>
            <a:t> </a:t>
          </a:r>
          <a:r>
            <a:rPr lang="it-IT" dirty="0"/>
            <a:t>grep -e 'motif1' -e 'motif2' fichier</a:t>
          </a:r>
          <a:endParaRPr lang="en-US" dirty="0"/>
        </a:p>
      </dgm:t>
    </dgm:pt>
    <dgm:pt modelId="{8818929E-5FE5-450F-A488-2D2FBD7945A2}" type="parTrans" cxnId="{E98C74A8-A108-45F4-8F35-5BBAB7C39629}">
      <dgm:prSet/>
      <dgm:spPr/>
      <dgm:t>
        <a:bodyPr/>
        <a:lstStyle/>
        <a:p>
          <a:endParaRPr lang="en-CA"/>
        </a:p>
      </dgm:t>
    </dgm:pt>
    <dgm:pt modelId="{34BB0F51-D24B-43B2-A83F-28B5CACAA33E}" type="sibTrans" cxnId="{E98C74A8-A108-45F4-8F35-5BBAB7C39629}">
      <dgm:prSet/>
      <dgm:spPr/>
      <dgm:t>
        <a:bodyPr/>
        <a:lstStyle/>
        <a:p>
          <a:endParaRPr lang="en-CA"/>
        </a:p>
      </dgm:t>
    </dgm:pt>
    <dgm:pt modelId="{38F59508-FE84-40DC-BB85-D8E155D6491C}" type="pres">
      <dgm:prSet presAssocID="{03C0839A-E614-47FB-946B-E4E6B5D0B4D0}" presName="linear" presStyleCnt="0">
        <dgm:presLayoutVars>
          <dgm:dir/>
          <dgm:animLvl val="lvl"/>
          <dgm:resizeHandles val="exact"/>
        </dgm:presLayoutVars>
      </dgm:prSet>
      <dgm:spPr/>
    </dgm:pt>
    <dgm:pt modelId="{A9559F3A-275E-4ABC-B12F-4AF5D4BC4499}" type="pres">
      <dgm:prSet presAssocID="{1D21462A-71D5-4CCE-8A23-55875CD1C887}" presName="parentLin" presStyleCnt="0"/>
      <dgm:spPr/>
    </dgm:pt>
    <dgm:pt modelId="{6B7875E2-0A84-4756-ACEA-BBE0445875DC}" type="pres">
      <dgm:prSet presAssocID="{1D21462A-71D5-4CCE-8A23-55875CD1C887}" presName="parentLeftMargin" presStyleLbl="node1" presStyleIdx="0" presStyleCnt="3"/>
      <dgm:spPr/>
    </dgm:pt>
    <dgm:pt modelId="{60CA13E2-EA87-4EEC-BA99-117EB6EC08D7}" type="pres">
      <dgm:prSet presAssocID="{1D21462A-71D5-4CCE-8A23-55875CD1C88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B60A83-FBA8-4EDE-BED9-A5E8A16970BA}" type="pres">
      <dgm:prSet presAssocID="{1D21462A-71D5-4CCE-8A23-55875CD1C887}" presName="negativeSpace" presStyleCnt="0"/>
      <dgm:spPr/>
    </dgm:pt>
    <dgm:pt modelId="{DDE1011D-39BE-4ABB-897A-B498871DC481}" type="pres">
      <dgm:prSet presAssocID="{1D21462A-71D5-4CCE-8A23-55875CD1C887}" presName="childText" presStyleLbl="conFgAcc1" presStyleIdx="0" presStyleCnt="3">
        <dgm:presLayoutVars>
          <dgm:bulletEnabled val="1"/>
        </dgm:presLayoutVars>
      </dgm:prSet>
      <dgm:spPr/>
    </dgm:pt>
    <dgm:pt modelId="{96E727B9-1C2C-403E-92AA-EAD56C92788C}" type="pres">
      <dgm:prSet presAssocID="{D72D3684-2B36-4F1C-81EF-1A851461CF9C}" presName="spaceBetweenRectangles" presStyleCnt="0"/>
      <dgm:spPr/>
    </dgm:pt>
    <dgm:pt modelId="{BAF49032-7011-4C06-BF4A-3ECB77AB9A32}" type="pres">
      <dgm:prSet presAssocID="{AB4B7B45-D911-4C75-9820-29F75C786B4B}" presName="parentLin" presStyleCnt="0"/>
      <dgm:spPr/>
    </dgm:pt>
    <dgm:pt modelId="{4E398216-ADF0-4DC2-900E-55ED61AA5D3B}" type="pres">
      <dgm:prSet presAssocID="{AB4B7B45-D911-4C75-9820-29F75C786B4B}" presName="parentLeftMargin" presStyleLbl="node1" presStyleIdx="0" presStyleCnt="3"/>
      <dgm:spPr/>
    </dgm:pt>
    <dgm:pt modelId="{D5B1BAFE-1636-4BD2-8831-2AAECADE01D8}" type="pres">
      <dgm:prSet presAssocID="{AB4B7B45-D911-4C75-9820-29F75C786B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83A27F-BC64-454C-88B1-81EF7C8C1445}" type="pres">
      <dgm:prSet presAssocID="{AB4B7B45-D911-4C75-9820-29F75C786B4B}" presName="negativeSpace" presStyleCnt="0"/>
      <dgm:spPr/>
    </dgm:pt>
    <dgm:pt modelId="{DF30CCDF-DE9B-4DF9-A99F-24F2C821C467}" type="pres">
      <dgm:prSet presAssocID="{AB4B7B45-D911-4C75-9820-29F75C786B4B}" presName="childText" presStyleLbl="conFgAcc1" presStyleIdx="1" presStyleCnt="3">
        <dgm:presLayoutVars>
          <dgm:bulletEnabled val="1"/>
        </dgm:presLayoutVars>
      </dgm:prSet>
      <dgm:spPr/>
    </dgm:pt>
    <dgm:pt modelId="{72F93A57-0DFB-44C7-8088-823569BC439C}" type="pres">
      <dgm:prSet presAssocID="{E7D06319-A9D9-45A6-8A4C-D53AA9462B4B}" presName="spaceBetweenRectangles" presStyleCnt="0"/>
      <dgm:spPr/>
    </dgm:pt>
    <dgm:pt modelId="{4B3ACEA5-3D4B-40D5-A6E5-D9DBDABD4420}" type="pres">
      <dgm:prSet presAssocID="{D6675641-F049-4A09-879F-F15EE03B1D85}" presName="parentLin" presStyleCnt="0"/>
      <dgm:spPr/>
    </dgm:pt>
    <dgm:pt modelId="{C287DBCC-E29E-4F7F-B514-8BA5F68D3330}" type="pres">
      <dgm:prSet presAssocID="{D6675641-F049-4A09-879F-F15EE03B1D85}" presName="parentLeftMargin" presStyleLbl="node1" presStyleIdx="1" presStyleCnt="3"/>
      <dgm:spPr/>
    </dgm:pt>
    <dgm:pt modelId="{7BEF8439-996C-437A-AD35-84BB07BFAE76}" type="pres">
      <dgm:prSet presAssocID="{D6675641-F049-4A09-879F-F15EE03B1D8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A6C0BB2-F35C-4465-A65C-125C786FEEA5}" type="pres">
      <dgm:prSet presAssocID="{D6675641-F049-4A09-879F-F15EE03B1D85}" presName="negativeSpace" presStyleCnt="0"/>
      <dgm:spPr/>
    </dgm:pt>
    <dgm:pt modelId="{65019237-4598-42D5-813D-29B94FF726F4}" type="pres">
      <dgm:prSet presAssocID="{D6675641-F049-4A09-879F-F15EE03B1D8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18B7513-7D57-4DB4-8194-507D8CC3B0D2}" type="presOf" srcId="{AB4B7B45-D911-4C75-9820-29F75C786B4B}" destId="{D5B1BAFE-1636-4BD2-8831-2AAECADE01D8}" srcOrd="1" destOrd="0" presId="urn:microsoft.com/office/officeart/2005/8/layout/list1"/>
    <dgm:cxn modelId="{94DA7613-A329-433D-854D-EBDFC9DFB819}" type="presOf" srcId="{03C0839A-E614-47FB-946B-E4E6B5D0B4D0}" destId="{38F59508-FE84-40DC-BB85-D8E155D6491C}" srcOrd="0" destOrd="0" presId="urn:microsoft.com/office/officeart/2005/8/layout/list1"/>
    <dgm:cxn modelId="{B7522716-E315-40C1-A923-6042724F7592}" type="presOf" srcId="{C6984E5F-EA42-4F65-8686-2051090998D8}" destId="{65019237-4598-42D5-813D-29B94FF726F4}" srcOrd="0" destOrd="0" presId="urn:microsoft.com/office/officeart/2005/8/layout/list1"/>
    <dgm:cxn modelId="{28D5A818-B625-4461-B699-ABDA402E16A2}" type="presOf" srcId="{D6675641-F049-4A09-879F-F15EE03B1D85}" destId="{C287DBCC-E29E-4F7F-B514-8BA5F68D3330}" srcOrd="0" destOrd="0" presId="urn:microsoft.com/office/officeart/2005/8/layout/list1"/>
    <dgm:cxn modelId="{DEF11D28-0301-4ED6-BDD4-72BBA357C2CF}" srcId="{03C0839A-E614-47FB-946B-E4E6B5D0B4D0}" destId="{AB4B7B45-D911-4C75-9820-29F75C786B4B}" srcOrd="1" destOrd="0" parTransId="{AA933E7A-B4E5-4017-B23F-84BBDDCA8640}" sibTransId="{E7D06319-A9D9-45A6-8A4C-D53AA9462B4B}"/>
    <dgm:cxn modelId="{7ECE6028-91B1-4962-A497-D687929F3CEC}" type="presOf" srcId="{30929850-FD7D-4440-AB1D-323D21ADED6D}" destId="{DF30CCDF-DE9B-4DF9-A99F-24F2C821C467}" srcOrd="0" destOrd="0" presId="urn:microsoft.com/office/officeart/2005/8/layout/list1"/>
    <dgm:cxn modelId="{5B932634-C201-4F7A-B3BF-D49142A9BE3B}" type="presOf" srcId="{720C1433-6F12-4254-944F-F867A0B5A997}" destId="{DF30CCDF-DE9B-4DF9-A99F-24F2C821C467}" srcOrd="0" destOrd="2" presId="urn:microsoft.com/office/officeart/2005/8/layout/list1"/>
    <dgm:cxn modelId="{8F4AF360-242B-4674-B5E8-ED095FBB7356}" type="presOf" srcId="{0BE7541F-17FA-4993-82AE-5215497C42B7}" destId="{65019237-4598-42D5-813D-29B94FF726F4}" srcOrd="0" destOrd="1" presId="urn:microsoft.com/office/officeart/2005/8/layout/list1"/>
    <dgm:cxn modelId="{34206042-2ABD-47E2-9919-764D7849E528}" type="presOf" srcId="{1D21462A-71D5-4CCE-8A23-55875CD1C887}" destId="{60CA13E2-EA87-4EEC-BA99-117EB6EC08D7}" srcOrd="1" destOrd="0" presId="urn:microsoft.com/office/officeart/2005/8/layout/list1"/>
    <dgm:cxn modelId="{B68B2650-9389-4E45-8A29-1FA7EAB390DF}" srcId="{AB4B7B45-D911-4C75-9820-29F75C786B4B}" destId="{30929850-FD7D-4440-AB1D-323D21ADED6D}" srcOrd="0" destOrd="0" parTransId="{20BC4C4B-3128-4319-AD1E-4A639EEC0DFD}" sibTransId="{CF7251A3-0061-419B-8160-2ED964BC9A54}"/>
    <dgm:cxn modelId="{F2E5E957-97E3-41CF-9938-A17A38CAD5B5}" type="presOf" srcId="{4419E88B-C80D-4600-9F20-9294D4C7B2B1}" destId="{DF30CCDF-DE9B-4DF9-A99F-24F2C821C467}" srcOrd="0" destOrd="1" presId="urn:microsoft.com/office/officeart/2005/8/layout/list1"/>
    <dgm:cxn modelId="{973AA191-CC91-4683-BE9A-B0FFAD2561B6}" type="presOf" srcId="{D6675641-F049-4A09-879F-F15EE03B1D85}" destId="{7BEF8439-996C-437A-AD35-84BB07BFAE76}" srcOrd="1" destOrd="0" presId="urn:microsoft.com/office/officeart/2005/8/layout/list1"/>
    <dgm:cxn modelId="{375D4092-96F1-482A-9003-3AEC98E0F00D}" type="presOf" srcId="{AB4B7B45-D911-4C75-9820-29F75C786B4B}" destId="{4E398216-ADF0-4DC2-900E-55ED61AA5D3B}" srcOrd="0" destOrd="0" presId="urn:microsoft.com/office/officeart/2005/8/layout/list1"/>
    <dgm:cxn modelId="{9341B8A0-E253-4F88-820C-6A1935C8491A}" type="presOf" srcId="{1352E826-B38E-48E3-83F0-CA82E1B97C11}" destId="{DDE1011D-39BE-4ABB-897A-B498871DC481}" srcOrd="0" destOrd="0" presId="urn:microsoft.com/office/officeart/2005/8/layout/list1"/>
    <dgm:cxn modelId="{056C0AA4-56A9-4F33-998B-E8C2097D9137}" srcId="{AB4B7B45-D911-4C75-9820-29F75C786B4B}" destId="{52C1407B-C637-41F4-87E1-E2D2499F150A}" srcOrd="3" destOrd="0" parTransId="{77E266A4-BA28-4CEB-BD1C-937768801C7A}" sibTransId="{D26223A9-5476-4104-9F26-CBB79BDA16BD}"/>
    <dgm:cxn modelId="{E59820A6-9B18-4854-A378-80B1B558FBC9}" type="presOf" srcId="{1D21462A-71D5-4CCE-8A23-55875CD1C887}" destId="{6B7875E2-0A84-4756-ACEA-BBE0445875DC}" srcOrd="0" destOrd="0" presId="urn:microsoft.com/office/officeart/2005/8/layout/list1"/>
    <dgm:cxn modelId="{E98C74A8-A108-45F4-8F35-5BBAB7C39629}" srcId="{C6984E5F-EA42-4F65-8686-2051090998D8}" destId="{0BE7541F-17FA-4993-82AE-5215497C42B7}" srcOrd="0" destOrd="0" parTransId="{8818929E-5FE5-450F-A488-2D2FBD7945A2}" sibTransId="{34BB0F51-D24B-43B2-A83F-28B5CACAA33E}"/>
    <dgm:cxn modelId="{5AFB05C3-2587-4BA7-B06B-7454FBB17A19}" srcId="{03C0839A-E614-47FB-946B-E4E6B5D0B4D0}" destId="{1D21462A-71D5-4CCE-8A23-55875CD1C887}" srcOrd="0" destOrd="0" parTransId="{8AE7FEFA-F802-4045-ABB9-6B60E3E93B34}" sibTransId="{D72D3684-2B36-4F1C-81EF-1A851461CF9C}"/>
    <dgm:cxn modelId="{A58478C8-BC96-48F1-A536-0712B062FED1}" srcId="{AB4B7B45-D911-4C75-9820-29F75C786B4B}" destId="{720C1433-6F12-4254-944F-F867A0B5A997}" srcOrd="2" destOrd="0" parTransId="{B5CB5049-71E3-4752-9E79-865D03AD0C59}" sibTransId="{1ECF019C-589E-4626-B9FF-F954CF446DD8}"/>
    <dgm:cxn modelId="{009899D7-A191-494E-A416-652C051DD047}" srcId="{03C0839A-E614-47FB-946B-E4E6B5D0B4D0}" destId="{D6675641-F049-4A09-879F-F15EE03B1D85}" srcOrd="2" destOrd="0" parTransId="{605106EE-5A4E-4BC3-AAA2-259F5FEBE9D4}" sibTransId="{BA98C1DD-0278-4F35-924B-02485C4E2093}"/>
    <dgm:cxn modelId="{E1BD3EDA-DEE6-497F-9976-47A06D826E88}" srcId="{AB4B7B45-D911-4C75-9820-29F75C786B4B}" destId="{4419E88B-C80D-4600-9F20-9294D4C7B2B1}" srcOrd="1" destOrd="0" parTransId="{208CAF3C-1FF1-4EA3-817D-B2879776310D}" sibTransId="{5CD89835-DB3F-40C6-8493-1E392D9FD171}"/>
    <dgm:cxn modelId="{A9A689DE-ACDF-4101-9B27-A09E5CC3CFBE}" srcId="{1D21462A-71D5-4CCE-8A23-55875CD1C887}" destId="{1352E826-B38E-48E3-83F0-CA82E1B97C11}" srcOrd="0" destOrd="0" parTransId="{8F302249-AB96-4812-9DF7-7578CB12C983}" sibTransId="{2BCB787B-FBE7-4FAE-B482-42390509A93E}"/>
    <dgm:cxn modelId="{398C20DF-8094-45D1-AEB4-A54238A8F5A3}" srcId="{D6675641-F049-4A09-879F-F15EE03B1D85}" destId="{C6984E5F-EA42-4F65-8686-2051090998D8}" srcOrd="0" destOrd="0" parTransId="{C1FA87BC-DD2F-419D-AFF7-CE2DE676DC05}" sibTransId="{53B3593A-01FD-46B8-9F27-F64D4B57BA34}"/>
    <dgm:cxn modelId="{D13A69EA-451D-4488-BA37-8FD9933DFDFF}" type="presOf" srcId="{52C1407B-C637-41F4-87E1-E2D2499F150A}" destId="{DF30CCDF-DE9B-4DF9-A99F-24F2C821C467}" srcOrd="0" destOrd="3" presId="urn:microsoft.com/office/officeart/2005/8/layout/list1"/>
    <dgm:cxn modelId="{3FE6865D-982C-4FE9-9351-3C53EEC856C6}" type="presParOf" srcId="{38F59508-FE84-40DC-BB85-D8E155D6491C}" destId="{A9559F3A-275E-4ABC-B12F-4AF5D4BC4499}" srcOrd="0" destOrd="0" presId="urn:microsoft.com/office/officeart/2005/8/layout/list1"/>
    <dgm:cxn modelId="{EC27EE61-CEB2-42F6-B754-2FC224E050F2}" type="presParOf" srcId="{A9559F3A-275E-4ABC-B12F-4AF5D4BC4499}" destId="{6B7875E2-0A84-4756-ACEA-BBE0445875DC}" srcOrd="0" destOrd="0" presId="urn:microsoft.com/office/officeart/2005/8/layout/list1"/>
    <dgm:cxn modelId="{EC82EB7B-55C6-4EBA-9171-1E0D69022184}" type="presParOf" srcId="{A9559F3A-275E-4ABC-B12F-4AF5D4BC4499}" destId="{60CA13E2-EA87-4EEC-BA99-117EB6EC08D7}" srcOrd="1" destOrd="0" presId="urn:microsoft.com/office/officeart/2005/8/layout/list1"/>
    <dgm:cxn modelId="{68E82EC9-CFB8-49E3-B709-191F9D39E3A9}" type="presParOf" srcId="{38F59508-FE84-40DC-BB85-D8E155D6491C}" destId="{84B60A83-FBA8-4EDE-BED9-A5E8A16970BA}" srcOrd="1" destOrd="0" presId="urn:microsoft.com/office/officeart/2005/8/layout/list1"/>
    <dgm:cxn modelId="{C6875FF9-3486-46CA-890B-3987BD27DFED}" type="presParOf" srcId="{38F59508-FE84-40DC-BB85-D8E155D6491C}" destId="{DDE1011D-39BE-4ABB-897A-B498871DC481}" srcOrd="2" destOrd="0" presId="urn:microsoft.com/office/officeart/2005/8/layout/list1"/>
    <dgm:cxn modelId="{F3919DD4-333D-4147-BC46-CC85897F7A2F}" type="presParOf" srcId="{38F59508-FE84-40DC-BB85-D8E155D6491C}" destId="{96E727B9-1C2C-403E-92AA-EAD56C92788C}" srcOrd="3" destOrd="0" presId="urn:microsoft.com/office/officeart/2005/8/layout/list1"/>
    <dgm:cxn modelId="{ECDD5285-D9AE-497F-AD63-C1A6E148C360}" type="presParOf" srcId="{38F59508-FE84-40DC-BB85-D8E155D6491C}" destId="{BAF49032-7011-4C06-BF4A-3ECB77AB9A32}" srcOrd="4" destOrd="0" presId="urn:microsoft.com/office/officeart/2005/8/layout/list1"/>
    <dgm:cxn modelId="{789187D8-E077-4B27-AF83-FCB60844BA0B}" type="presParOf" srcId="{BAF49032-7011-4C06-BF4A-3ECB77AB9A32}" destId="{4E398216-ADF0-4DC2-900E-55ED61AA5D3B}" srcOrd="0" destOrd="0" presId="urn:microsoft.com/office/officeart/2005/8/layout/list1"/>
    <dgm:cxn modelId="{9B0168D0-DCE4-454C-A062-F0D27DEB8F0E}" type="presParOf" srcId="{BAF49032-7011-4C06-BF4A-3ECB77AB9A32}" destId="{D5B1BAFE-1636-4BD2-8831-2AAECADE01D8}" srcOrd="1" destOrd="0" presId="urn:microsoft.com/office/officeart/2005/8/layout/list1"/>
    <dgm:cxn modelId="{B0545839-BD2C-4701-92B8-A3EDA1A06BF3}" type="presParOf" srcId="{38F59508-FE84-40DC-BB85-D8E155D6491C}" destId="{8E83A27F-BC64-454C-88B1-81EF7C8C1445}" srcOrd="5" destOrd="0" presId="urn:microsoft.com/office/officeart/2005/8/layout/list1"/>
    <dgm:cxn modelId="{8683AE9D-C310-4845-B207-BE2A37433010}" type="presParOf" srcId="{38F59508-FE84-40DC-BB85-D8E155D6491C}" destId="{DF30CCDF-DE9B-4DF9-A99F-24F2C821C467}" srcOrd="6" destOrd="0" presId="urn:microsoft.com/office/officeart/2005/8/layout/list1"/>
    <dgm:cxn modelId="{C39E5DE6-055F-4D8A-A08F-58A0748A16DB}" type="presParOf" srcId="{38F59508-FE84-40DC-BB85-D8E155D6491C}" destId="{72F93A57-0DFB-44C7-8088-823569BC439C}" srcOrd="7" destOrd="0" presId="urn:microsoft.com/office/officeart/2005/8/layout/list1"/>
    <dgm:cxn modelId="{44C8E426-5EAC-49B6-AED4-48F33FBBF482}" type="presParOf" srcId="{38F59508-FE84-40DC-BB85-D8E155D6491C}" destId="{4B3ACEA5-3D4B-40D5-A6E5-D9DBDABD4420}" srcOrd="8" destOrd="0" presId="urn:microsoft.com/office/officeart/2005/8/layout/list1"/>
    <dgm:cxn modelId="{784FDA3D-5C9D-4D01-8287-12B25E4399B6}" type="presParOf" srcId="{4B3ACEA5-3D4B-40D5-A6E5-D9DBDABD4420}" destId="{C287DBCC-E29E-4F7F-B514-8BA5F68D3330}" srcOrd="0" destOrd="0" presId="urn:microsoft.com/office/officeart/2005/8/layout/list1"/>
    <dgm:cxn modelId="{3F1D8B57-E5A5-44B5-9ADB-C53D4DDA0709}" type="presParOf" srcId="{4B3ACEA5-3D4B-40D5-A6E5-D9DBDABD4420}" destId="{7BEF8439-996C-437A-AD35-84BB07BFAE76}" srcOrd="1" destOrd="0" presId="urn:microsoft.com/office/officeart/2005/8/layout/list1"/>
    <dgm:cxn modelId="{AC6AEF6B-7915-4D1C-BBAE-095D286CD726}" type="presParOf" srcId="{38F59508-FE84-40DC-BB85-D8E155D6491C}" destId="{DA6C0BB2-F35C-4465-A65C-125C786FEEA5}" srcOrd="9" destOrd="0" presId="urn:microsoft.com/office/officeart/2005/8/layout/list1"/>
    <dgm:cxn modelId="{B62B4D66-C82B-4719-A9D8-E725128A6A69}" type="presParOf" srcId="{38F59508-FE84-40DC-BB85-D8E155D6491C}" destId="{65019237-4598-42D5-813D-29B94FF726F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E7458-4FF8-4663-9811-A7F777A356BE}">
      <dsp:nvSpPr>
        <dsp:cNvPr id="0" name=""/>
        <dsp:cNvSpPr/>
      </dsp:nvSpPr>
      <dsp:spPr>
        <a:xfrm rot="5400000">
          <a:off x="5299862" y="-1293876"/>
          <a:ext cx="3079699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kern="1200" dirty="0"/>
            <a:t>Le point .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Correspond à n’importe quel caractère sauf NUL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kern="1200" dirty="0" err="1"/>
            <a:t>Équivalent</a:t>
          </a:r>
          <a:r>
            <a:rPr lang="en-CA" sz="1900" kern="1200" dirty="0"/>
            <a:t> au « ? » </a:t>
          </a:r>
          <a:r>
            <a:rPr lang="en-CA" sz="1900" kern="1200" dirty="0" err="1"/>
            <a:t>en</a:t>
          </a:r>
          <a:r>
            <a:rPr lang="en-CA" sz="1900" kern="1200" dirty="0"/>
            <a:t> glob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Utiliser « \. » pour reconnaître un point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kern="1200" dirty="0"/>
            <a:t>Les crochets []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/>
            <a:t>Listent un choix parmi plusieurs caractères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Protéger crochets du </a:t>
          </a:r>
          <a:r>
            <a:rPr lang="fr-FR" sz="1900" kern="1200" dirty="0" err="1"/>
            <a:t>shell</a:t>
          </a:r>
          <a:r>
            <a:rPr lang="fr-FR" sz="1900" kern="1200" dirty="0"/>
            <a:t> avec guillemets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Circonflexe </a:t>
          </a:r>
          <a:r>
            <a:rPr lang="en-CA" sz="1900" kern="1200" dirty="0"/>
            <a:t>^ </a:t>
          </a:r>
          <a:r>
            <a:rPr lang="fr-FR" sz="1900" kern="1200" dirty="0"/>
            <a:t>indique négation (tout autre caractères)</a:t>
          </a:r>
          <a:endParaRPr lang="en-US" sz="1900" kern="1200" dirty="0"/>
        </a:p>
      </dsp:txBody>
      <dsp:txXfrm rot="-5400000">
        <a:off x="3621024" y="535301"/>
        <a:ext cx="6287037" cy="2779021"/>
      </dsp:txXfrm>
    </dsp:sp>
    <dsp:sp modelId="{F37EC304-7BCB-4B0C-BD0F-0A85C8B23734}">
      <dsp:nvSpPr>
        <dsp:cNvPr id="0" name=""/>
        <dsp:cNvSpPr/>
      </dsp:nvSpPr>
      <dsp:spPr>
        <a:xfrm>
          <a:off x="0" y="0"/>
          <a:ext cx="3621024" cy="384962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700" kern="1200" dirty="0" err="1"/>
            <a:t>Caractères</a:t>
          </a:r>
          <a:r>
            <a:rPr lang="en-CA" sz="4700" kern="1200" dirty="0"/>
            <a:t> </a:t>
          </a:r>
          <a:r>
            <a:rPr lang="en-CA" sz="4700" kern="1200" dirty="0" err="1"/>
            <a:t>spéciaux</a:t>
          </a:r>
          <a:r>
            <a:rPr lang="en-CA" sz="4700" kern="1200" dirty="0"/>
            <a:t>:</a:t>
          </a:r>
          <a:endParaRPr lang="en-US" sz="4700" kern="1200" dirty="0"/>
        </a:p>
      </dsp:txBody>
      <dsp:txXfrm>
        <a:off x="176764" y="176764"/>
        <a:ext cx="3267496" cy="3496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E7458-4FF8-4663-9811-A7F777A356BE}">
      <dsp:nvSpPr>
        <dsp:cNvPr id="0" name=""/>
        <dsp:cNvSpPr/>
      </dsp:nvSpPr>
      <dsp:spPr>
        <a:xfrm rot="5400000">
          <a:off x="5299862" y="-1293876"/>
          <a:ext cx="3079699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/>
            <a:t>L’étoile</a:t>
          </a:r>
          <a:r>
            <a:rPr lang="en-CA" sz="1800" kern="1200" dirty="0"/>
            <a:t> *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Indique une répétition d’un motif 0+ fois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Le </a:t>
          </a:r>
          <a:r>
            <a:rPr lang="en-CA" sz="1800" kern="1200" dirty="0" err="1"/>
            <a:t>circonflexe</a:t>
          </a:r>
          <a:r>
            <a:rPr lang="en-CA" sz="1800" kern="1200" dirty="0"/>
            <a:t> ^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Indique début de chaine ou (ligne)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Le dollar $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Indique fin de chaine ou (ligne)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La </a:t>
          </a:r>
          <a:r>
            <a:rPr lang="en-CA" sz="1800" kern="1200" dirty="0" err="1"/>
            <a:t>contre</a:t>
          </a:r>
          <a:r>
            <a:rPr lang="en-CA" sz="1800" kern="1200" dirty="0"/>
            <a:t>-oblique \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\ rend littéral un caractère spécial et inversement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Tous autres caractères sont littéraux</a:t>
          </a:r>
          <a:endParaRPr lang="en-CA" sz="1800" kern="1200" dirty="0"/>
        </a:p>
      </dsp:txBody>
      <dsp:txXfrm rot="-5400000">
        <a:off x="3621024" y="535301"/>
        <a:ext cx="6287037" cy="2779021"/>
      </dsp:txXfrm>
    </dsp:sp>
    <dsp:sp modelId="{F37EC304-7BCB-4B0C-BD0F-0A85C8B23734}">
      <dsp:nvSpPr>
        <dsp:cNvPr id="0" name=""/>
        <dsp:cNvSpPr/>
      </dsp:nvSpPr>
      <dsp:spPr>
        <a:xfrm>
          <a:off x="0" y="0"/>
          <a:ext cx="3621024" cy="384962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700" kern="1200">
              <a:latin typeface="Avenir Next LT Pro" panose="02020404030301010803"/>
              <a:ea typeface="+mn-ea"/>
              <a:cs typeface="+mn-cs"/>
            </a:rPr>
            <a:t>Caractères spéciaux:</a:t>
          </a:r>
          <a:endParaRPr lang="en-US" sz="4700" kern="1200">
            <a:latin typeface="Avenir Next LT Pro" panose="02020404030301010803"/>
            <a:ea typeface="+mn-ea"/>
            <a:cs typeface="+mn-cs"/>
          </a:endParaRPr>
        </a:p>
      </dsp:txBody>
      <dsp:txXfrm>
        <a:off x="176764" y="176764"/>
        <a:ext cx="3267496" cy="34960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B1751-D8D5-4D2E-AE44-708D28E1815E}">
      <dsp:nvSpPr>
        <dsp:cNvPr id="0" name=""/>
        <dsp:cNvSpPr/>
      </dsp:nvSpPr>
      <dsp:spPr>
        <a:xfrm rot="5400000">
          <a:off x="6469035" y="-2753415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Indique une répétition d’un motif 1+ fois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300" kern="1200" dirty="0"/>
            <a:t>Équivalent à </a:t>
          </a:r>
          <a:r>
            <a:rPr lang="en-GB" sz="1300" kern="1200" dirty="0"/>
            <a:t>{1,}</a:t>
          </a:r>
          <a:endParaRPr lang="en-CA" sz="1300" kern="1200" dirty="0"/>
        </a:p>
      </dsp:txBody>
      <dsp:txXfrm rot="-5400000">
        <a:off x="3621024" y="130786"/>
        <a:ext cx="6401186" cy="668973"/>
      </dsp:txXfrm>
    </dsp:sp>
    <dsp:sp modelId="{95AFD015-4C92-475D-8E83-DA691214F6C7}">
      <dsp:nvSpPr>
        <dsp:cNvPr id="0" name=""/>
        <dsp:cNvSpPr/>
      </dsp:nvSpPr>
      <dsp:spPr>
        <a:xfrm>
          <a:off x="0" y="1926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/>
            <a:t>Le plus +</a:t>
          </a:r>
        </a:p>
      </dsp:txBody>
      <dsp:txXfrm>
        <a:off x="45237" y="47163"/>
        <a:ext cx="3530550" cy="836217"/>
      </dsp:txXfrm>
    </dsp:sp>
    <dsp:sp modelId="{97C446D6-F5A7-4DD4-817B-F0DA8D740952}">
      <dsp:nvSpPr>
        <dsp:cNvPr id="0" name=""/>
        <dsp:cNvSpPr/>
      </dsp:nvSpPr>
      <dsp:spPr>
        <a:xfrm rot="5400000">
          <a:off x="6469035" y="-1780389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Indique que le motif est </a:t>
          </a:r>
          <a:r>
            <a:rPr lang="fr-FR" sz="1300" kern="1200" dirty="0" err="1"/>
            <a:t>pr</a:t>
          </a:r>
          <a:r>
            <a:rPr lang="fr-CA" sz="1300" kern="1200" dirty="0" err="1"/>
            <a:t>ésent</a:t>
          </a:r>
          <a:r>
            <a:rPr lang="fr-CA" sz="1300" kern="1200" dirty="0"/>
            <a:t> 0 ou 1 fois.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300" kern="1200" dirty="0"/>
            <a:t>Équivalent à </a:t>
          </a:r>
          <a:r>
            <a:rPr lang="en-GB" sz="1300" kern="1200" dirty="0"/>
            <a:t>{0,1}</a:t>
          </a:r>
          <a:endParaRPr lang="en-CA" sz="1300" kern="1200" dirty="0"/>
        </a:p>
      </dsp:txBody>
      <dsp:txXfrm rot="-5400000">
        <a:off x="3621024" y="1103812"/>
        <a:ext cx="6401186" cy="668973"/>
      </dsp:txXfrm>
    </dsp:sp>
    <dsp:sp modelId="{85BDEFA7-69DE-443E-A506-9CB189951320}">
      <dsp:nvSpPr>
        <dsp:cNvPr id="0" name=""/>
        <dsp:cNvSpPr/>
      </dsp:nvSpPr>
      <dsp:spPr>
        <a:xfrm>
          <a:off x="0" y="974952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/>
            <a:t>Le point </a:t>
          </a:r>
          <a:r>
            <a:rPr lang="en-CA" sz="2600" kern="1200" dirty="0" err="1"/>
            <a:t>d’interrogation</a:t>
          </a:r>
          <a:r>
            <a:rPr lang="en-CA" sz="2600" kern="1200" dirty="0"/>
            <a:t>, ?</a:t>
          </a:r>
        </a:p>
      </dsp:txBody>
      <dsp:txXfrm>
        <a:off x="45237" y="1020189"/>
        <a:ext cx="3530550" cy="836217"/>
      </dsp:txXfrm>
    </dsp:sp>
    <dsp:sp modelId="{9FEB5D09-6E09-4D0D-AA82-06216F486124}">
      <dsp:nvSpPr>
        <dsp:cNvPr id="0" name=""/>
        <dsp:cNvSpPr/>
      </dsp:nvSpPr>
      <dsp:spPr>
        <a:xfrm rot="5400000">
          <a:off x="6469035" y="-787042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Indique le nombre précis d’occurrences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/>
            <a:t>{n} </a:t>
          </a:r>
          <a:r>
            <a:rPr lang="en-CA" sz="1300" kern="1200" dirty="0" err="1"/>
            <a:t>ou</a:t>
          </a:r>
          <a:r>
            <a:rPr lang="en-CA" sz="1300" kern="1200" dirty="0"/>
            <a:t> {</a:t>
          </a:r>
          <a:r>
            <a:rPr lang="en-CA" sz="1300" kern="1200" dirty="0" err="1"/>
            <a:t>n,m</a:t>
          </a:r>
          <a:r>
            <a:rPr lang="en-CA" sz="1300" kern="1200" dirty="0"/>
            <a:t>} </a:t>
          </a:r>
          <a:r>
            <a:rPr lang="en-CA" sz="1300" kern="1200" dirty="0" err="1"/>
            <a:t>ou</a:t>
          </a:r>
          <a:r>
            <a:rPr lang="en-CA" sz="1300" kern="1200" dirty="0"/>
            <a:t> {n,} </a:t>
          </a:r>
          <a:r>
            <a:rPr lang="en-CA" sz="1300" kern="1200" dirty="0" err="1"/>
            <a:t>ou</a:t>
          </a:r>
          <a:r>
            <a:rPr lang="en-CA" sz="1300" kern="1200" dirty="0"/>
            <a:t> {,m}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 err="1"/>
            <a:t>Peut</a:t>
          </a:r>
          <a:r>
            <a:rPr lang="en-CA" sz="1300" kern="1200" dirty="0"/>
            <a:t> </a:t>
          </a:r>
          <a:r>
            <a:rPr lang="fr-CA" sz="1300" kern="1200" dirty="0"/>
            <a:t>être utilisé en BRE avec </a:t>
          </a:r>
          <a:r>
            <a:rPr lang="en-CA" sz="1300" kern="1200" dirty="0"/>
            <a:t>\ : \{\}</a:t>
          </a:r>
        </a:p>
      </dsp:txBody>
      <dsp:txXfrm rot="-5400000">
        <a:off x="3621024" y="2097159"/>
        <a:ext cx="6401186" cy="668973"/>
      </dsp:txXfrm>
    </dsp:sp>
    <dsp:sp modelId="{6DDDA319-4329-4266-92BC-39B6DCF9A43A}">
      <dsp:nvSpPr>
        <dsp:cNvPr id="0" name=""/>
        <dsp:cNvSpPr/>
      </dsp:nvSpPr>
      <dsp:spPr>
        <a:xfrm>
          <a:off x="0" y="1947979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/>
            <a:t>Accolades, {}</a:t>
          </a:r>
        </a:p>
      </dsp:txBody>
      <dsp:txXfrm>
        <a:off x="45237" y="1993216"/>
        <a:ext cx="3530550" cy="836217"/>
      </dsp:txXfrm>
    </dsp:sp>
    <dsp:sp modelId="{B140E950-C32F-4E0B-8EAC-2542367567A1}">
      <dsp:nvSpPr>
        <dsp:cNvPr id="0" name=""/>
        <dsp:cNvSpPr/>
      </dsp:nvSpPr>
      <dsp:spPr>
        <a:xfrm rot="5400000">
          <a:off x="6469035" y="165663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Groupes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 err="1"/>
            <a:t>Peut</a:t>
          </a:r>
          <a:r>
            <a:rPr lang="en-CA" sz="1300" kern="1200" dirty="0"/>
            <a:t> </a:t>
          </a:r>
          <a:r>
            <a:rPr lang="fr-CA" sz="1300" kern="1200" dirty="0"/>
            <a:t>être utilisé en BRE avec </a:t>
          </a:r>
          <a:r>
            <a:rPr lang="en-CA" sz="1300" kern="1200" dirty="0"/>
            <a:t>\ : \(\)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300" kern="1200" dirty="0"/>
            <a:t>Peut être utilisé pour faire du </a:t>
          </a:r>
          <a:r>
            <a:rPr lang="fr-CA" sz="1300" kern="1200" dirty="0" err="1"/>
            <a:t>backref</a:t>
          </a:r>
          <a:r>
            <a:rPr lang="fr-CA" sz="1300" kern="1200" dirty="0"/>
            <a:t>: </a:t>
          </a:r>
          <a:r>
            <a:rPr lang="en-CA" sz="1300" kern="1200" dirty="0"/>
            <a:t>‘(…)(..)\1\2’</a:t>
          </a:r>
        </a:p>
      </dsp:txBody>
      <dsp:txXfrm rot="-5400000">
        <a:off x="3621024" y="3049864"/>
        <a:ext cx="6401186" cy="668973"/>
      </dsp:txXfrm>
    </dsp:sp>
    <dsp:sp modelId="{AAF7E691-40F8-48C8-8340-C892122B7F22}">
      <dsp:nvSpPr>
        <dsp:cNvPr id="0" name=""/>
        <dsp:cNvSpPr/>
      </dsp:nvSpPr>
      <dsp:spPr>
        <a:xfrm>
          <a:off x="0" y="2921005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 err="1"/>
            <a:t>Parenth</a:t>
          </a:r>
          <a:r>
            <a:rPr lang="fr-CA" sz="2600" kern="1200" dirty="0" err="1"/>
            <a:t>èses</a:t>
          </a:r>
          <a:endParaRPr lang="en-CA" sz="2600" kern="1200" dirty="0"/>
        </a:p>
      </dsp:txBody>
      <dsp:txXfrm>
        <a:off x="45237" y="2966242"/>
        <a:ext cx="3530550" cy="8362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BE6DE-98E5-4D3F-A4F0-1B412A186F6D}">
      <dsp:nvSpPr>
        <dsp:cNvPr id="0" name=""/>
        <dsp:cNvSpPr/>
      </dsp:nvSpPr>
      <dsp:spPr>
        <a:xfrm>
          <a:off x="979832" y="766467"/>
          <a:ext cx="1049835" cy="104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0493D-A19E-4828-9EE7-A7248BEEFD72}">
      <dsp:nvSpPr>
        <dsp:cNvPr id="0" name=""/>
        <dsp:cNvSpPr/>
      </dsp:nvSpPr>
      <dsp:spPr>
        <a:xfrm>
          <a:off x="4985" y="1910588"/>
          <a:ext cx="2999531" cy="590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/>
            <a:t>Classe de caractères</a:t>
          </a:r>
          <a:endParaRPr lang="en-US" sz="1400" kern="1200"/>
        </a:p>
      </dsp:txBody>
      <dsp:txXfrm>
        <a:off x="4985" y="1910588"/>
        <a:ext cx="2999531" cy="590532"/>
      </dsp:txXfrm>
    </dsp:sp>
    <dsp:sp modelId="{7B0FA195-BF49-401B-8003-A072CC69585E}">
      <dsp:nvSpPr>
        <dsp:cNvPr id="0" name=""/>
        <dsp:cNvSpPr/>
      </dsp:nvSpPr>
      <dsp:spPr>
        <a:xfrm>
          <a:off x="4985" y="2544974"/>
          <a:ext cx="2999531" cy="414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[:class:]</a:t>
          </a:r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Ex: lower, upper, digit, alpha, </a:t>
          </a:r>
          <a:r>
            <a:rPr lang="en-US" sz="1100" kern="1200" dirty="0" err="1"/>
            <a:t>etc</a:t>
          </a:r>
          <a:endParaRPr lang="en-US" sz="1100" kern="1200" dirty="0"/>
        </a:p>
      </dsp:txBody>
      <dsp:txXfrm>
        <a:off x="4985" y="2544974"/>
        <a:ext cx="2999531" cy="414169"/>
      </dsp:txXfrm>
    </dsp:sp>
    <dsp:sp modelId="{022F78EC-FC30-4069-81DD-75ACAC0B9415}">
      <dsp:nvSpPr>
        <dsp:cNvPr id="0" name=""/>
        <dsp:cNvSpPr/>
      </dsp:nvSpPr>
      <dsp:spPr>
        <a:xfrm>
          <a:off x="4504282" y="686705"/>
          <a:ext cx="1049835" cy="104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7DC51-F8E8-484D-A658-6A5E6ED2E03F}">
      <dsp:nvSpPr>
        <dsp:cNvPr id="0" name=""/>
        <dsp:cNvSpPr/>
      </dsp:nvSpPr>
      <dsp:spPr>
        <a:xfrm>
          <a:off x="3529434" y="1837686"/>
          <a:ext cx="2999531" cy="590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/>
            <a:t>Classes d’équivalences</a:t>
          </a:r>
          <a:endParaRPr lang="en-US" sz="1400" kern="1200"/>
        </a:p>
      </dsp:txBody>
      <dsp:txXfrm>
        <a:off x="3529434" y="1837686"/>
        <a:ext cx="2999531" cy="590532"/>
      </dsp:txXfrm>
    </dsp:sp>
    <dsp:sp modelId="{2155A432-082E-4685-A1D2-DDBC9AA61C84}">
      <dsp:nvSpPr>
        <dsp:cNvPr id="0" name=""/>
        <dsp:cNvSpPr/>
      </dsp:nvSpPr>
      <dsp:spPr>
        <a:xfrm>
          <a:off x="3529434" y="2475262"/>
          <a:ext cx="2999531" cy="563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[=e=] : classe d’équivalence du caractère e</a:t>
          </a:r>
          <a:endParaRPr lang="en-US" sz="1100" kern="1200" dirty="0"/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100" kern="1200"/>
            <a:t>inclut eéèêë</a:t>
          </a:r>
          <a:endParaRPr lang="en-US" sz="1100" kern="1200"/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GREP: [[=e=]]</a:t>
          </a:r>
        </a:p>
      </dsp:txBody>
      <dsp:txXfrm>
        <a:off x="3529434" y="2475262"/>
        <a:ext cx="2999531" cy="563643"/>
      </dsp:txXfrm>
    </dsp:sp>
    <dsp:sp modelId="{2CC68DA5-05D0-4F37-94FB-AE7F2AB93A27}">
      <dsp:nvSpPr>
        <dsp:cNvPr id="0" name=""/>
        <dsp:cNvSpPr/>
      </dsp:nvSpPr>
      <dsp:spPr>
        <a:xfrm>
          <a:off x="8028731" y="686705"/>
          <a:ext cx="1049835" cy="104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7F65-A1D0-47FC-8633-56A2A569F58B}">
      <dsp:nvSpPr>
        <dsp:cNvPr id="0" name=""/>
        <dsp:cNvSpPr/>
      </dsp:nvSpPr>
      <dsp:spPr>
        <a:xfrm>
          <a:off x="7053883" y="1837686"/>
          <a:ext cx="2999531" cy="590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1400" kern="1200" dirty="0"/>
            <a:t>Voir Notes de Cours (</a:t>
          </a:r>
          <a:r>
            <a:rPr lang="en-CA" sz="1400" kern="1200" dirty="0" err="1">
              <a:hlinkClick xmlns:r="http://schemas.openxmlformats.org/officeDocument/2006/relationships" r:id="rId7"/>
            </a:rPr>
            <a:t>Chapitre</a:t>
          </a:r>
          <a:r>
            <a:rPr lang="en-CA" sz="1400" kern="1200" dirty="0">
              <a:hlinkClick xmlns:r="http://schemas.openxmlformats.org/officeDocument/2006/relationships" r:id="rId7"/>
            </a:rPr>
            <a:t> 4: Expressions </a:t>
          </a:r>
          <a:r>
            <a:rPr lang="en-CA" sz="1400" kern="1200" dirty="0" err="1">
              <a:hlinkClick xmlns:r="http://schemas.openxmlformats.org/officeDocument/2006/relationships" r:id="rId7"/>
            </a:rPr>
            <a:t>régulières</a:t>
          </a:r>
          <a:r>
            <a:rPr lang="en-CA" sz="1400" kern="1200" dirty="0"/>
            <a:t>) pour plus de </a:t>
          </a:r>
          <a:r>
            <a:rPr lang="en-CA" sz="1400" kern="1200" dirty="0" err="1"/>
            <a:t>détail</a:t>
          </a:r>
          <a:endParaRPr lang="en-US" sz="1400" kern="1200" dirty="0"/>
        </a:p>
      </dsp:txBody>
      <dsp:txXfrm>
        <a:off x="7053883" y="1837686"/>
        <a:ext cx="2999531" cy="590532"/>
      </dsp:txXfrm>
    </dsp:sp>
    <dsp:sp modelId="{55A0AB0B-C9FA-410A-9684-C932C022066A}">
      <dsp:nvSpPr>
        <dsp:cNvPr id="0" name=""/>
        <dsp:cNvSpPr/>
      </dsp:nvSpPr>
      <dsp:spPr>
        <a:xfrm>
          <a:off x="7053883" y="2475262"/>
          <a:ext cx="2999531" cy="563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1011D-39BE-4ABB-897A-B498871DC481}">
      <dsp:nvSpPr>
        <dsp:cNvPr id="0" name=""/>
        <dsp:cNvSpPr/>
      </dsp:nvSpPr>
      <dsp:spPr>
        <a:xfrm>
          <a:off x="0" y="528393"/>
          <a:ext cx="5906181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74904" rIns="458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grep [options] ‘motif’ </a:t>
          </a:r>
          <a:r>
            <a:rPr lang="en-CA" sz="1800" kern="1200" dirty="0" err="1"/>
            <a:t>fichier</a:t>
          </a:r>
          <a:endParaRPr lang="en-US" sz="1800" kern="1200" dirty="0"/>
        </a:p>
      </dsp:txBody>
      <dsp:txXfrm>
        <a:off x="0" y="528393"/>
        <a:ext cx="5906181" cy="765450"/>
      </dsp:txXfrm>
    </dsp:sp>
    <dsp:sp modelId="{60CA13E2-EA87-4EEC-BA99-117EB6EC08D7}">
      <dsp:nvSpPr>
        <dsp:cNvPr id="0" name=""/>
        <dsp:cNvSpPr/>
      </dsp:nvSpPr>
      <dsp:spPr>
        <a:xfrm>
          <a:off x="295309" y="262713"/>
          <a:ext cx="4134326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Syntaxe:</a:t>
          </a:r>
          <a:endParaRPr lang="en-US" sz="1800" kern="1200" dirty="0"/>
        </a:p>
      </dsp:txBody>
      <dsp:txXfrm>
        <a:off x="321248" y="288652"/>
        <a:ext cx="4082448" cy="479482"/>
      </dsp:txXfrm>
    </dsp:sp>
    <dsp:sp modelId="{DF30CCDF-DE9B-4DF9-A99F-24F2C821C467}">
      <dsp:nvSpPr>
        <dsp:cNvPr id="0" name=""/>
        <dsp:cNvSpPr/>
      </dsp:nvSpPr>
      <dsp:spPr>
        <a:xfrm>
          <a:off x="0" y="1656723"/>
          <a:ext cx="5906181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74904" rIns="458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-o: Affiche seulement les correspondances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-E: </a:t>
          </a:r>
          <a:r>
            <a:rPr lang="fr-FR" sz="1800" kern="1200"/>
            <a:t>Active les expressions régulières étendues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-i: Insensible à la casse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-v: Exclure/Invertire les correspondances</a:t>
          </a:r>
          <a:endParaRPr lang="en-US" sz="1800" kern="1200"/>
        </a:p>
      </dsp:txBody>
      <dsp:txXfrm>
        <a:off x="0" y="1656723"/>
        <a:ext cx="5906181" cy="1644300"/>
      </dsp:txXfrm>
    </dsp:sp>
    <dsp:sp modelId="{D5B1BAFE-1636-4BD2-8831-2AAECADE01D8}">
      <dsp:nvSpPr>
        <dsp:cNvPr id="0" name=""/>
        <dsp:cNvSpPr/>
      </dsp:nvSpPr>
      <dsp:spPr>
        <a:xfrm>
          <a:off x="295309" y="1391043"/>
          <a:ext cx="4134326" cy="53136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Options utiles:</a:t>
          </a:r>
          <a:endParaRPr lang="en-US" sz="1800" kern="1200"/>
        </a:p>
      </dsp:txBody>
      <dsp:txXfrm>
        <a:off x="321248" y="1416982"/>
        <a:ext cx="4082448" cy="479482"/>
      </dsp:txXfrm>
    </dsp:sp>
    <dsp:sp modelId="{65019237-4598-42D5-813D-29B94FF726F4}">
      <dsp:nvSpPr>
        <dsp:cNvPr id="0" name=""/>
        <dsp:cNvSpPr/>
      </dsp:nvSpPr>
      <dsp:spPr>
        <a:xfrm>
          <a:off x="0" y="3663904"/>
          <a:ext cx="5906181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74904" rIns="458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dirty="0"/>
            <a:t>Utiliser –e ou –E pour rechercher plusieurs motifs: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/>
            <a:t> </a:t>
          </a:r>
          <a:r>
            <a:rPr lang="it-IT" sz="1800" kern="1200" dirty="0"/>
            <a:t>grep -e 'motif1' -e 'motif2' fichier</a:t>
          </a:r>
          <a:endParaRPr lang="en-US" sz="1800" kern="1200" dirty="0"/>
        </a:p>
      </dsp:txBody>
      <dsp:txXfrm>
        <a:off x="0" y="3663904"/>
        <a:ext cx="5906181" cy="1304100"/>
      </dsp:txXfrm>
    </dsp:sp>
    <dsp:sp modelId="{7BEF8439-996C-437A-AD35-84BB07BFAE76}">
      <dsp:nvSpPr>
        <dsp:cNvPr id="0" name=""/>
        <dsp:cNvSpPr/>
      </dsp:nvSpPr>
      <dsp:spPr>
        <a:xfrm>
          <a:off x="295309" y="3398224"/>
          <a:ext cx="4134326" cy="53136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Utilisation avanc</a:t>
          </a:r>
          <a:r>
            <a:rPr lang="fr-CA" sz="1800" kern="1200"/>
            <a:t>ée:</a:t>
          </a:r>
          <a:endParaRPr lang="en-US" sz="1800" kern="1200"/>
        </a:p>
      </dsp:txBody>
      <dsp:txXfrm>
        <a:off x="321248" y="3424163"/>
        <a:ext cx="4082448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30932-5710-47D1-A725-141F1B1177AC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BF3DE-E24A-481F-B572-210C5D76A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160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BF3DE-E24A-481F-B572-210C5D76AC5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288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-1"/>
            <a:ext cx="12192000" cy="30860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3C0C18-3CFA-482C-8E5E-2A541D4A1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68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446" y="5359155"/>
            <a:ext cx="5074268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446" y="3429001"/>
            <a:ext cx="10873179" cy="1753090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692765-6536-09AA-A0BF-2358E9E5BE5F}"/>
              </a:ext>
            </a:extLst>
          </p:cNvPr>
          <p:cNvCxnSpPr/>
          <p:nvPr userDrawn="1"/>
        </p:nvCxnSpPr>
        <p:spPr>
          <a:xfrm>
            <a:off x="587375" y="3429000"/>
            <a:ext cx="0" cy="1753091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9350" y="5359155"/>
            <a:ext cx="5375274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CAE9F-16AE-335B-D01B-39C3752803F0}"/>
              </a:ext>
            </a:extLst>
          </p:cNvPr>
          <p:cNvSpPr/>
          <p:nvPr userDrawn="1"/>
        </p:nvSpPr>
        <p:spPr>
          <a:xfrm rot="5400000">
            <a:off x="6037262" y="2074784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473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0"/>
            <a:ext cx="12192000" cy="6235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446" y="4614945"/>
            <a:ext cx="5074268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446" y="1628775"/>
            <a:ext cx="10873179" cy="2468025"/>
          </a:xfrm>
        </p:spPr>
        <p:txBody>
          <a:bodyPr anchor="ctr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9350" y="4614945"/>
            <a:ext cx="5375274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346FEE9-501A-3130-038F-1856FF3A6460}"/>
              </a:ext>
            </a:extLst>
          </p:cNvPr>
          <p:cNvCxnSpPr>
            <a:cxnSpLocks/>
          </p:cNvCxnSpPr>
          <p:nvPr userDrawn="1"/>
        </p:nvCxnSpPr>
        <p:spPr>
          <a:xfrm>
            <a:off x="587375" y="2194987"/>
            <a:ext cx="0" cy="133560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311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0"/>
            <a:ext cx="12192000" cy="41905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446" y="4614945"/>
            <a:ext cx="5074268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446" y="584204"/>
            <a:ext cx="10873179" cy="306446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9350" y="4614945"/>
            <a:ext cx="5375274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CAE9F-16AE-335B-D01B-39C3752803F0}"/>
              </a:ext>
            </a:extLst>
          </p:cNvPr>
          <p:cNvSpPr/>
          <p:nvPr userDrawn="1"/>
        </p:nvSpPr>
        <p:spPr>
          <a:xfrm rot="5400000">
            <a:off x="6037262" y="329678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701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4079875" y="-1"/>
            <a:ext cx="8112125" cy="62356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6" name="Picture Placeholder 11">
            <a:extLst>
              <a:ext uri="{FF2B5EF4-FFF2-40B4-BE49-F238E27FC236}">
                <a16:creationId xmlns:a16="http://schemas.microsoft.com/office/drawing/2014/main" id="{A8355845-DE26-7198-B2CF-7868C1CEAA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676" y="1117600"/>
            <a:ext cx="5271689" cy="462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60742" y="3821174"/>
            <a:ext cx="5043883" cy="32352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743" y="1485900"/>
            <a:ext cx="5043882" cy="1943100"/>
          </a:xfrm>
        </p:spPr>
        <p:txBody>
          <a:bodyPr anchor="b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1C7500-A827-04B9-B0EF-2DBB9A14BDDD}"/>
              </a:ext>
            </a:extLst>
          </p:cNvPr>
          <p:cNvCxnSpPr>
            <a:cxnSpLocks/>
          </p:cNvCxnSpPr>
          <p:nvPr userDrawn="1"/>
        </p:nvCxnSpPr>
        <p:spPr>
          <a:xfrm>
            <a:off x="6416675" y="1485900"/>
            <a:ext cx="0" cy="194103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6A68FF5-D245-3670-D1FD-1CBCD14BC34E}"/>
              </a:ext>
            </a:extLst>
          </p:cNvPr>
          <p:cNvSpPr/>
          <p:nvPr userDrawn="1"/>
        </p:nvSpPr>
        <p:spPr>
          <a:xfrm rot="10800000">
            <a:off x="584200" y="247650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38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587375" y="1622423"/>
            <a:ext cx="11604625" cy="3613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17613" y="4640352"/>
            <a:ext cx="10387012" cy="32352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2456418"/>
            <a:ext cx="10387012" cy="194310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1C7500-A827-04B9-B0EF-2DBB9A14BDDD}"/>
              </a:ext>
            </a:extLst>
          </p:cNvPr>
          <p:cNvCxnSpPr>
            <a:cxnSpLocks/>
          </p:cNvCxnSpPr>
          <p:nvPr userDrawn="1"/>
        </p:nvCxnSpPr>
        <p:spPr>
          <a:xfrm>
            <a:off x="1063625" y="2457450"/>
            <a:ext cx="0" cy="194103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226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587376" y="1622423"/>
            <a:ext cx="11017250" cy="3613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03288" y="4478427"/>
            <a:ext cx="10387012" cy="32352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288" y="2294493"/>
            <a:ext cx="10387012" cy="194310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6A6EF3-CA9F-A84F-60F9-29E0269F7913}"/>
              </a:ext>
            </a:extLst>
          </p:cNvPr>
          <p:cNvSpPr/>
          <p:nvPr userDrawn="1"/>
        </p:nvSpPr>
        <p:spPr>
          <a:xfrm rot="5400000">
            <a:off x="6037262" y="4344757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7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3C14A-F91E-E368-53F3-9FC8BF33B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6350" y="10337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0" y="-1"/>
            <a:ext cx="5086349" cy="62356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33585" y="1033780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2343150"/>
            <a:ext cx="3564332" cy="217170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2761200"/>
            <a:ext cx="0" cy="133560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11B2AFA-044A-C36C-021E-F07CB653D8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86350" y="164846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78C0ED6-4AAA-EFB9-FCD1-E8A57F469F1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233585" y="1648461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7561A31-0F6B-EC29-74AA-F136A20142E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86350" y="2263142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C3894D-D32B-CD32-7B1E-F2C516B79D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233585" y="2263142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5A56C3A-206F-EAD8-B5FC-BF3EA74970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86350" y="287782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E7964B58-8A41-D8B1-8EDB-58FCBE0AF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233585" y="2877823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DF3D4D0D-CC8E-E97F-3260-BD47F04F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86350" y="3492504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57EA9763-E16A-0112-AE6E-C8032ACF532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233585" y="3492504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0030960-DEAA-31E8-F93C-19C0F3B1119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86350" y="4107185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35EAFCE-8F0D-D52C-3CCA-E88FAB2D578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233585" y="4107185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B6646DC-ED17-C9B8-7BAC-C865F485315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86350" y="4721866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4D3773C6-9E41-7F11-9C11-83020A87CE2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3585" y="4721866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FEBD0ED-9E29-AAE1-53AD-36C907E671F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86350" y="533654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69CBBE2-6FC6-E558-760E-5D918AD813E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233585" y="5336547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93245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60035A9-FF24-F5AF-5182-A3914CCC1030}"/>
              </a:ext>
            </a:extLst>
          </p:cNvPr>
          <p:cNvGrpSpPr/>
          <p:nvPr userDrawn="1"/>
        </p:nvGrpSpPr>
        <p:grpSpPr>
          <a:xfrm flipV="1">
            <a:off x="587375" y="3782853"/>
            <a:ext cx="11017250" cy="2452846"/>
            <a:chOff x="587375" y="3782853"/>
            <a:chExt cx="11017250" cy="245284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41AC7B-FDFF-B7EA-80AB-81299E4C8A1B}"/>
                </a:ext>
              </a:extLst>
            </p:cNvPr>
            <p:cNvSpPr/>
            <p:nvPr userDrawn="1"/>
          </p:nvSpPr>
          <p:spPr>
            <a:xfrm>
              <a:off x="587375" y="3782853"/>
              <a:ext cx="11017250" cy="245284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278148-A0BB-C425-A419-556F60508034}"/>
                </a:ext>
              </a:extLst>
            </p:cNvPr>
            <p:cNvSpPr/>
            <p:nvPr userDrawn="1"/>
          </p:nvSpPr>
          <p:spPr>
            <a:xfrm rot="5400000">
              <a:off x="6037262" y="5224463"/>
              <a:ext cx="117475" cy="19049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3C14A-F91E-E368-53F3-9FC8BF33B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6350" y="86382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0" y="584200"/>
            <a:ext cx="5086349" cy="284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33585" y="863820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920750"/>
            <a:ext cx="3680533" cy="217170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1338800"/>
            <a:ext cx="0" cy="133560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11B2AFA-044A-C36C-021E-F07CB653D8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86350" y="147850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78C0ED6-4AAA-EFB9-FCD1-E8A57F469F1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233585" y="1478501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7561A31-0F6B-EC29-74AA-F136A20142E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86350" y="2093182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C3894D-D32B-CD32-7B1E-F2C516B79D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233585" y="2093182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5A56C3A-206F-EAD8-B5FC-BF3EA74970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86350" y="270786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E7964B58-8A41-D8B1-8EDB-58FCBE0AF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233585" y="2707863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7FEAEC78-CBED-438F-1CFE-067AC96B97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850" y="3900328"/>
            <a:ext cx="10782300" cy="2333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10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50544" y="2164935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97779" y="2098895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4079876" y="593363"/>
            <a:ext cx="8112124" cy="1302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7779" y="696887"/>
            <a:ext cx="7206841" cy="1095064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4253711" y="696887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0544" y="299550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397779" y="2929463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50544" y="382607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397779" y="3760031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50544" y="4656639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397779" y="4590599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50544" y="548720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97779" y="5421167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29C0E-E389-C3AB-7738-A08CB4F74F41}"/>
              </a:ext>
            </a:extLst>
          </p:cNvPr>
          <p:cNvSpPr/>
          <p:nvPr userDrawn="1"/>
        </p:nvSpPr>
        <p:spPr>
          <a:xfrm>
            <a:off x="-1" y="584199"/>
            <a:ext cx="3663165" cy="54440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Picture Placeholder 11">
            <a:extLst>
              <a:ext uri="{FF2B5EF4-FFF2-40B4-BE49-F238E27FC236}">
                <a16:creationId xmlns:a16="http://schemas.microsoft.com/office/drawing/2014/main" id="{9B208A22-0813-6CAE-ECAB-29C5A41BE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701649"/>
            <a:ext cx="3545689" cy="52091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DA9EEE-E688-859F-C090-FAA63706DA41}"/>
              </a:ext>
            </a:extLst>
          </p:cNvPr>
          <p:cNvSpPr/>
          <p:nvPr userDrawn="1"/>
        </p:nvSpPr>
        <p:spPr>
          <a:xfrm>
            <a:off x="3545689" y="247650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58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5278" y="209085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052513" y="2024817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593363"/>
            <a:ext cx="11604625" cy="10669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278" y="678193"/>
            <a:ext cx="10699347" cy="897319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761210" y="678193"/>
            <a:ext cx="0" cy="897319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5278" y="2921425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52513" y="2855385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05278" y="375199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52513" y="3685953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5278" y="458256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52513" y="4516521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5278" y="5413129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52513" y="5347089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088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7375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840434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093493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46553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599613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>
            <a:off x="155773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>
            <a:off x="381079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>
            <a:off x="606385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>
            <a:off x="831691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 rot="5400000">
            <a:off x="10569972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A916C-63A0-466A-BC69-A6BB9AE2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C06518-9E58-A831-AE4A-4EECA507A2D8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74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0" y="145208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2567262"/>
            <a:ext cx="5330824" cy="1718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2703930"/>
            <a:ext cx="4425950" cy="1445652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5196888" y="2879224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17F8224B-2972-D6CA-7891-5E3A39916B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50977" y="132651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Website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0150F3D9-C5BA-2CF3-577A-20D417C84D5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50977" y="172203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CDB50DB-14FB-8EC2-BBF8-9D39B761BA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0" y="260927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A3C8A60E-A492-680C-9A67-071F63EDE37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50977" y="248370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Email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54189725-F503-3346-0B77-4175202475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250977" y="287922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6A7119A9-F6C1-3E78-A7B8-7A4695A37DF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0" y="376646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0ECAA7E2-DF4B-A5D2-BE65-C795750AE42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50977" y="364089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Phone Number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FFF608BC-B1D4-AD27-2B53-0F088AECCDB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250977" y="403641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A8469B-66C0-388B-FF13-7E8091A3F5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096000" y="492365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D2474B70-73D5-F138-81CA-B06F430971D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50977" y="479808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Location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A4A35D17-0A9F-3774-435D-AEBADBA749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250977" y="519360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1572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76999" y="1326515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2567262"/>
            <a:ext cx="5330824" cy="1718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2703930"/>
            <a:ext cx="4425950" cy="1445652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5196888" y="2879224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667C09D-F5FE-C8BE-C254-35A6F3EC9B4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76999" y="2520907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313C270-1389-4400-B626-0F91E48EF99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476999" y="3715299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A68D81B6-7EAF-9410-F2E1-FEE807D73D1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476999" y="4909691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B374301-5977-9039-ACCF-24F94B55243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39091" y="1373136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89560EE-D986-44EE-9C19-CCA4ED43D78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40400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236B62B-08A6-31D4-74E0-38DBCD97515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825911" y="3788793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58D81A-543B-F585-166D-59207A4463A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983355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78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2777944"/>
            <a:ext cx="11604625" cy="1302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278" y="2881468"/>
            <a:ext cx="10699347" cy="1095064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761210" y="2881468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05279" y="4334413"/>
            <a:ext cx="10699346" cy="60706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80772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2589122"/>
            <a:ext cx="11604625" cy="16797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6351" y="2881468"/>
            <a:ext cx="6290310" cy="1095064"/>
          </a:xfrm>
        </p:spPr>
        <p:txBody>
          <a:bodyPr anchor="ctr">
            <a:no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2881468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86351" y="4523235"/>
            <a:ext cx="6290310" cy="60706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A87B1F-C374-0AA4-8837-F11E40D41CD1}"/>
              </a:ext>
            </a:extLst>
          </p:cNvPr>
          <p:cNvGrpSpPr/>
          <p:nvPr userDrawn="1"/>
        </p:nvGrpSpPr>
        <p:grpSpPr>
          <a:xfrm flipH="1">
            <a:off x="0" y="844550"/>
            <a:ext cx="4079875" cy="5168484"/>
            <a:chOff x="6400798" y="844550"/>
            <a:chExt cx="4079875" cy="51684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087849-DB30-8735-4D8D-E3C4C2B69C6B}"/>
                </a:ext>
              </a:extLst>
            </p:cNvPr>
            <p:cNvSpPr/>
            <p:nvPr userDrawn="1"/>
          </p:nvSpPr>
          <p:spPr>
            <a:xfrm flipH="1">
              <a:off x="6400798" y="844550"/>
              <a:ext cx="4079875" cy="51684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74C08B-82F0-D164-74FB-1E8FD06685E0}"/>
                </a:ext>
              </a:extLst>
            </p:cNvPr>
            <p:cNvSpPr/>
            <p:nvPr userDrawn="1"/>
          </p:nvSpPr>
          <p:spPr>
            <a:xfrm flipH="1">
              <a:off x="6400798" y="2476501"/>
              <a:ext cx="117475" cy="19049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D6DFE2-5D18-6526-6D2C-830832BEFE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62026"/>
            <a:ext cx="3962400" cy="4933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0280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2589122"/>
            <a:ext cx="11017251" cy="16797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860" y="2881468"/>
            <a:ext cx="10591801" cy="1095064"/>
          </a:xfrm>
        </p:spPr>
        <p:txBody>
          <a:bodyPr anchor="ctr">
            <a:no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15339" y="4334413"/>
            <a:ext cx="10561322" cy="60706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6139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A9602D4-D75A-D7F4-FFCF-22F1F764C7A2}"/>
              </a:ext>
            </a:extLst>
          </p:cNvPr>
          <p:cNvSpPr/>
          <p:nvPr userDrawn="1"/>
        </p:nvSpPr>
        <p:spPr>
          <a:xfrm>
            <a:off x="587375" y="0"/>
            <a:ext cx="11017250" cy="24528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1442" y="3821174"/>
            <a:ext cx="10873177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1442" y="4216693"/>
            <a:ext cx="10873177" cy="173452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2659380"/>
            <a:ext cx="10873182" cy="76962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850" y="0"/>
            <a:ext cx="10782300" cy="2333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2659380"/>
            <a:ext cx="0" cy="767556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AC1303-0EC3-5E1E-D38D-9DAA61834E0B}"/>
              </a:ext>
            </a:extLst>
          </p:cNvPr>
          <p:cNvSpPr/>
          <p:nvPr userDrawn="1"/>
        </p:nvSpPr>
        <p:spPr>
          <a:xfrm rot="5400000">
            <a:off x="6037262" y="1441610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762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6400798" y="844550"/>
            <a:ext cx="5791201" cy="51684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1443" y="2573973"/>
            <a:ext cx="5364558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1443" y="3256377"/>
            <a:ext cx="5364558" cy="275665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844965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8274" y="962026"/>
            <a:ext cx="5673726" cy="4933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28576-5150-CD3D-CA2F-222FFB2D228B}"/>
              </a:ext>
            </a:extLst>
          </p:cNvPr>
          <p:cNvSpPr/>
          <p:nvPr userDrawn="1"/>
        </p:nvSpPr>
        <p:spPr>
          <a:xfrm>
            <a:off x="6400798" y="247650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78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48E2C7-E138-739F-9BB2-FE2FD28A155A}"/>
              </a:ext>
            </a:extLst>
          </p:cNvPr>
          <p:cNvGrpSpPr/>
          <p:nvPr userDrawn="1"/>
        </p:nvGrpSpPr>
        <p:grpSpPr>
          <a:xfrm flipH="1">
            <a:off x="0" y="844550"/>
            <a:ext cx="4079875" cy="5168484"/>
            <a:chOff x="6400798" y="844550"/>
            <a:chExt cx="4079875" cy="51684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D442C6-EECF-FD33-A672-5BDA5C831C7A}"/>
                </a:ext>
              </a:extLst>
            </p:cNvPr>
            <p:cNvSpPr/>
            <p:nvPr userDrawn="1"/>
          </p:nvSpPr>
          <p:spPr>
            <a:xfrm flipH="1">
              <a:off x="6400798" y="844550"/>
              <a:ext cx="4079875" cy="51684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328576-5150-CD3D-CA2F-222FFB2D228B}"/>
                </a:ext>
              </a:extLst>
            </p:cNvPr>
            <p:cNvSpPr/>
            <p:nvPr userDrawn="1"/>
          </p:nvSpPr>
          <p:spPr>
            <a:xfrm flipH="1">
              <a:off x="6400798" y="2476501"/>
              <a:ext cx="117475" cy="19049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01816" y="2573973"/>
            <a:ext cx="6602807" cy="610408"/>
          </a:xfrm>
          <a:prstGeom prst="rect">
            <a:avLst/>
          </a:prstGeom>
          <a:solidFill>
            <a:schemeClr val="accent1"/>
          </a:solidFill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01816" y="3256377"/>
            <a:ext cx="6602807" cy="2756657"/>
          </a:xfrm>
          <a:prstGeom prst="rect">
            <a:avLst/>
          </a:prstGeom>
          <a:solidFill>
            <a:schemeClr val="accent1"/>
          </a:solidFill>
        </p:spPr>
        <p:txBody>
          <a:bodyPr lIns="91440" tIns="126000" rIns="91440" bIns="0">
            <a:no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817" y="844965"/>
            <a:ext cx="6602808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62026"/>
            <a:ext cx="3962400" cy="4933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857749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93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587376" y="1394875"/>
            <a:ext cx="4558024" cy="40678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849" y="1515531"/>
            <a:ext cx="4323075" cy="3826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28576-5150-CD3D-CA2F-222FFB2D228B}"/>
              </a:ext>
            </a:extLst>
          </p:cNvPr>
          <p:cNvSpPr/>
          <p:nvPr userDrawn="1"/>
        </p:nvSpPr>
        <p:spPr>
          <a:xfrm>
            <a:off x="587375" y="2476293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033A8B-FF98-1E02-BE1A-38B8A2DBADF2}"/>
              </a:ext>
            </a:extLst>
          </p:cNvPr>
          <p:cNvSpPr/>
          <p:nvPr userDrawn="1"/>
        </p:nvSpPr>
        <p:spPr>
          <a:xfrm>
            <a:off x="5027925" y="2476293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240067" y="2573973"/>
            <a:ext cx="5364558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40067" y="3256378"/>
            <a:ext cx="5364558" cy="22063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67" y="844965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6095999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261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AC0811-B538-6793-87C0-3D6ED1AC6059}"/>
              </a:ext>
            </a:extLst>
          </p:cNvPr>
          <p:cNvGrpSpPr/>
          <p:nvPr userDrawn="1"/>
        </p:nvGrpSpPr>
        <p:grpSpPr>
          <a:xfrm rot="16200000">
            <a:off x="1643620" y="1669495"/>
            <a:ext cx="2922586" cy="6209826"/>
            <a:chOff x="2224091" y="-1834672"/>
            <a:chExt cx="2922586" cy="6209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86371-865F-C37D-9350-2A89CD104834}"/>
                </a:ext>
              </a:extLst>
            </p:cNvPr>
            <p:cNvSpPr/>
            <p:nvPr userDrawn="1"/>
          </p:nvSpPr>
          <p:spPr>
            <a:xfrm>
              <a:off x="2224091" y="-1834672"/>
              <a:ext cx="2922582" cy="62098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2FC66A-70C2-DBA2-3626-C933F4A5FF1E}"/>
                </a:ext>
              </a:extLst>
            </p:cNvPr>
            <p:cNvSpPr/>
            <p:nvPr userDrawn="1"/>
          </p:nvSpPr>
          <p:spPr>
            <a:xfrm rot="5400000">
              <a:off x="4191507" y="3419982"/>
              <a:ext cx="954001" cy="956339"/>
            </a:xfrm>
            <a:custGeom>
              <a:avLst/>
              <a:gdLst>
                <a:gd name="connsiteX0" fmla="*/ 0 w 954001"/>
                <a:gd name="connsiteY0" fmla="*/ 117476 h 956339"/>
                <a:gd name="connsiteX1" fmla="*/ 0 w 954001"/>
                <a:gd name="connsiteY1" fmla="*/ 0 h 956339"/>
                <a:gd name="connsiteX2" fmla="*/ 954001 w 954001"/>
                <a:gd name="connsiteY2" fmla="*/ 0 h 956339"/>
                <a:gd name="connsiteX3" fmla="*/ 954001 w 954001"/>
                <a:gd name="connsiteY3" fmla="*/ 117476 h 956339"/>
                <a:gd name="connsiteX4" fmla="*/ 954000 w 954001"/>
                <a:gd name="connsiteY4" fmla="*/ 117476 h 956339"/>
                <a:gd name="connsiteX5" fmla="*/ 954000 w 954001"/>
                <a:gd name="connsiteY5" fmla="*/ 956339 h 956339"/>
                <a:gd name="connsiteX6" fmla="*/ 836525 w 954001"/>
                <a:gd name="connsiteY6" fmla="*/ 956339 h 956339"/>
                <a:gd name="connsiteX7" fmla="*/ 836525 w 954001"/>
                <a:gd name="connsiteY7" fmla="*/ 117476 h 95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4001" h="956339">
                  <a:moveTo>
                    <a:pt x="0" y="117476"/>
                  </a:moveTo>
                  <a:lnTo>
                    <a:pt x="0" y="0"/>
                  </a:lnTo>
                  <a:lnTo>
                    <a:pt x="954001" y="0"/>
                  </a:lnTo>
                  <a:lnTo>
                    <a:pt x="954001" y="117476"/>
                  </a:lnTo>
                  <a:lnTo>
                    <a:pt x="954000" y="117476"/>
                  </a:lnTo>
                  <a:lnTo>
                    <a:pt x="954000" y="956339"/>
                  </a:lnTo>
                  <a:lnTo>
                    <a:pt x="836525" y="956339"/>
                  </a:lnTo>
                  <a:lnTo>
                    <a:pt x="836525" y="1174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2806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7105650" y="-1"/>
            <a:ext cx="5086349" cy="62356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414818" y="1558925"/>
            <a:ext cx="4189807" cy="8756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414818" y="2506539"/>
            <a:ext cx="4189807" cy="279253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844965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53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AC0811-B538-6793-87C0-3D6ED1AC6059}"/>
              </a:ext>
            </a:extLst>
          </p:cNvPr>
          <p:cNvGrpSpPr/>
          <p:nvPr userDrawn="1"/>
        </p:nvGrpSpPr>
        <p:grpSpPr>
          <a:xfrm rot="5400000">
            <a:off x="7629704" y="-1647525"/>
            <a:ext cx="2922586" cy="6217636"/>
            <a:chOff x="2224091" y="-1842482"/>
            <a:chExt cx="2922586" cy="62176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86371-865F-C37D-9350-2A89CD104834}"/>
                </a:ext>
              </a:extLst>
            </p:cNvPr>
            <p:cNvSpPr/>
            <p:nvPr userDrawn="1"/>
          </p:nvSpPr>
          <p:spPr>
            <a:xfrm>
              <a:off x="2224091" y="-1842482"/>
              <a:ext cx="2922582" cy="62176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2FC66A-70C2-DBA2-3626-C933F4A5FF1E}"/>
                </a:ext>
              </a:extLst>
            </p:cNvPr>
            <p:cNvSpPr/>
            <p:nvPr userDrawn="1"/>
          </p:nvSpPr>
          <p:spPr>
            <a:xfrm rot="5400000">
              <a:off x="4191507" y="3419982"/>
              <a:ext cx="954001" cy="956339"/>
            </a:xfrm>
            <a:custGeom>
              <a:avLst/>
              <a:gdLst>
                <a:gd name="connsiteX0" fmla="*/ 0 w 954001"/>
                <a:gd name="connsiteY0" fmla="*/ 117476 h 956339"/>
                <a:gd name="connsiteX1" fmla="*/ 0 w 954001"/>
                <a:gd name="connsiteY1" fmla="*/ 0 h 956339"/>
                <a:gd name="connsiteX2" fmla="*/ 954001 w 954001"/>
                <a:gd name="connsiteY2" fmla="*/ 0 h 956339"/>
                <a:gd name="connsiteX3" fmla="*/ 954001 w 954001"/>
                <a:gd name="connsiteY3" fmla="*/ 117476 h 956339"/>
                <a:gd name="connsiteX4" fmla="*/ 954000 w 954001"/>
                <a:gd name="connsiteY4" fmla="*/ 117476 h 956339"/>
                <a:gd name="connsiteX5" fmla="*/ 954000 w 954001"/>
                <a:gd name="connsiteY5" fmla="*/ 956339 h 956339"/>
                <a:gd name="connsiteX6" fmla="*/ 836525 w 954001"/>
                <a:gd name="connsiteY6" fmla="*/ 956339 h 956339"/>
                <a:gd name="connsiteX7" fmla="*/ 836525 w 954001"/>
                <a:gd name="connsiteY7" fmla="*/ 117476 h 95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4001" h="956339">
                  <a:moveTo>
                    <a:pt x="0" y="117476"/>
                  </a:moveTo>
                  <a:lnTo>
                    <a:pt x="0" y="0"/>
                  </a:lnTo>
                  <a:lnTo>
                    <a:pt x="954001" y="0"/>
                  </a:lnTo>
                  <a:lnTo>
                    <a:pt x="954001" y="117476"/>
                  </a:lnTo>
                  <a:lnTo>
                    <a:pt x="954000" y="117476"/>
                  </a:lnTo>
                  <a:lnTo>
                    <a:pt x="954000" y="956339"/>
                  </a:lnTo>
                  <a:lnTo>
                    <a:pt x="836525" y="956339"/>
                  </a:lnTo>
                  <a:lnTo>
                    <a:pt x="836525" y="1174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0" y="-1"/>
            <a:ext cx="5086349" cy="5655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168" y="584200"/>
            <a:ext cx="4189807" cy="8756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168" y="1531814"/>
            <a:ext cx="4189807" cy="278844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68" y="4320670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320255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2806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540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E13754-AAF2-AD15-CFAE-7AA7F2563720}"/>
              </a:ext>
            </a:extLst>
          </p:cNvPr>
          <p:cNvSpPr/>
          <p:nvPr userDrawn="1"/>
        </p:nvSpPr>
        <p:spPr>
          <a:xfrm>
            <a:off x="-2378" y="-4761"/>
            <a:ext cx="5146674" cy="43751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021579" cy="4251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240067" y="2812098"/>
            <a:ext cx="5364558" cy="3245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40067" y="3208595"/>
            <a:ext cx="5364558" cy="104292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67" y="584200"/>
            <a:ext cx="5364557" cy="1833660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6095999" y="584200"/>
            <a:ext cx="0" cy="183366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D270A3-A429-F424-E73F-8C35CF7A6C40}"/>
              </a:ext>
            </a:extLst>
          </p:cNvPr>
          <p:cNvSpPr/>
          <p:nvPr userDrawn="1"/>
        </p:nvSpPr>
        <p:spPr>
          <a:xfrm rot="5400000">
            <a:off x="4189126" y="3415220"/>
            <a:ext cx="954001" cy="956339"/>
          </a:xfrm>
          <a:custGeom>
            <a:avLst/>
            <a:gdLst>
              <a:gd name="connsiteX0" fmla="*/ 0 w 954001"/>
              <a:gd name="connsiteY0" fmla="*/ 117476 h 956339"/>
              <a:gd name="connsiteX1" fmla="*/ 0 w 954001"/>
              <a:gd name="connsiteY1" fmla="*/ 0 h 956339"/>
              <a:gd name="connsiteX2" fmla="*/ 954001 w 954001"/>
              <a:gd name="connsiteY2" fmla="*/ 0 h 956339"/>
              <a:gd name="connsiteX3" fmla="*/ 954001 w 954001"/>
              <a:gd name="connsiteY3" fmla="*/ 117476 h 956339"/>
              <a:gd name="connsiteX4" fmla="*/ 954000 w 954001"/>
              <a:gd name="connsiteY4" fmla="*/ 117476 h 956339"/>
              <a:gd name="connsiteX5" fmla="*/ 954000 w 954001"/>
              <a:gd name="connsiteY5" fmla="*/ 956339 h 956339"/>
              <a:gd name="connsiteX6" fmla="*/ 836525 w 954001"/>
              <a:gd name="connsiteY6" fmla="*/ 956339 h 956339"/>
              <a:gd name="connsiteX7" fmla="*/ 836525 w 954001"/>
              <a:gd name="connsiteY7" fmla="*/ 117476 h 9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4001" h="956339">
                <a:moveTo>
                  <a:pt x="0" y="117476"/>
                </a:moveTo>
                <a:lnTo>
                  <a:pt x="0" y="0"/>
                </a:lnTo>
                <a:lnTo>
                  <a:pt x="954001" y="0"/>
                </a:lnTo>
                <a:lnTo>
                  <a:pt x="954001" y="117476"/>
                </a:lnTo>
                <a:lnTo>
                  <a:pt x="954000" y="117476"/>
                </a:lnTo>
                <a:lnTo>
                  <a:pt x="954000" y="956339"/>
                </a:lnTo>
                <a:lnTo>
                  <a:pt x="836525" y="956339"/>
                </a:lnTo>
                <a:lnTo>
                  <a:pt x="836525" y="1174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7420A28C-E135-C56E-F79F-F283CD6B60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4188" y="4528281"/>
            <a:ext cx="11010435" cy="3245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2AC36E79-BCA0-C596-D321-2B6E38193C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4188" y="4924777"/>
            <a:ext cx="11010435" cy="116655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74813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1485900"/>
            <a:ext cx="4354906" cy="388620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2512170"/>
            <a:ext cx="0" cy="183366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95999" y="818485"/>
            <a:ext cx="55086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095999" y="1500890"/>
            <a:ext cx="55086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10E6AACB-9199-C0B7-282D-52AE821B16C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095999" y="3663285"/>
            <a:ext cx="55086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103CFF70-7DC7-B43D-57C7-3C6435517D6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95999" y="4345690"/>
            <a:ext cx="55086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35422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6E62-3413-1570-07FF-4E66972B963F}"/>
              </a:ext>
            </a:extLst>
          </p:cNvPr>
          <p:cNvSpPr/>
          <p:nvPr userDrawn="1"/>
        </p:nvSpPr>
        <p:spPr>
          <a:xfrm>
            <a:off x="0" y="0"/>
            <a:ext cx="12191999" cy="28622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584200"/>
            <a:ext cx="10873180" cy="183366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200"/>
            <a:ext cx="0" cy="183366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84200" y="3432175"/>
            <a:ext cx="30359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84200" y="4114580"/>
            <a:ext cx="30359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80A793C-55DC-602B-758B-1FA03A8181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8037" y="3432175"/>
            <a:ext cx="30359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448C94B-AA7A-7262-4B9F-836462086A7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578037" y="4114580"/>
            <a:ext cx="30359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8E844AFC-B10F-3963-60E2-0CBF5925798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571874" y="3432175"/>
            <a:ext cx="30359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290D6F4A-B1FF-50CB-37C9-67C24FF49AE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571874" y="4114580"/>
            <a:ext cx="30359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99656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6E62-3413-1570-07FF-4E66972B963F}"/>
              </a:ext>
            </a:extLst>
          </p:cNvPr>
          <p:cNvSpPr/>
          <p:nvPr userDrawn="1"/>
        </p:nvSpPr>
        <p:spPr>
          <a:xfrm>
            <a:off x="0" y="1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584200"/>
            <a:ext cx="10873180" cy="130175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200"/>
            <a:ext cx="0" cy="130175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84200" y="2432049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84200" y="3044604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BF29A8C4-E01C-8823-3D21-FBEB0A37FD9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84200" y="4392614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36007328-114D-AECE-99A6-016A4CFBB61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4200" y="5005169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142D811-C93D-9F9B-677A-5ADF7CD3A8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105654" y="2432049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B048665-3CE8-1449-AE80-5C39685B7B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105654" y="3044604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337177BD-61D7-4610-6C2F-89A1FACFC2A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105654" y="4392614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AACD5B2-3311-26B6-AFCF-4FD5DEBF749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105654" y="5005169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53376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DD2B053-49CB-EC30-CB40-BD5B5A83362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7375" y="2793172"/>
            <a:ext cx="11017250" cy="3196466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C88A6C4B-DACE-AD62-1602-DB64BFC7F7D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1443" y="1689638"/>
            <a:ext cx="10873182" cy="7092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17585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BD3D9D-E2D7-5928-9ACE-BC305ADE7015}"/>
              </a:ext>
            </a:extLst>
          </p:cNvPr>
          <p:cNvSpPr/>
          <p:nvPr userDrawn="1"/>
        </p:nvSpPr>
        <p:spPr>
          <a:xfrm>
            <a:off x="5305353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B6F7D80-7AE5-EF7E-CA93-91FFC8961E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3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FC2368-512D-2676-8BCC-4005ACA137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19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555119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119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5E8CF0-45DA-C681-8618-12E9EAF903D4}"/>
              </a:ext>
            </a:extLst>
          </p:cNvPr>
          <p:cNvSpPr/>
          <p:nvPr userDrawn="1"/>
        </p:nvSpPr>
        <p:spPr>
          <a:xfrm>
            <a:off x="9273097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BDF54D5-341A-BDB8-70D5-1D271A3306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73097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42ED014-DC96-68EC-18BA-293A553763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34163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C94D2F51-651E-57C6-669A-9421CC5486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522863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189AE72-78C6-B559-D0A6-2C7C78AB1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2863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B19D0-9F0D-EC21-F087-8B275D7C6526}"/>
              </a:ext>
            </a:extLst>
          </p:cNvPr>
          <p:cNvSpPr/>
          <p:nvPr userDrawn="1"/>
        </p:nvSpPr>
        <p:spPr>
          <a:xfrm>
            <a:off x="-1" y="1636148"/>
            <a:ext cx="4114905" cy="40678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53EE9AC-019F-1A80-298A-9207C2D451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756804"/>
            <a:ext cx="3997431" cy="3826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D268C-F2F5-0F07-54EC-3F1273607340}"/>
              </a:ext>
            </a:extLst>
          </p:cNvPr>
          <p:cNvSpPr/>
          <p:nvPr userDrawn="1"/>
        </p:nvSpPr>
        <p:spPr>
          <a:xfrm>
            <a:off x="3997430" y="2717566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86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BD3D9D-E2D7-5928-9ACE-BC305ADE7015}"/>
              </a:ext>
            </a:extLst>
          </p:cNvPr>
          <p:cNvSpPr/>
          <p:nvPr userDrawn="1"/>
        </p:nvSpPr>
        <p:spPr>
          <a:xfrm>
            <a:off x="5305353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B6F7D80-7AE5-EF7E-CA93-91FFC8961E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3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FC2368-512D-2676-8BCC-4005ACA137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19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555119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119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5E8CF0-45DA-C681-8618-12E9EAF903D4}"/>
              </a:ext>
            </a:extLst>
          </p:cNvPr>
          <p:cNvSpPr/>
          <p:nvPr userDrawn="1"/>
        </p:nvSpPr>
        <p:spPr>
          <a:xfrm>
            <a:off x="9273097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BDF54D5-341A-BDB8-70D5-1D271A3306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73097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42ED014-DC96-68EC-18BA-293A553763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34163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C94D2F51-651E-57C6-669A-9421CC5486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522863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189AE72-78C6-B559-D0A6-2C7C78AB1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2863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38544B-21D2-262C-C981-1D7DCCEB5D14}"/>
              </a:ext>
            </a:extLst>
          </p:cNvPr>
          <p:cNvSpPr/>
          <p:nvPr userDrawn="1"/>
        </p:nvSpPr>
        <p:spPr>
          <a:xfrm>
            <a:off x="1337611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8D65A88-3D58-17DC-77F6-8AE7BB2AEC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337611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69FB8B4-3C26-2BE2-C003-404C8606A6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498677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42A120D-BDA9-915C-DCD1-0AFC1BFF09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7377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B823991-32C7-EBE3-826D-F3860C4B1F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7377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056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38544B-21D2-262C-C981-1D7DCCEB5D14}"/>
              </a:ext>
            </a:extLst>
          </p:cNvPr>
          <p:cNvSpPr/>
          <p:nvPr userDrawn="1"/>
        </p:nvSpPr>
        <p:spPr>
          <a:xfrm>
            <a:off x="1088954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8D65A88-3D58-17DC-77F6-8AE7BB2AEC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954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69FB8B4-3C26-2BE2-C003-404C8606A6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50020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42A120D-BDA9-915C-DCD1-0AFC1BFF09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7377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B823991-32C7-EBE3-826D-F3860C4B1F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7377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E1E9FA-AC4E-30FC-8A99-858797B97B66}"/>
              </a:ext>
            </a:extLst>
          </p:cNvPr>
          <p:cNvSpPr/>
          <p:nvPr userDrawn="1"/>
        </p:nvSpPr>
        <p:spPr>
          <a:xfrm>
            <a:off x="3899888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265B468-859F-1E06-22D4-D26275A00E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99888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14370B5-E372-E43E-4B15-6602BD67418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060954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3FD83ED0-13B6-25F1-C4A1-9418CE81206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398311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134FB468-D9D9-CE74-160F-CAE980F40A0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98311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C5B901-E405-F8D7-B468-EF12534F70A7}"/>
              </a:ext>
            </a:extLst>
          </p:cNvPr>
          <p:cNvSpPr/>
          <p:nvPr userDrawn="1"/>
        </p:nvSpPr>
        <p:spPr>
          <a:xfrm>
            <a:off x="6710822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AE31375-8DF6-7D38-FF8B-0AFF50776C7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10822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9F3FB69-FD5E-FB1B-71E8-12608992129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71888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F87C084B-36BB-9476-B80C-744F7BE4FED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209245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F959F4C-7A2A-06AD-17DD-4B2E59F4DF0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09245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E01475-5550-5308-AF7E-15B3DFA38059}"/>
              </a:ext>
            </a:extLst>
          </p:cNvPr>
          <p:cNvSpPr/>
          <p:nvPr userDrawn="1"/>
        </p:nvSpPr>
        <p:spPr>
          <a:xfrm>
            <a:off x="9521755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A6DDA42-B49F-7CE3-D280-F6C3AC4697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21755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A097F08-88D7-A010-3509-A554FC81FF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82821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1BD7CF50-58D1-87B1-841E-E21B253549D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020178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38B6C0F0-5AF6-CF29-4B27-DF99ABC8C33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020178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216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FF1F41E4-7D9B-768A-6C4F-63DD5909451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587374" y="1636713"/>
            <a:ext cx="4632325" cy="4067175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z="1333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D425B81B-0AA8-71EA-DCA8-A9F3FF3E7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972300" y="1636713"/>
            <a:ext cx="4632325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18765DFA-C25A-9B6D-BBB1-2893362F9C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972300" y="2261812"/>
            <a:ext cx="4632325" cy="344207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35561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FF1F41E4-7D9B-768A-6C4F-63DD5909451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975475" y="1636713"/>
            <a:ext cx="4632325" cy="4067175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z="1333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D425B81B-0AA8-71EA-DCA8-A9F3FF3E7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7374" y="1636713"/>
            <a:ext cx="4632325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8765DFA-C25A-9B6D-BBB1-2893362F9C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7374" y="2261812"/>
            <a:ext cx="4632325" cy="344207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5689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4C65B-B478-432C-11F3-1CCAEEB3A9A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2989578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2989578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E0537-39B8-01F9-6D88-D34A820CED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47849" y="1692565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52672" y="4043826"/>
            <a:ext cx="2989578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F67207-8633-F157-D417-A811F5C912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1022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615047" y="4043826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615047" y="4668926"/>
            <a:ext cx="2989578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615047" y="3163716"/>
            <a:ext cx="2989578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852672" y="1718246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852672" y="2343346"/>
            <a:ext cx="2989578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3369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29AF9-F63D-7CB3-576A-53A1C6A26A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A8A75-1625-4876-566C-AA3BA0A1B53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645800" y="1692565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0623" y="404382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7AFAFC-46E5-14BD-8600-6EB21244965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06126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10949" y="404382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10949" y="466892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10949" y="316371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FD2401-AE96-0584-838A-AD350CFC2E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166451" y="1692565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2E39F6E-5616-1EC7-DA06-FA903B0B9C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71274" y="404382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850623" y="171824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850623" y="234334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9F88D094-280F-4883-8661-9A0BF47D066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371274" y="171824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A9F31ADB-E84D-0E5A-C855-7382535346A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371274" y="234334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712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75C31-219D-A02E-F222-1A57035DB6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A0D47-05C2-9BC0-F59C-51D49B0F64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074081" y="1699192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0286 h 2664000"/>
              <a:gd name="connsiteX3" fmla="*/ 1009831 w 1141764"/>
              <a:gd name="connsiteY3" fmla="*/ 1930286 h 2664000"/>
              <a:gd name="connsiteX4" fmla="*/ 1141764 w 1141764"/>
              <a:gd name="connsiteY4" fmla="*/ 2062219 h 2664000"/>
              <a:gd name="connsiteX5" fmla="*/ 1009831 w 1141764"/>
              <a:gd name="connsiteY5" fmla="*/ 2194152 h 2664000"/>
              <a:gd name="connsiteX6" fmla="*/ 18000 w 1141764"/>
              <a:gd name="connsiteY6" fmla="*/ 2194152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0286"/>
                </a:lnTo>
                <a:lnTo>
                  <a:pt x="1009831" y="1930286"/>
                </a:lnTo>
                <a:lnTo>
                  <a:pt x="1141764" y="2062219"/>
                </a:lnTo>
                <a:lnTo>
                  <a:pt x="1009831" y="2194152"/>
                </a:lnTo>
                <a:lnTo>
                  <a:pt x="18000" y="2194152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63" name="Text Placeholder 29">
            <a:extLst>
              <a:ext uri="{FF2B5EF4-FFF2-40B4-BE49-F238E27FC236}">
                <a16:creationId xmlns:a16="http://schemas.microsoft.com/office/drawing/2014/main" id="{C5DD8546-7846-83DD-C69C-139A5A7F21F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278904" y="1718665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4" name="Text Placeholder 29">
            <a:extLst>
              <a:ext uri="{FF2B5EF4-FFF2-40B4-BE49-F238E27FC236}">
                <a16:creationId xmlns:a16="http://schemas.microsoft.com/office/drawing/2014/main" id="{F16E4A49-2C01-191F-8326-F61D104B88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278904" y="2343765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5" name="Text Placeholder 29">
            <a:extLst>
              <a:ext uri="{FF2B5EF4-FFF2-40B4-BE49-F238E27FC236}">
                <a16:creationId xmlns:a16="http://schemas.microsoft.com/office/drawing/2014/main" id="{B5F67B93-A329-BE6A-41F1-59E419F2B5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78904" y="4042675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6093C-560C-352B-BFD7-C3CC93BC36D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62688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68" name="Text Placeholder 29">
            <a:extLst>
              <a:ext uri="{FF2B5EF4-FFF2-40B4-BE49-F238E27FC236}">
                <a16:creationId xmlns:a16="http://schemas.microsoft.com/office/drawing/2014/main" id="{48A5C6E0-43E1-EBAC-3627-302E662E865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467511" y="4043826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9" name="Text Placeholder 29">
            <a:extLst>
              <a:ext uri="{FF2B5EF4-FFF2-40B4-BE49-F238E27FC236}">
                <a16:creationId xmlns:a16="http://schemas.microsoft.com/office/drawing/2014/main" id="{92ADEB34-3562-FF59-B5E4-127C5221B69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67511" y="4668926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0" name="Text Placeholder 29">
            <a:extLst>
              <a:ext uri="{FF2B5EF4-FFF2-40B4-BE49-F238E27FC236}">
                <a16:creationId xmlns:a16="http://schemas.microsoft.com/office/drawing/2014/main" id="{AEB128F4-BE54-8A4E-8B71-C822615400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67511" y="3163716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29A5CA-6490-C09D-8035-8669A156943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51295" y="1699192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0286 h 2664000"/>
              <a:gd name="connsiteX3" fmla="*/ 1009831 w 1141764"/>
              <a:gd name="connsiteY3" fmla="*/ 1930286 h 2664000"/>
              <a:gd name="connsiteX4" fmla="*/ 1141764 w 1141764"/>
              <a:gd name="connsiteY4" fmla="*/ 2062219 h 2664000"/>
              <a:gd name="connsiteX5" fmla="*/ 1009831 w 1141764"/>
              <a:gd name="connsiteY5" fmla="*/ 2194152 h 2664000"/>
              <a:gd name="connsiteX6" fmla="*/ 18000 w 1141764"/>
              <a:gd name="connsiteY6" fmla="*/ 2194152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0286"/>
                </a:lnTo>
                <a:lnTo>
                  <a:pt x="1009831" y="1930286"/>
                </a:lnTo>
                <a:lnTo>
                  <a:pt x="1141764" y="2062219"/>
                </a:lnTo>
                <a:lnTo>
                  <a:pt x="1009831" y="2194152"/>
                </a:lnTo>
                <a:lnTo>
                  <a:pt x="18000" y="2194152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73" name="Text Placeholder 29">
            <a:extLst>
              <a:ext uri="{FF2B5EF4-FFF2-40B4-BE49-F238E27FC236}">
                <a16:creationId xmlns:a16="http://schemas.microsoft.com/office/drawing/2014/main" id="{F761310B-EE7F-0F87-C86E-E6D63D440E4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6118" y="1718665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4" name="Text Placeholder 29">
            <a:extLst>
              <a:ext uri="{FF2B5EF4-FFF2-40B4-BE49-F238E27FC236}">
                <a16:creationId xmlns:a16="http://schemas.microsoft.com/office/drawing/2014/main" id="{22D679C5-9724-078D-4FB9-33695B27C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7656118" y="2343765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5" name="Text Placeholder 29">
            <a:extLst>
              <a:ext uri="{FF2B5EF4-FFF2-40B4-BE49-F238E27FC236}">
                <a16:creationId xmlns:a16="http://schemas.microsoft.com/office/drawing/2014/main" id="{6B7B7D1C-51CE-D9FF-4225-896F49CA329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56118" y="4042675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1E683-1A91-BE24-5ADB-99D8017A12D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639902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78" name="Text Placeholder 29">
            <a:extLst>
              <a:ext uri="{FF2B5EF4-FFF2-40B4-BE49-F238E27FC236}">
                <a16:creationId xmlns:a16="http://schemas.microsoft.com/office/drawing/2014/main" id="{C9739B77-26F8-B08C-60D1-B8A8F10A41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9844725" y="4043826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9" name="Text Placeholder 29">
            <a:extLst>
              <a:ext uri="{FF2B5EF4-FFF2-40B4-BE49-F238E27FC236}">
                <a16:creationId xmlns:a16="http://schemas.microsoft.com/office/drawing/2014/main" id="{58402617-6AC8-711D-F79A-1D2968B5E9F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844725" y="4668926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0" name="Text Placeholder 29">
            <a:extLst>
              <a:ext uri="{FF2B5EF4-FFF2-40B4-BE49-F238E27FC236}">
                <a16:creationId xmlns:a16="http://schemas.microsoft.com/office/drawing/2014/main" id="{EEF0B2A5-748A-C294-5F9B-7654A8F5505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844725" y="3163716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84547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C45824E-FA98-3F48-43A4-48FA0DA290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2042ABC-7363-45D1-6C7E-996659DD27C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678597" y="1716813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8C63DFC-2B10-361A-FCA7-CF7597B183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883420" y="1720518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B083110B-0B44-1AE1-53ED-162013C095D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883420" y="2345618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255DCBF-68F9-FF27-692F-BEEBCCC1EA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83420" y="4040481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B48274-CC80-A14B-889A-6A18E60C2E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71720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94F075A8-69C1-48E5-5F7F-3498229CA9E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76543" y="4043826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EBDC6D4-7B18-8ABB-464C-5594F2C77E2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76543" y="4668926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7B1BFF0-812C-FDEC-F620-A11909471D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676543" y="3163716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789DB73-A7E4-0B6C-FAC9-BBEEAC7205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264843" y="1716813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FB0D309-AB17-47AE-C87C-CB3AE74D48F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469666" y="1720518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D0C3C28-B9D9-204C-3BAC-8C8324471AB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469666" y="2345618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DAE8AB0-2EDB-576D-0B84-B8E5131877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69666" y="4040481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AE0F66E6-C9FC-6A68-DE85-AF17E4FB36A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057966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D762095-069D-4BD6-640E-EA976F90EBE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262789" y="4043826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8B4A0DAC-82E4-6662-A9B3-71544EC46F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262789" y="4668926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0354A45-56CA-A32F-60C5-C779D9B604C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62789" y="3163716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7B36B24-800C-2D6E-5DD0-17E657548E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851089" y="1716813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F91528B-4016-9A18-C984-2859E73B2C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055912" y="1720518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49AA65F4-5D9F-C19E-6142-74B8F0A68D4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0055912" y="2345618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4989308E-DDCB-3B4E-8245-6F016843BB6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055912" y="4040481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59230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83CBED-341E-9027-5136-D2E9011380BC}"/>
              </a:ext>
            </a:extLst>
          </p:cNvPr>
          <p:cNvGrpSpPr/>
          <p:nvPr userDrawn="1"/>
        </p:nvGrpSpPr>
        <p:grpSpPr>
          <a:xfrm>
            <a:off x="4137023" y="3111644"/>
            <a:ext cx="3923434" cy="1307812"/>
            <a:chOff x="4134283" y="2771991"/>
            <a:chExt cx="3923434" cy="130781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696EBF9-8AB2-F4FA-7FAE-3BCD3D884CED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4" name="Arc 47">
                <a:extLst>
                  <a:ext uri="{FF2B5EF4-FFF2-40B4-BE49-F238E27FC236}">
                    <a16:creationId xmlns:a16="http://schemas.microsoft.com/office/drawing/2014/main" id="{4D12145B-7BD1-58A9-8595-5786D4C8288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Arc 48">
                <a:extLst>
                  <a:ext uri="{FF2B5EF4-FFF2-40B4-BE49-F238E27FC236}">
                    <a16:creationId xmlns:a16="http://schemas.microsoft.com/office/drawing/2014/main" id="{35F410C9-0806-C24E-88F1-F0B46FF46EE8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Arc 49">
                <a:extLst>
                  <a:ext uri="{FF2B5EF4-FFF2-40B4-BE49-F238E27FC236}">
                    <a16:creationId xmlns:a16="http://schemas.microsoft.com/office/drawing/2014/main" id="{5C217920-EEE8-FF60-C8AB-64E1405FB7D1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07D22F-9B24-068A-0853-66329223CF03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F67735F8-5205-EA06-C7D5-B6D58607C979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3F9BD18F-83E3-0B59-1C8B-CCB9AB85D5A9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D1F84C90-514B-343E-5F5B-7AB8ACE9B5CD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2077954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2703054"/>
            <a:ext cx="2989578" cy="71941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60928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468739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112127" y="2077954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112127" y="2703054"/>
            <a:ext cx="2989578" cy="71941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7655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601211" y="4640443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601211" y="5265543"/>
            <a:ext cx="2989578" cy="71941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53735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D5833C4-DC12-C256-8147-AB2E873090F7}"/>
              </a:ext>
            </a:extLst>
          </p:cNvPr>
          <p:cNvGrpSpPr/>
          <p:nvPr userDrawn="1"/>
        </p:nvGrpSpPr>
        <p:grpSpPr>
          <a:xfrm>
            <a:off x="3423758" y="3111644"/>
            <a:ext cx="5231244" cy="1307812"/>
            <a:chOff x="4134283" y="3357980"/>
            <a:chExt cx="5231244" cy="13078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01BCF58-0363-AD55-7706-7577015208AD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7" name="Arc 47">
                <a:extLst>
                  <a:ext uri="{FF2B5EF4-FFF2-40B4-BE49-F238E27FC236}">
                    <a16:creationId xmlns:a16="http://schemas.microsoft.com/office/drawing/2014/main" id="{1BF9A4E5-A19D-055D-8E75-99214E96ED1B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Arc 48">
                <a:extLst>
                  <a:ext uri="{FF2B5EF4-FFF2-40B4-BE49-F238E27FC236}">
                    <a16:creationId xmlns:a16="http://schemas.microsoft.com/office/drawing/2014/main" id="{5CC87E2F-50E6-39DD-CDFC-305C19C07B98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84A738-0246-4B22-A768-845597DB34B1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25" name="Arc 47">
                <a:extLst>
                  <a:ext uri="{FF2B5EF4-FFF2-40B4-BE49-F238E27FC236}">
                    <a16:creationId xmlns:a16="http://schemas.microsoft.com/office/drawing/2014/main" id="{05BC3C8F-7B44-2BED-6193-E93BB9B72472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Arc 48">
                <a:extLst>
                  <a:ext uri="{FF2B5EF4-FFF2-40B4-BE49-F238E27FC236}">
                    <a16:creationId xmlns:a16="http://schemas.microsoft.com/office/drawing/2014/main" id="{8F3EF4B7-90AB-C7DA-B8CB-018463EB1B1D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FB1F07-E1F7-E735-3584-493086F95515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D0384BA1-F92B-41F3-C1AE-23727B73848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5EBDB500-C547-2D2E-C1E5-DA481BCDCED5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36FD13-85D3-B050-415C-DA5E49AA432F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17EDC98A-FAF8-1636-961C-0E3CB7409E03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52C6782D-6669-5C6D-6338-0D1D8E749EF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0807" y="2946490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0807" y="3571590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429903" y="1441696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29903" y="2066796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124015" y="4596925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124015" y="5222025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9F88D094-280F-4883-8661-9A0BF47D066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901380" y="2946490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A9F31ADB-E84D-0E5A-C855-7382535346A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901380" y="3571590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47663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56949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66235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2E39F6E-5616-1EC7-DA06-FA903B0B9C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7552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2925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E2AD4A-FFA7-E356-533B-3682CE748F60}"/>
              </a:ext>
            </a:extLst>
          </p:cNvPr>
          <p:cNvGrpSpPr/>
          <p:nvPr userDrawn="1"/>
        </p:nvGrpSpPr>
        <p:grpSpPr>
          <a:xfrm>
            <a:off x="2750272" y="3111644"/>
            <a:ext cx="6539055" cy="1307812"/>
            <a:chOff x="3480378" y="3357980"/>
            <a:chExt cx="6539055" cy="1307812"/>
          </a:xfrm>
        </p:grpSpPr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5ADE87A4-1E17-504F-FC08-4E5317FA8905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58CDE690-F1D3-A2E1-1A15-211FF078FDDB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98761B8C-B84E-693F-B36F-FB9CE49972F3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1D5F6001-25C6-ED50-DAA0-C9A450EADBDD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8">
              <a:extLst>
                <a:ext uri="{FF2B5EF4-FFF2-40B4-BE49-F238E27FC236}">
                  <a16:creationId xmlns:a16="http://schemas.microsoft.com/office/drawing/2014/main" id="{0DB28EB5-007D-E1A3-1B43-13A6960317E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B5A7E809-373A-B623-3766-CF30FDAA10EB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93CEF93B-B80E-035A-FF60-EEF1EF615D77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AFB1B3D-BB79-C97B-8395-4A58A130AAD1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058C121-2A3B-AC59-790A-F454E0E4910D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64F625EA-4806-1F64-7CEA-1D02E08887B3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401423" y="1507452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401423" y="2058171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774178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63" name="Text Placeholder 29">
            <a:extLst>
              <a:ext uri="{FF2B5EF4-FFF2-40B4-BE49-F238E27FC236}">
                <a16:creationId xmlns:a16="http://schemas.microsoft.com/office/drawing/2014/main" id="{C5DD8546-7846-83DD-C69C-139A5A7F21F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706574" y="4552265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4" name="Text Placeholder 29">
            <a:extLst>
              <a:ext uri="{FF2B5EF4-FFF2-40B4-BE49-F238E27FC236}">
                <a16:creationId xmlns:a16="http://schemas.microsoft.com/office/drawing/2014/main" id="{F16E4A49-2C01-191F-8326-F61D104B88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706574" y="5102984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5" name="Text Placeholder 29">
            <a:extLst>
              <a:ext uri="{FF2B5EF4-FFF2-40B4-BE49-F238E27FC236}">
                <a16:creationId xmlns:a16="http://schemas.microsoft.com/office/drawing/2014/main" id="{B5F67B93-A329-BE6A-41F1-59E419F2B5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081989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68" name="Text Placeholder 29">
            <a:extLst>
              <a:ext uri="{FF2B5EF4-FFF2-40B4-BE49-F238E27FC236}">
                <a16:creationId xmlns:a16="http://schemas.microsoft.com/office/drawing/2014/main" id="{48A5C6E0-43E1-EBAC-3627-302E662E865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11725" y="1507452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9" name="Text Placeholder 29">
            <a:extLst>
              <a:ext uri="{FF2B5EF4-FFF2-40B4-BE49-F238E27FC236}">
                <a16:creationId xmlns:a16="http://schemas.microsoft.com/office/drawing/2014/main" id="{92ADEB34-3562-FF59-B5E4-127C5221B69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11725" y="2058171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0" name="Text Placeholder 29">
            <a:extLst>
              <a:ext uri="{FF2B5EF4-FFF2-40B4-BE49-F238E27FC236}">
                <a16:creationId xmlns:a16="http://schemas.microsoft.com/office/drawing/2014/main" id="{AEB128F4-BE54-8A4E-8B71-C822615400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89800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73" name="Text Placeholder 29">
            <a:extLst>
              <a:ext uri="{FF2B5EF4-FFF2-40B4-BE49-F238E27FC236}">
                <a16:creationId xmlns:a16="http://schemas.microsoft.com/office/drawing/2014/main" id="{F761310B-EE7F-0F87-C86E-E6D63D440E4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316876" y="4552265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4" name="Text Placeholder 29">
            <a:extLst>
              <a:ext uri="{FF2B5EF4-FFF2-40B4-BE49-F238E27FC236}">
                <a16:creationId xmlns:a16="http://schemas.microsoft.com/office/drawing/2014/main" id="{22D679C5-9724-078D-4FB9-33695B27C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316876" y="5102984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5" name="Text Placeholder 29">
            <a:extLst>
              <a:ext uri="{FF2B5EF4-FFF2-40B4-BE49-F238E27FC236}">
                <a16:creationId xmlns:a16="http://schemas.microsoft.com/office/drawing/2014/main" id="{6B7B7D1C-51CE-D9FF-4225-896F49CA329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69761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78" name="Text Placeholder 29">
            <a:extLst>
              <a:ext uri="{FF2B5EF4-FFF2-40B4-BE49-F238E27FC236}">
                <a16:creationId xmlns:a16="http://schemas.microsoft.com/office/drawing/2014/main" id="{C9739B77-26F8-B08C-60D1-B8A8F10A41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7622026" y="1507452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9" name="Text Placeholder 29">
            <a:extLst>
              <a:ext uri="{FF2B5EF4-FFF2-40B4-BE49-F238E27FC236}">
                <a16:creationId xmlns:a16="http://schemas.microsoft.com/office/drawing/2014/main" id="{58402617-6AC8-711D-F79A-1D2968B5E9F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622026" y="2058171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0" name="Text Placeholder 29">
            <a:extLst>
              <a:ext uri="{FF2B5EF4-FFF2-40B4-BE49-F238E27FC236}">
                <a16:creationId xmlns:a16="http://schemas.microsoft.com/office/drawing/2014/main" id="{EEF0B2A5-748A-C294-5F9B-7654A8F5505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00542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8473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C0172F-B0C5-5179-7441-64802A951866}"/>
              </a:ext>
            </a:extLst>
          </p:cNvPr>
          <p:cNvGrpSpPr/>
          <p:nvPr userDrawn="1"/>
        </p:nvGrpSpPr>
        <p:grpSpPr>
          <a:xfrm>
            <a:off x="2105892" y="3111644"/>
            <a:ext cx="7846866" cy="1307812"/>
            <a:chOff x="2105892" y="3357980"/>
            <a:chExt cx="7846866" cy="1307812"/>
          </a:xfrm>
        </p:grpSpPr>
        <p:sp>
          <p:nvSpPr>
            <p:cNvPr id="8" name="Arc 48">
              <a:extLst>
                <a:ext uri="{FF2B5EF4-FFF2-40B4-BE49-F238E27FC236}">
                  <a16:creationId xmlns:a16="http://schemas.microsoft.com/office/drawing/2014/main" id="{9A253063-EE6B-D083-6F61-BBE64C38960B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4EDBEE68-316F-FC47-07A7-0FAC8903F7D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1EFE890F-CEFD-D528-19D9-E4CBFABB117D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8">
              <a:extLst>
                <a:ext uri="{FF2B5EF4-FFF2-40B4-BE49-F238E27FC236}">
                  <a16:creationId xmlns:a16="http://schemas.microsoft.com/office/drawing/2014/main" id="{A57667EE-D2C4-239A-030B-7C8B4BBAF00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47">
              <a:extLst>
                <a:ext uri="{FF2B5EF4-FFF2-40B4-BE49-F238E27FC236}">
                  <a16:creationId xmlns:a16="http://schemas.microsoft.com/office/drawing/2014/main" id="{00C81707-9191-4714-D517-44546ED45566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48">
              <a:extLst>
                <a:ext uri="{FF2B5EF4-FFF2-40B4-BE49-F238E27FC236}">
                  <a16:creationId xmlns:a16="http://schemas.microsoft.com/office/drawing/2014/main" id="{7FBC14EA-9CCC-BEEB-B54C-53700C77D219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35155D2-A2D3-10AB-5EF6-072F8751001D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B8117C9-E8C5-9596-F171-65CE5050C18D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0E889D3-429D-A6B3-DEB6-A47E3EFB5D17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39BBFBC-57F0-2F45-4572-94B259910D9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D40E2498-6077-B609-5EFB-A6A94E3FCD7D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59492140-7C6C-86CC-854C-D950D30A7216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817226" y="1540905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17226" y="2091856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31218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8C63DFC-2B10-361A-FCA7-CF7597B183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126024" y="4553507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B083110B-0B44-1AE1-53ED-162013C095D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126024" y="5104458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255DCBF-68F9-FF27-692F-BEEBCCC1EA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37616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94F075A8-69C1-48E5-5F7F-3498229CA9E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434822" y="1540905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EBDC6D4-7B18-8ABB-464C-5594F2C77E2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34822" y="2091856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7B1BFF0-812C-FDEC-F620-A11909471D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44014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FB0D309-AB17-47AE-C87C-CB3AE74D48F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5743620" y="4553507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D0C3C28-B9D9-204C-3BAC-8C8324471AB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743620" y="5104458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DAE8AB0-2EDB-576D-0B84-B8E5131877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50412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D762095-069D-4BD6-640E-EA976F90EBE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7052418" y="1540905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8B4A0DAC-82E4-6662-A9B3-71544EC46F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052418" y="2091856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0354A45-56CA-A32F-60C5-C779D9B604C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356810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F91528B-4016-9A18-C984-2859E73B2C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361218" y="4553507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49AA65F4-5D9F-C19E-6142-74B8F0A68D4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361218" y="5104458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4989308E-DDCB-3B4E-8245-6F016843BB6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663206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6644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31" userDrawn="1">
          <p15:clr>
            <a:srgbClr val="FBAE40"/>
          </p15:clr>
        </p15:guide>
        <p15:guide id="2" pos="5858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90778"/>
            <a:ext cx="10873181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363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92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59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31CA77-4526-60BD-4614-F242B74D161D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151A-46CB-1090-446C-0EDAEF296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E8FF3198-2DCB-4FEF-C479-8E76289E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84200"/>
            <a:ext cx="10398125" cy="11070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489BE9-192C-49E8-B1F1-91EF667E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825625"/>
            <a:ext cx="10398125" cy="3559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16" name="Group 15" hidden="1">
            <a:extLst>
              <a:ext uri="{FF2B5EF4-FFF2-40B4-BE49-F238E27FC236}">
                <a16:creationId xmlns:a16="http://schemas.microsoft.com/office/drawing/2014/main" id="{9CBE7AA2-3D9C-E4A5-8EC5-AE78D1FAF1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7" name="Group 16" hidden="1">
              <a:extLst>
                <a:ext uri="{FF2B5EF4-FFF2-40B4-BE49-F238E27FC236}">
                  <a16:creationId xmlns:a16="http://schemas.microsoft.com/office/drawing/2014/main" id="{DC1AF556-CC80-A678-A2D5-5C8C86BAAE45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9" name="Rectangle 18" hidden="1">
                <a:extLst>
                  <a:ext uri="{FF2B5EF4-FFF2-40B4-BE49-F238E27FC236}">
                    <a16:creationId xmlns:a16="http://schemas.microsoft.com/office/drawing/2014/main" id="{F152FD21-286B-1EF4-488B-A51A1DBD5450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 hidden="1">
                <a:extLst>
                  <a:ext uri="{FF2B5EF4-FFF2-40B4-BE49-F238E27FC236}">
                    <a16:creationId xmlns:a16="http://schemas.microsoft.com/office/drawing/2014/main" id="{8BF54D69-F9E7-0DE6-C3A7-60EE2CD7A944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 hidden="1">
                <a:extLst>
                  <a:ext uri="{FF2B5EF4-FFF2-40B4-BE49-F238E27FC236}">
                    <a16:creationId xmlns:a16="http://schemas.microsoft.com/office/drawing/2014/main" id="{6B753A8C-3034-646A-9496-4E86765F30FA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 hidden="1">
                <a:extLst>
                  <a:ext uri="{FF2B5EF4-FFF2-40B4-BE49-F238E27FC236}">
                    <a16:creationId xmlns:a16="http://schemas.microsoft.com/office/drawing/2014/main" id="{F5A778D6-81DE-8B52-4635-AF9B44897873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 hidden="1">
                <a:extLst>
                  <a:ext uri="{FF2B5EF4-FFF2-40B4-BE49-F238E27FC236}">
                    <a16:creationId xmlns:a16="http://schemas.microsoft.com/office/drawing/2014/main" id="{6FD8563E-664B-9D68-5E75-8203C4796A0B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 hidden="1">
                <a:extLst>
                  <a:ext uri="{FF2B5EF4-FFF2-40B4-BE49-F238E27FC236}">
                    <a16:creationId xmlns:a16="http://schemas.microsoft.com/office/drawing/2014/main" id="{42D21107-5BDC-FC32-29DD-C1E608644F37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8" name="Frame 17" hidden="1">
              <a:extLst>
                <a:ext uri="{FF2B5EF4-FFF2-40B4-BE49-F238E27FC236}">
                  <a16:creationId xmlns:a16="http://schemas.microsoft.com/office/drawing/2014/main" id="{82A4C640-D8FF-346F-1885-79B3B285F1FF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6C1C88-2ECB-FD04-A6A6-62C080CC9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43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0200D-1894-E78A-4396-9F667379D94F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50" y="6364288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4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709" r:id="rId3"/>
    <p:sldLayoutId id="2147483677" r:id="rId4"/>
    <p:sldLayoutId id="2147483711" r:id="rId5"/>
    <p:sldLayoutId id="2147483712" r:id="rId6"/>
    <p:sldLayoutId id="2147483687" r:id="rId7"/>
    <p:sldLayoutId id="2147483704" r:id="rId8"/>
    <p:sldLayoutId id="2147483697" r:id="rId9"/>
    <p:sldLayoutId id="2147483713" r:id="rId10"/>
    <p:sldLayoutId id="2147483714" r:id="rId11"/>
    <p:sldLayoutId id="2147483702" r:id="rId12"/>
    <p:sldLayoutId id="2147483703" r:id="rId13"/>
    <p:sldLayoutId id="2147483701" r:id="rId14"/>
    <p:sldLayoutId id="2147483715" r:id="rId15"/>
    <p:sldLayoutId id="2147483716" r:id="rId16"/>
    <p:sldLayoutId id="2147483662" r:id="rId17"/>
    <p:sldLayoutId id="2147483686" r:id="rId18"/>
    <p:sldLayoutId id="2147483679" r:id="rId19"/>
    <p:sldLayoutId id="2147483683" r:id="rId20"/>
    <p:sldLayoutId id="2147483680" r:id="rId21"/>
    <p:sldLayoutId id="2147483684" r:id="rId22"/>
    <p:sldLayoutId id="2147483678" r:id="rId23"/>
    <p:sldLayoutId id="2147483681" r:id="rId24"/>
    <p:sldLayoutId id="2147483682" r:id="rId25"/>
    <p:sldLayoutId id="2147483698" r:id="rId26"/>
    <p:sldLayoutId id="2147483685" r:id="rId27"/>
    <p:sldLayoutId id="2147483688" r:id="rId28"/>
    <p:sldLayoutId id="2147483689" r:id="rId29"/>
    <p:sldLayoutId id="2147483690" r:id="rId30"/>
    <p:sldLayoutId id="2147483699" r:id="rId31"/>
    <p:sldLayoutId id="2147483700" r:id="rId32"/>
    <p:sldLayoutId id="2147483696" r:id="rId33"/>
    <p:sldLayoutId id="2147483691" r:id="rId34"/>
    <p:sldLayoutId id="2147483692" r:id="rId35"/>
    <p:sldLayoutId id="2147483693" r:id="rId36"/>
    <p:sldLayoutId id="2147483705" r:id="rId37"/>
    <p:sldLayoutId id="2147483706" r:id="rId38"/>
    <p:sldLayoutId id="2147483707" r:id="rId39"/>
    <p:sldLayoutId id="2147483708" r:id="rId40"/>
    <p:sldLayoutId id="2147483694" r:id="rId41"/>
    <p:sldLayoutId id="2147483695" r:id="rId42"/>
  </p:sldLayoutIdLst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731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77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pos="5110" userDrawn="1">
          <p15:clr>
            <a:srgbClr val="F26B43"/>
          </p15:clr>
        </p15:guide>
        <p15:guide id="11" pos="64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share/enter-kahoot-title/d7dae286-9757-40b4-84d5-98d3a7be896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INF1070 Lab 7: Regex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C8E0-7B35-11AD-2B97-1B0EED9B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B9FA-9BE7-239B-3018-58F98757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Rappel </a:t>
            </a:r>
            <a:r>
              <a:rPr lang="en-US" sz="4000" dirty="0" err="1"/>
              <a:t>RegEx</a:t>
            </a:r>
            <a:r>
              <a:rPr lang="en-US" sz="4000" dirty="0"/>
              <a:t> – BRE (Pt1)</a:t>
            </a:r>
            <a:endParaRPr lang="en-CA" dirty="0"/>
          </a:p>
        </p:txBody>
      </p:sp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D317C392-83E0-87D7-86A7-F862F3E57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035414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12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1809-0A6B-5EB7-D781-9949C437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Rappel </a:t>
            </a:r>
            <a:r>
              <a:rPr lang="en-US" sz="4000" dirty="0" err="1"/>
              <a:t>RegEx</a:t>
            </a:r>
            <a:r>
              <a:rPr lang="en-US" sz="4000" dirty="0"/>
              <a:t> – BRE </a:t>
            </a:r>
            <a:r>
              <a:rPr lang="en-US" dirty="0"/>
              <a:t>(Pt2)</a:t>
            </a:r>
            <a:endParaRPr lang="en-CA" dirty="0"/>
          </a:p>
        </p:txBody>
      </p:sp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F948A26F-CB53-145B-521A-80AFFC38B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582758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481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349D-9140-9A74-D87B-861E1F3E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FE9A-3C87-EF8E-2067-FBB4EA66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Rappel </a:t>
            </a:r>
            <a:r>
              <a:rPr lang="en-US" sz="4000" dirty="0" err="1"/>
              <a:t>RegEx</a:t>
            </a:r>
            <a:r>
              <a:rPr lang="en-US" sz="4000" dirty="0"/>
              <a:t> – ERE (Pt1)</a:t>
            </a:r>
            <a:endParaRPr lang="en-CA" dirty="0"/>
          </a:p>
        </p:txBody>
      </p:sp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0B9B8481-81F3-5DE9-3248-81035981F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842050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983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14102-6599-185D-F011-D5E9A246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Rappel </a:t>
            </a:r>
            <a:r>
              <a:rPr lang="en-US" err="1"/>
              <a:t>RegEx</a:t>
            </a:r>
            <a:r>
              <a:rPr lang="fr-CA"/>
              <a:t> – Classes POSIX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EFE5F3-CB46-DFD9-3E41-BF60B4015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14214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6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47415-E6FF-4C8D-7A56-807BF2F4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GREP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424F55B-70B7-29B0-0D2E-AAC74BA9F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354518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917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383A-70DB-C01E-70B2-C802F204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Quiz Kahoot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1FB83-34D0-FADA-789E-23AF96627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3"/>
              </a:rPr>
              <a:t>https://create.kahoot.it/share/enter-kahoot-title/d7dae286-9757-40b4-84d5-98d3a7be8960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5404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335B74"/>
      </a:hlink>
      <a:folHlink>
        <a:srgbClr val="B26B02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Coral">
  <a:themeElements>
    <a:clrScheme name="Custom 177">
      <a:dk1>
        <a:srgbClr val="414042"/>
      </a:dk1>
      <a:lt1>
        <a:sysClr val="window" lastClr="FFFFFF"/>
      </a:lt1>
      <a:dk2>
        <a:srgbClr val="44546A"/>
      </a:dk2>
      <a:lt2>
        <a:srgbClr val="E7E6E6"/>
      </a:lt2>
      <a:accent1>
        <a:srgbClr val="E57373"/>
      </a:accent1>
      <a:accent2>
        <a:srgbClr val="F28B82"/>
      </a:accent2>
      <a:accent3>
        <a:srgbClr val="6D6E71"/>
      </a:accent3>
      <a:accent4>
        <a:srgbClr val="414042"/>
      </a:accent4>
      <a:accent5>
        <a:srgbClr val="B0B1B5"/>
      </a:accent5>
      <a:accent6>
        <a:srgbClr val="D32F2F"/>
      </a:accent6>
      <a:hlink>
        <a:srgbClr val="0563C1"/>
      </a:hlink>
      <a:folHlink>
        <a:srgbClr val="954F72"/>
      </a:folHlink>
    </a:clrScheme>
    <a:fontScheme name="Custom 126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34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ED5C9B9-85D7-44B2-AC1B-F2CE1C9841E1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{79FBAA82-3DA4-4F5F-98FF-242C349472AE}tf56219246_win32</Template>
  <TotalTime>421</TotalTime>
  <Words>367</Words>
  <Application>Microsoft Office PowerPoint</Application>
  <PresentationFormat>Widescreen</PresentationFormat>
  <Paragraphs>61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Arial Black</vt:lpstr>
      <vt:lpstr>Avenir Next LT Pro</vt:lpstr>
      <vt:lpstr>Avenir Next LT Pro Light</vt:lpstr>
      <vt:lpstr>Calibri</vt:lpstr>
      <vt:lpstr>Garamond</vt:lpstr>
      <vt:lpstr>SavonVTI</vt:lpstr>
      <vt:lpstr>Coral</vt:lpstr>
      <vt:lpstr>INF1070 Lab 7: Regex</vt:lpstr>
      <vt:lpstr>Rappel RegEx – BRE (Pt1)</vt:lpstr>
      <vt:lpstr>Rappel RegEx – BRE (Pt2)</vt:lpstr>
      <vt:lpstr>Rappel RegEx – ERE (Pt1)</vt:lpstr>
      <vt:lpstr>Rappel RegEx – Classes POSIX</vt:lpstr>
      <vt:lpstr>GREP</vt:lpstr>
      <vt:lpstr>Quiz Kahoot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</cp:lastModifiedBy>
  <cp:revision>4</cp:revision>
  <dcterms:created xsi:type="dcterms:W3CDTF">2025-02-24T08:36:11Z</dcterms:created>
  <dcterms:modified xsi:type="dcterms:W3CDTF">2026-02-22T19:28:09Z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