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6" autoAdjust="0"/>
    <p:restoredTop sz="94660"/>
  </p:normalViewPr>
  <p:slideViewPr>
    <p:cSldViewPr snapToGrid="0">
      <p:cViewPr varScale="1">
        <p:scale>
          <a:sx n="93" d="100"/>
          <a:sy n="93" d="100"/>
        </p:scale>
        <p:origin x="75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E523F58-3C3E-4990-A63E-27C7A0C32068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CD52D69-5F4C-4C15-971C-15C0FA381CF9}">
      <dgm:prSet/>
      <dgm:spPr/>
      <dgm:t>
        <a:bodyPr/>
        <a:lstStyle/>
        <a:p>
          <a:r>
            <a:rPr lang="en-CA"/>
            <a:t>Lisez le manuel de tar pour voir comment extraire</a:t>
          </a:r>
          <a:endParaRPr lang="en-US"/>
        </a:p>
      </dgm:t>
    </dgm:pt>
    <dgm:pt modelId="{357E59F7-3FB4-48AC-A542-60F226EF001F}" type="parTrans" cxnId="{D5666377-82B7-4BF9-8A9A-F0FDD39F8EB9}">
      <dgm:prSet/>
      <dgm:spPr/>
      <dgm:t>
        <a:bodyPr/>
        <a:lstStyle/>
        <a:p>
          <a:endParaRPr lang="en-US"/>
        </a:p>
      </dgm:t>
    </dgm:pt>
    <dgm:pt modelId="{9F8E8740-1197-4200-A90C-65891E20D743}" type="sibTrans" cxnId="{D5666377-82B7-4BF9-8A9A-F0FDD39F8EB9}">
      <dgm:prSet/>
      <dgm:spPr/>
      <dgm:t>
        <a:bodyPr/>
        <a:lstStyle/>
        <a:p>
          <a:endParaRPr lang="en-US"/>
        </a:p>
      </dgm:t>
    </dgm:pt>
    <dgm:pt modelId="{72BD6B45-FD67-467E-A143-274F68EE3A27}">
      <dgm:prSet/>
      <dgm:spPr/>
      <dgm:t>
        <a:bodyPr/>
        <a:lstStyle/>
        <a:p>
          <a:r>
            <a:rPr lang="en-CA"/>
            <a:t>Indices: </a:t>
          </a:r>
          <a:endParaRPr lang="en-US"/>
        </a:p>
      </dgm:t>
    </dgm:pt>
    <dgm:pt modelId="{A0A987B5-FFB2-4638-91E3-B2EF0D1DCD00}" type="parTrans" cxnId="{174EC8D3-AEA8-48B7-BED3-8A64DA3053A6}">
      <dgm:prSet/>
      <dgm:spPr/>
      <dgm:t>
        <a:bodyPr/>
        <a:lstStyle/>
        <a:p>
          <a:endParaRPr lang="en-US"/>
        </a:p>
      </dgm:t>
    </dgm:pt>
    <dgm:pt modelId="{9318ABA9-DFC5-4DF3-A6BD-B4723554F0BD}" type="sibTrans" cxnId="{174EC8D3-AEA8-48B7-BED3-8A64DA3053A6}">
      <dgm:prSet/>
      <dgm:spPr/>
      <dgm:t>
        <a:bodyPr/>
        <a:lstStyle/>
        <a:p>
          <a:endParaRPr lang="en-US"/>
        </a:p>
      </dgm:t>
    </dgm:pt>
    <dgm:pt modelId="{E4939CB6-5A74-4290-AE10-85030E31A9BD}">
      <dgm:prSet/>
      <dgm:spPr/>
      <dgm:t>
        <a:bodyPr/>
        <a:lstStyle/>
        <a:p>
          <a:r>
            <a:rPr lang="en-CA"/>
            <a:t>D</a:t>
          </a:r>
          <a:r>
            <a:rPr lang="fr-CA"/>
            <a:t>écouvrez le type de votre fichier avec file</a:t>
          </a:r>
          <a:endParaRPr lang="en-US"/>
        </a:p>
      </dgm:t>
    </dgm:pt>
    <dgm:pt modelId="{52664D2C-DF01-4945-823B-22DDE8E748E8}" type="parTrans" cxnId="{DF2B988B-9D1F-4551-A26A-B1E9F0EDF7C4}">
      <dgm:prSet/>
      <dgm:spPr/>
      <dgm:t>
        <a:bodyPr/>
        <a:lstStyle/>
        <a:p>
          <a:endParaRPr lang="en-US"/>
        </a:p>
      </dgm:t>
    </dgm:pt>
    <dgm:pt modelId="{16E93328-96A1-487A-AFE5-4DB20185ED0A}" type="sibTrans" cxnId="{DF2B988B-9D1F-4551-A26A-B1E9F0EDF7C4}">
      <dgm:prSet/>
      <dgm:spPr/>
      <dgm:t>
        <a:bodyPr/>
        <a:lstStyle/>
        <a:p>
          <a:endParaRPr lang="en-US"/>
        </a:p>
      </dgm:t>
    </dgm:pt>
    <dgm:pt modelId="{F5BE77B6-0208-46B0-A1B6-CD4903D23BF4}">
      <dgm:prSet/>
      <dgm:spPr/>
      <dgm:t>
        <a:bodyPr/>
        <a:lstStyle/>
        <a:p>
          <a:r>
            <a:rPr lang="fr-CA"/>
            <a:t>Recherchez dans manuel avec /chaine</a:t>
          </a:r>
          <a:endParaRPr lang="en-US"/>
        </a:p>
      </dgm:t>
    </dgm:pt>
    <dgm:pt modelId="{E6D904E5-49E2-4B9E-B572-C5A8C7E5A52C}" type="parTrans" cxnId="{9C0FEBA3-753A-4473-BE63-A5E1D4C5F2A1}">
      <dgm:prSet/>
      <dgm:spPr/>
      <dgm:t>
        <a:bodyPr/>
        <a:lstStyle/>
        <a:p>
          <a:endParaRPr lang="en-US"/>
        </a:p>
      </dgm:t>
    </dgm:pt>
    <dgm:pt modelId="{A3BDED7E-53D8-43C4-83EB-2924BCF6E18B}" type="sibTrans" cxnId="{9C0FEBA3-753A-4473-BE63-A5E1D4C5F2A1}">
      <dgm:prSet/>
      <dgm:spPr/>
      <dgm:t>
        <a:bodyPr/>
        <a:lstStyle/>
        <a:p>
          <a:endParaRPr lang="en-US"/>
        </a:p>
      </dgm:t>
    </dgm:pt>
    <dgm:pt modelId="{4F30EE71-E4AE-4115-9F3F-7540F42B8A71}">
      <dgm:prSet/>
      <dgm:spPr/>
      <dgm:t>
        <a:bodyPr/>
        <a:lstStyle/>
        <a:p>
          <a:r>
            <a:rPr lang="fr-CA"/>
            <a:t>Vous avez besoin de minimum 2 options pour tar</a:t>
          </a:r>
          <a:endParaRPr lang="en-US"/>
        </a:p>
      </dgm:t>
    </dgm:pt>
    <dgm:pt modelId="{98583914-22DF-4318-B95E-0416018241B5}" type="parTrans" cxnId="{AACA5FAF-8AD6-4B96-8DC7-B944ECFCBED1}">
      <dgm:prSet/>
      <dgm:spPr/>
      <dgm:t>
        <a:bodyPr/>
        <a:lstStyle/>
        <a:p>
          <a:endParaRPr lang="en-US"/>
        </a:p>
      </dgm:t>
    </dgm:pt>
    <dgm:pt modelId="{C2CB5D13-4CAF-46EF-BD91-9B2F75C91536}" type="sibTrans" cxnId="{AACA5FAF-8AD6-4B96-8DC7-B944ECFCBED1}">
      <dgm:prSet/>
      <dgm:spPr/>
      <dgm:t>
        <a:bodyPr/>
        <a:lstStyle/>
        <a:p>
          <a:endParaRPr lang="en-US"/>
        </a:p>
      </dgm:t>
    </dgm:pt>
    <dgm:pt modelId="{9CBEC189-49D7-472B-815D-C968BAD2FBCC}" type="pres">
      <dgm:prSet presAssocID="{CE523F58-3C3E-4990-A63E-27C7A0C32068}" presName="Name0" presStyleCnt="0">
        <dgm:presLayoutVars>
          <dgm:dir/>
          <dgm:animLvl val="lvl"/>
          <dgm:resizeHandles val="exact"/>
        </dgm:presLayoutVars>
      </dgm:prSet>
      <dgm:spPr/>
    </dgm:pt>
    <dgm:pt modelId="{882EF607-4764-4432-A9EE-DE74927DD926}" type="pres">
      <dgm:prSet presAssocID="{72BD6B45-FD67-467E-A143-274F68EE3A27}" presName="boxAndChildren" presStyleCnt="0"/>
      <dgm:spPr/>
    </dgm:pt>
    <dgm:pt modelId="{E77D91E7-0E69-473C-AE38-CB4EDEE274E2}" type="pres">
      <dgm:prSet presAssocID="{72BD6B45-FD67-467E-A143-274F68EE3A27}" presName="parentTextBox" presStyleLbl="node1" presStyleIdx="0" presStyleCnt="2"/>
      <dgm:spPr/>
    </dgm:pt>
    <dgm:pt modelId="{D0685206-FCD0-43B8-9785-D92E605D5281}" type="pres">
      <dgm:prSet presAssocID="{72BD6B45-FD67-467E-A143-274F68EE3A27}" presName="entireBox" presStyleLbl="node1" presStyleIdx="0" presStyleCnt="2"/>
      <dgm:spPr/>
    </dgm:pt>
    <dgm:pt modelId="{AD2170F4-0AED-414D-B953-B2F3E280B554}" type="pres">
      <dgm:prSet presAssocID="{72BD6B45-FD67-467E-A143-274F68EE3A27}" presName="descendantBox" presStyleCnt="0"/>
      <dgm:spPr/>
    </dgm:pt>
    <dgm:pt modelId="{9C73F884-1F93-48FB-B8C0-86B371E0E567}" type="pres">
      <dgm:prSet presAssocID="{E4939CB6-5A74-4290-AE10-85030E31A9BD}" presName="childTextBox" presStyleLbl="fgAccFollowNode1" presStyleIdx="0" presStyleCnt="3">
        <dgm:presLayoutVars>
          <dgm:bulletEnabled val="1"/>
        </dgm:presLayoutVars>
      </dgm:prSet>
      <dgm:spPr/>
    </dgm:pt>
    <dgm:pt modelId="{FC322867-F5C1-41E1-A681-8CD8CE9B3566}" type="pres">
      <dgm:prSet presAssocID="{F5BE77B6-0208-46B0-A1B6-CD4903D23BF4}" presName="childTextBox" presStyleLbl="fgAccFollowNode1" presStyleIdx="1" presStyleCnt="3">
        <dgm:presLayoutVars>
          <dgm:bulletEnabled val="1"/>
        </dgm:presLayoutVars>
      </dgm:prSet>
      <dgm:spPr/>
    </dgm:pt>
    <dgm:pt modelId="{15F63DA0-3C22-4A01-9F0A-CA36B222E684}" type="pres">
      <dgm:prSet presAssocID="{4F30EE71-E4AE-4115-9F3F-7540F42B8A71}" presName="childTextBox" presStyleLbl="fgAccFollowNode1" presStyleIdx="2" presStyleCnt="3">
        <dgm:presLayoutVars>
          <dgm:bulletEnabled val="1"/>
        </dgm:presLayoutVars>
      </dgm:prSet>
      <dgm:spPr/>
    </dgm:pt>
    <dgm:pt modelId="{7AF41269-F636-4AF4-AF44-9E0D5EDB929B}" type="pres">
      <dgm:prSet presAssocID="{9F8E8740-1197-4200-A90C-65891E20D743}" presName="sp" presStyleCnt="0"/>
      <dgm:spPr/>
    </dgm:pt>
    <dgm:pt modelId="{6251810E-F73E-48E2-B04B-9FCA60DFEFA5}" type="pres">
      <dgm:prSet presAssocID="{8CD52D69-5F4C-4C15-971C-15C0FA381CF9}" presName="arrowAndChildren" presStyleCnt="0"/>
      <dgm:spPr/>
    </dgm:pt>
    <dgm:pt modelId="{9FAB131C-72F1-4802-9CAF-1641FE085A41}" type="pres">
      <dgm:prSet presAssocID="{8CD52D69-5F4C-4C15-971C-15C0FA381CF9}" presName="parentTextArrow" presStyleLbl="node1" presStyleIdx="1" presStyleCnt="2"/>
      <dgm:spPr/>
    </dgm:pt>
  </dgm:ptLst>
  <dgm:cxnLst>
    <dgm:cxn modelId="{8DF1C418-71DC-4F8F-BA8E-DFAA14BE3DF1}" type="presOf" srcId="{4F30EE71-E4AE-4115-9F3F-7540F42B8A71}" destId="{15F63DA0-3C22-4A01-9F0A-CA36B222E684}" srcOrd="0" destOrd="0" presId="urn:microsoft.com/office/officeart/2005/8/layout/process4"/>
    <dgm:cxn modelId="{BF75E436-35EC-40A0-8360-DB7D37E9EA3C}" type="presOf" srcId="{F5BE77B6-0208-46B0-A1B6-CD4903D23BF4}" destId="{FC322867-F5C1-41E1-A681-8CD8CE9B3566}" srcOrd="0" destOrd="0" presId="urn:microsoft.com/office/officeart/2005/8/layout/process4"/>
    <dgm:cxn modelId="{52B5744B-5A73-4A01-BAC3-AB5C126A034A}" type="presOf" srcId="{72BD6B45-FD67-467E-A143-274F68EE3A27}" destId="{E77D91E7-0E69-473C-AE38-CB4EDEE274E2}" srcOrd="0" destOrd="0" presId="urn:microsoft.com/office/officeart/2005/8/layout/process4"/>
    <dgm:cxn modelId="{9E24336F-5F0D-414C-BF61-94DDE94BBE44}" type="presOf" srcId="{E4939CB6-5A74-4290-AE10-85030E31A9BD}" destId="{9C73F884-1F93-48FB-B8C0-86B371E0E567}" srcOrd="0" destOrd="0" presId="urn:microsoft.com/office/officeart/2005/8/layout/process4"/>
    <dgm:cxn modelId="{D5666377-82B7-4BF9-8A9A-F0FDD39F8EB9}" srcId="{CE523F58-3C3E-4990-A63E-27C7A0C32068}" destId="{8CD52D69-5F4C-4C15-971C-15C0FA381CF9}" srcOrd="0" destOrd="0" parTransId="{357E59F7-3FB4-48AC-A542-60F226EF001F}" sibTransId="{9F8E8740-1197-4200-A90C-65891E20D743}"/>
    <dgm:cxn modelId="{9D29487A-BF20-4366-83BA-952511F1955E}" type="presOf" srcId="{72BD6B45-FD67-467E-A143-274F68EE3A27}" destId="{D0685206-FCD0-43B8-9785-D92E605D5281}" srcOrd="1" destOrd="0" presId="urn:microsoft.com/office/officeart/2005/8/layout/process4"/>
    <dgm:cxn modelId="{DF2B988B-9D1F-4551-A26A-B1E9F0EDF7C4}" srcId="{72BD6B45-FD67-467E-A143-274F68EE3A27}" destId="{E4939CB6-5A74-4290-AE10-85030E31A9BD}" srcOrd="0" destOrd="0" parTransId="{52664D2C-DF01-4945-823B-22DDE8E748E8}" sibTransId="{16E93328-96A1-487A-AFE5-4DB20185ED0A}"/>
    <dgm:cxn modelId="{9C0FEBA3-753A-4473-BE63-A5E1D4C5F2A1}" srcId="{72BD6B45-FD67-467E-A143-274F68EE3A27}" destId="{F5BE77B6-0208-46B0-A1B6-CD4903D23BF4}" srcOrd="1" destOrd="0" parTransId="{E6D904E5-49E2-4B9E-B572-C5A8C7E5A52C}" sibTransId="{A3BDED7E-53D8-43C4-83EB-2924BCF6E18B}"/>
    <dgm:cxn modelId="{AACA5FAF-8AD6-4B96-8DC7-B944ECFCBED1}" srcId="{72BD6B45-FD67-467E-A143-274F68EE3A27}" destId="{4F30EE71-E4AE-4115-9F3F-7540F42B8A71}" srcOrd="2" destOrd="0" parTransId="{98583914-22DF-4318-B95E-0416018241B5}" sibTransId="{C2CB5D13-4CAF-46EF-BD91-9B2F75C91536}"/>
    <dgm:cxn modelId="{174EC8D3-AEA8-48B7-BED3-8A64DA3053A6}" srcId="{CE523F58-3C3E-4990-A63E-27C7A0C32068}" destId="{72BD6B45-FD67-467E-A143-274F68EE3A27}" srcOrd="1" destOrd="0" parTransId="{A0A987B5-FFB2-4638-91E3-B2EF0D1DCD00}" sibTransId="{9318ABA9-DFC5-4DF3-A6BD-B4723554F0BD}"/>
    <dgm:cxn modelId="{2DDEC0E1-304E-4DE3-83C2-73A085F49818}" type="presOf" srcId="{CE523F58-3C3E-4990-A63E-27C7A0C32068}" destId="{9CBEC189-49D7-472B-815D-C968BAD2FBCC}" srcOrd="0" destOrd="0" presId="urn:microsoft.com/office/officeart/2005/8/layout/process4"/>
    <dgm:cxn modelId="{5E2272F7-C292-4719-82F5-D42804B1A0AF}" type="presOf" srcId="{8CD52D69-5F4C-4C15-971C-15C0FA381CF9}" destId="{9FAB131C-72F1-4802-9CAF-1641FE085A41}" srcOrd="0" destOrd="0" presId="urn:microsoft.com/office/officeart/2005/8/layout/process4"/>
    <dgm:cxn modelId="{97912221-EC58-4D42-A84B-B14A0EF36451}" type="presParOf" srcId="{9CBEC189-49D7-472B-815D-C968BAD2FBCC}" destId="{882EF607-4764-4432-A9EE-DE74927DD926}" srcOrd="0" destOrd="0" presId="urn:microsoft.com/office/officeart/2005/8/layout/process4"/>
    <dgm:cxn modelId="{D6E76CC5-17E3-4FB3-84E4-4FDF68295855}" type="presParOf" srcId="{882EF607-4764-4432-A9EE-DE74927DD926}" destId="{E77D91E7-0E69-473C-AE38-CB4EDEE274E2}" srcOrd="0" destOrd="0" presId="urn:microsoft.com/office/officeart/2005/8/layout/process4"/>
    <dgm:cxn modelId="{10C73834-4C35-4B9E-AA54-7887360451B8}" type="presParOf" srcId="{882EF607-4764-4432-A9EE-DE74927DD926}" destId="{D0685206-FCD0-43B8-9785-D92E605D5281}" srcOrd="1" destOrd="0" presId="urn:microsoft.com/office/officeart/2005/8/layout/process4"/>
    <dgm:cxn modelId="{966EACFE-A07A-4DD2-B913-052D94B3487A}" type="presParOf" srcId="{882EF607-4764-4432-A9EE-DE74927DD926}" destId="{AD2170F4-0AED-414D-B953-B2F3E280B554}" srcOrd="2" destOrd="0" presId="urn:microsoft.com/office/officeart/2005/8/layout/process4"/>
    <dgm:cxn modelId="{B64BBA62-F906-4596-8DB4-F19B835CB96D}" type="presParOf" srcId="{AD2170F4-0AED-414D-B953-B2F3E280B554}" destId="{9C73F884-1F93-48FB-B8C0-86B371E0E567}" srcOrd="0" destOrd="0" presId="urn:microsoft.com/office/officeart/2005/8/layout/process4"/>
    <dgm:cxn modelId="{6F2A6389-9D99-4BC4-885B-67A9142584BD}" type="presParOf" srcId="{AD2170F4-0AED-414D-B953-B2F3E280B554}" destId="{FC322867-F5C1-41E1-A681-8CD8CE9B3566}" srcOrd="1" destOrd="0" presId="urn:microsoft.com/office/officeart/2005/8/layout/process4"/>
    <dgm:cxn modelId="{22D8F9C5-5B0B-4CBF-9759-BD514E3CA94B}" type="presParOf" srcId="{AD2170F4-0AED-414D-B953-B2F3E280B554}" destId="{15F63DA0-3C22-4A01-9F0A-CA36B222E684}" srcOrd="2" destOrd="0" presId="urn:microsoft.com/office/officeart/2005/8/layout/process4"/>
    <dgm:cxn modelId="{AF0DD195-8BEC-4AFB-B135-EBB4FFD416CD}" type="presParOf" srcId="{9CBEC189-49D7-472B-815D-C968BAD2FBCC}" destId="{7AF41269-F636-4AF4-AF44-9E0D5EDB929B}" srcOrd="1" destOrd="0" presId="urn:microsoft.com/office/officeart/2005/8/layout/process4"/>
    <dgm:cxn modelId="{1913A6FA-9E18-49A9-9D68-4051E6EB1D9C}" type="presParOf" srcId="{9CBEC189-49D7-472B-815D-C968BAD2FBCC}" destId="{6251810E-F73E-48E2-B04B-9FCA60DFEFA5}" srcOrd="2" destOrd="0" presId="urn:microsoft.com/office/officeart/2005/8/layout/process4"/>
    <dgm:cxn modelId="{7CF9D4B0-056C-4565-8C1B-B21CBEBB3B70}" type="presParOf" srcId="{6251810E-F73E-48E2-B04B-9FCA60DFEFA5}" destId="{9FAB131C-72F1-4802-9CAF-1641FE085A41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015033E-4103-4F85-989B-AA0982E5A475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D4A53ECA-EF5A-4DFC-9FDD-E36B5345B027}">
      <dgm:prSet/>
      <dgm:spPr/>
      <dgm:t>
        <a:bodyPr/>
        <a:lstStyle/>
        <a:p>
          <a:r>
            <a:rPr lang="fr-FR"/>
            <a:t>Point d’interrogation ? — un caractère quelconque.</a:t>
          </a:r>
          <a:endParaRPr lang="en-US"/>
        </a:p>
      </dgm:t>
    </dgm:pt>
    <dgm:pt modelId="{0ED86503-15AE-4D79-BFC8-9751DED683E4}" type="parTrans" cxnId="{23037BC3-F582-4C72-BC25-D52F0DD0A716}">
      <dgm:prSet/>
      <dgm:spPr/>
      <dgm:t>
        <a:bodyPr/>
        <a:lstStyle/>
        <a:p>
          <a:endParaRPr lang="en-US"/>
        </a:p>
      </dgm:t>
    </dgm:pt>
    <dgm:pt modelId="{11AB5E2F-5343-45F7-8A1E-04521E611302}" type="sibTrans" cxnId="{23037BC3-F582-4C72-BC25-D52F0DD0A716}">
      <dgm:prSet/>
      <dgm:spPr/>
      <dgm:t>
        <a:bodyPr/>
        <a:lstStyle/>
        <a:p>
          <a:endParaRPr lang="en-US"/>
        </a:p>
      </dgm:t>
    </dgm:pt>
    <dgm:pt modelId="{A08DFA77-5F2E-4A70-8263-96FB70703F2C}">
      <dgm:prSet/>
      <dgm:spPr/>
      <dgm:t>
        <a:bodyPr/>
        <a:lstStyle/>
        <a:p>
          <a:r>
            <a:rPr lang="fr-FR"/>
            <a:t>Étoile * — zéro, un ou plusieurs caractères</a:t>
          </a:r>
          <a:endParaRPr lang="en-US"/>
        </a:p>
      </dgm:t>
    </dgm:pt>
    <dgm:pt modelId="{BE349412-C3D4-44FE-AD5F-4CD9CE1A71EB}" type="parTrans" cxnId="{E6376FF6-542D-44BE-A417-41AA38D9FE0F}">
      <dgm:prSet/>
      <dgm:spPr/>
      <dgm:t>
        <a:bodyPr/>
        <a:lstStyle/>
        <a:p>
          <a:endParaRPr lang="en-US"/>
        </a:p>
      </dgm:t>
    </dgm:pt>
    <dgm:pt modelId="{30F973FE-A6DD-4E4D-A513-DB3BA3864262}" type="sibTrans" cxnId="{E6376FF6-542D-44BE-A417-41AA38D9FE0F}">
      <dgm:prSet/>
      <dgm:spPr/>
      <dgm:t>
        <a:bodyPr/>
        <a:lstStyle/>
        <a:p>
          <a:endParaRPr lang="en-US"/>
        </a:p>
      </dgm:t>
    </dgm:pt>
    <dgm:pt modelId="{EA8E3A3F-04E0-4B7C-B87E-DC44927885CF}">
      <dgm:prSet/>
      <dgm:spPr/>
      <dgm:t>
        <a:bodyPr/>
        <a:lstStyle/>
        <a:p>
          <a:r>
            <a:rPr lang="fr-FR"/>
            <a:t>Crochets [] — un seul des caractères de la liste</a:t>
          </a:r>
          <a:endParaRPr lang="en-US"/>
        </a:p>
      </dgm:t>
    </dgm:pt>
    <dgm:pt modelId="{5009F66E-86A5-4378-81EA-0522114EABCF}" type="parTrans" cxnId="{663955EB-E5EB-4D8C-BBAD-C1B5916835ED}">
      <dgm:prSet/>
      <dgm:spPr/>
      <dgm:t>
        <a:bodyPr/>
        <a:lstStyle/>
        <a:p>
          <a:endParaRPr lang="en-US"/>
        </a:p>
      </dgm:t>
    </dgm:pt>
    <dgm:pt modelId="{905D278E-4A22-4606-AD0D-BD7D2F01ACF8}" type="sibTrans" cxnId="{663955EB-E5EB-4D8C-BBAD-C1B5916835ED}">
      <dgm:prSet/>
      <dgm:spPr/>
      <dgm:t>
        <a:bodyPr/>
        <a:lstStyle/>
        <a:p>
          <a:endParaRPr lang="en-US"/>
        </a:p>
      </dgm:t>
    </dgm:pt>
    <dgm:pt modelId="{D6CA9018-1188-4D66-B375-55D0307F235D}" type="pres">
      <dgm:prSet presAssocID="{D015033E-4103-4F85-989B-AA0982E5A475}" presName="vert0" presStyleCnt="0">
        <dgm:presLayoutVars>
          <dgm:dir/>
          <dgm:animOne val="branch"/>
          <dgm:animLvl val="lvl"/>
        </dgm:presLayoutVars>
      </dgm:prSet>
      <dgm:spPr/>
    </dgm:pt>
    <dgm:pt modelId="{B3FD331A-D3F2-4EDE-829B-54E28232FC65}" type="pres">
      <dgm:prSet presAssocID="{D4A53ECA-EF5A-4DFC-9FDD-E36B5345B027}" presName="thickLine" presStyleLbl="alignNode1" presStyleIdx="0" presStyleCnt="3"/>
      <dgm:spPr/>
    </dgm:pt>
    <dgm:pt modelId="{BB32CFF3-FC59-4D78-9B0A-D5F2B5A6ACDC}" type="pres">
      <dgm:prSet presAssocID="{D4A53ECA-EF5A-4DFC-9FDD-E36B5345B027}" presName="horz1" presStyleCnt="0"/>
      <dgm:spPr/>
    </dgm:pt>
    <dgm:pt modelId="{B2F63E16-0B05-4E36-8558-1BD1D05DE080}" type="pres">
      <dgm:prSet presAssocID="{D4A53ECA-EF5A-4DFC-9FDD-E36B5345B027}" presName="tx1" presStyleLbl="revTx" presStyleIdx="0" presStyleCnt="3"/>
      <dgm:spPr/>
    </dgm:pt>
    <dgm:pt modelId="{BFFCA5B4-49E4-4FAB-B1ED-0E79B9E5E3BE}" type="pres">
      <dgm:prSet presAssocID="{D4A53ECA-EF5A-4DFC-9FDD-E36B5345B027}" presName="vert1" presStyleCnt="0"/>
      <dgm:spPr/>
    </dgm:pt>
    <dgm:pt modelId="{D5FA6213-4084-4ADD-B26A-E6AF2FC34773}" type="pres">
      <dgm:prSet presAssocID="{A08DFA77-5F2E-4A70-8263-96FB70703F2C}" presName="thickLine" presStyleLbl="alignNode1" presStyleIdx="1" presStyleCnt="3"/>
      <dgm:spPr/>
    </dgm:pt>
    <dgm:pt modelId="{91BA5DDB-1EAC-4F94-ADB6-1D6C08BDC72B}" type="pres">
      <dgm:prSet presAssocID="{A08DFA77-5F2E-4A70-8263-96FB70703F2C}" presName="horz1" presStyleCnt="0"/>
      <dgm:spPr/>
    </dgm:pt>
    <dgm:pt modelId="{11F44A31-2E31-46AF-83BA-97548ACA1D48}" type="pres">
      <dgm:prSet presAssocID="{A08DFA77-5F2E-4A70-8263-96FB70703F2C}" presName="tx1" presStyleLbl="revTx" presStyleIdx="1" presStyleCnt="3"/>
      <dgm:spPr/>
    </dgm:pt>
    <dgm:pt modelId="{65122611-6631-49A9-A7DF-FE5BDD044B09}" type="pres">
      <dgm:prSet presAssocID="{A08DFA77-5F2E-4A70-8263-96FB70703F2C}" presName="vert1" presStyleCnt="0"/>
      <dgm:spPr/>
    </dgm:pt>
    <dgm:pt modelId="{A229605D-3CD5-40E5-8C06-F6B867FF88EE}" type="pres">
      <dgm:prSet presAssocID="{EA8E3A3F-04E0-4B7C-B87E-DC44927885CF}" presName="thickLine" presStyleLbl="alignNode1" presStyleIdx="2" presStyleCnt="3"/>
      <dgm:spPr/>
    </dgm:pt>
    <dgm:pt modelId="{18B1FC36-C5F9-42FC-AB2A-9F134505C07E}" type="pres">
      <dgm:prSet presAssocID="{EA8E3A3F-04E0-4B7C-B87E-DC44927885CF}" presName="horz1" presStyleCnt="0"/>
      <dgm:spPr/>
    </dgm:pt>
    <dgm:pt modelId="{2052E862-16E6-4B8D-864F-4FF615806F0A}" type="pres">
      <dgm:prSet presAssocID="{EA8E3A3F-04E0-4B7C-B87E-DC44927885CF}" presName="tx1" presStyleLbl="revTx" presStyleIdx="2" presStyleCnt="3"/>
      <dgm:spPr/>
    </dgm:pt>
    <dgm:pt modelId="{219666F9-0F0B-476A-8B2C-8734C1A31E74}" type="pres">
      <dgm:prSet presAssocID="{EA8E3A3F-04E0-4B7C-B87E-DC44927885CF}" presName="vert1" presStyleCnt="0"/>
      <dgm:spPr/>
    </dgm:pt>
  </dgm:ptLst>
  <dgm:cxnLst>
    <dgm:cxn modelId="{DD349635-8628-4847-ABEC-B8AC68B8AF7B}" type="presOf" srcId="{D015033E-4103-4F85-989B-AA0982E5A475}" destId="{D6CA9018-1188-4D66-B375-55D0307F235D}" srcOrd="0" destOrd="0" presId="urn:microsoft.com/office/officeart/2008/layout/LinedList"/>
    <dgm:cxn modelId="{0C6C319F-5E8E-45BC-B232-0EFB7BA7A657}" type="presOf" srcId="{D4A53ECA-EF5A-4DFC-9FDD-E36B5345B027}" destId="{B2F63E16-0B05-4E36-8558-1BD1D05DE080}" srcOrd="0" destOrd="0" presId="urn:microsoft.com/office/officeart/2008/layout/LinedList"/>
    <dgm:cxn modelId="{D5CE36AB-FDB0-4D64-A8BB-81F61543E5E4}" type="presOf" srcId="{A08DFA77-5F2E-4A70-8263-96FB70703F2C}" destId="{11F44A31-2E31-46AF-83BA-97548ACA1D48}" srcOrd="0" destOrd="0" presId="urn:microsoft.com/office/officeart/2008/layout/LinedList"/>
    <dgm:cxn modelId="{D71BF9AD-3B2B-4C80-B317-BB856B81AC5E}" type="presOf" srcId="{EA8E3A3F-04E0-4B7C-B87E-DC44927885CF}" destId="{2052E862-16E6-4B8D-864F-4FF615806F0A}" srcOrd="0" destOrd="0" presId="urn:microsoft.com/office/officeart/2008/layout/LinedList"/>
    <dgm:cxn modelId="{23037BC3-F582-4C72-BC25-D52F0DD0A716}" srcId="{D015033E-4103-4F85-989B-AA0982E5A475}" destId="{D4A53ECA-EF5A-4DFC-9FDD-E36B5345B027}" srcOrd="0" destOrd="0" parTransId="{0ED86503-15AE-4D79-BFC8-9751DED683E4}" sibTransId="{11AB5E2F-5343-45F7-8A1E-04521E611302}"/>
    <dgm:cxn modelId="{663955EB-E5EB-4D8C-BBAD-C1B5916835ED}" srcId="{D015033E-4103-4F85-989B-AA0982E5A475}" destId="{EA8E3A3F-04E0-4B7C-B87E-DC44927885CF}" srcOrd="2" destOrd="0" parTransId="{5009F66E-86A5-4378-81EA-0522114EABCF}" sibTransId="{905D278E-4A22-4606-AD0D-BD7D2F01ACF8}"/>
    <dgm:cxn modelId="{E6376FF6-542D-44BE-A417-41AA38D9FE0F}" srcId="{D015033E-4103-4F85-989B-AA0982E5A475}" destId="{A08DFA77-5F2E-4A70-8263-96FB70703F2C}" srcOrd="1" destOrd="0" parTransId="{BE349412-C3D4-44FE-AD5F-4CD9CE1A71EB}" sibTransId="{30F973FE-A6DD-4E4D-A513-DB3BA3864262}"/>
    <dgm:cxn modelId="{1F6AA5E1-FCAE-4A87-AF12-0561B1959C10}" type="presParOf" srcId="{D6CA9018-1188-4D66-B375-55D0307F235D}" destId="{B3FD331A-D3F2-4EDE-829B-54E28232FC65}" srcOrd="0" destOrd="0" presId="urn:microsoft.com/office/officeart/2008/layout/LinedList"/>
    <dgm:cxn modelId="{F5A83B9D-97B9-4C6D-9344-17AC07640681}" type="presParOf" srcId="{D6CA9018-1188-4D66-B375-55D0307F235D}" destId="{BB32CFF3-FC59-4D78-9B0A-D5F2B5A6ACDC}" srcOrd="1" destOrd="0" presId="urn:microsoft.com/office/officeart/2008/layout/LinedList"/>
    <dgm:cxn modelId="{1C8DD9CB-5978-449C-9884-1DE0F5FD5D2B}" type="presParOf" srcId="{BB32CFF3-FC59-4D78-9B0A-D5F2B5A6ACDC}" destId="{B2F63E16-0B05-4E36-8558-1BD1D05DE080}" srcOrd="0" destOrd="0" presId="urn:microsoft.com/office/officeart/2008/layout/LinedList"/>
    <dgm:cxn modelId="{150A148C-294A-400A-BF2E-9E070DB47D86}" type="presParOf" srcId="{BB32CFF3-FC59-4D78-9B0A-D5F2B5A6ACDC}" destId="{BFFCA5B4-49E4-4FAB-B1ED-0E79B9E5E3BE}" srcOrd="1" destOrd="0" presId="urn:microsoft.com/office/officeart/2008/layout/LinedList"/>
    <dgm:cxn modelId="{3AE4D4CE-5AAB-4684-B531-B3D387101B58}" type="presParOf" srcId="{D6CA9018-1188-4D66-B375-55D0307F235D}" destId="{D5FA6213-4084-4ADD-B26A-E6AF2FC34773}" srcOrd="2" destOrd="0" presId="urn:microsoft.com/office/officeart/2008/layout/LinedList"/>
    <dgm:cxn modelId="{394BEDD2-DC0E-47E4-956A-C2E83E4D31FE}" type="presParOf" srcId="{D6CA9018-1188-4D66-B375-55D0307F235D}" destId="{91BA5DDB-1EAC-4F94-ADB6-1D6C08BDC72B}" srcOrd="3" destOrd="0" presId="urn:microsoft.com/office/officeart/2008/layout/LinedList"/>
    <dgm:cxn modelId="{D8FB1C71-D56D-452D-B5EA-C17212482252}" type="presParOf" srcId="{91BA5DDB-1EAC-4F94-ADB6-1D6C08BDC72B}" destId="{11F44A31-2E31-46AF-83BA-97548ACA1D48}" srcOrd="0" destOrd="0" presId="urn:microsoft.com/office/officeart/2008/layout/LinedList"/>
    <dgm:cxn modelId="{7A1E8DE4-F0FF-4CAB-AF21-2B44B67669FF}" type="presParOf" srcId="{91BA5DDB-1EAC-4F94-ADB6-1D6C08BDC72B}" destId="{65122611-6631-49A9-A7DF-FE5BDD044B09}" srcOrd="1" destOrd="0" presId="urn:microsoft.com/office/officeart/2008/layout/LinedList"/>
    <dgm:cxn modelId="{F4EBB942-FBA7-4860-898D-A943B552FC90}" type="presParOf" srcId="{D6CA9018-1188-4D66-B375-55D0307F235D}" destId="{A229605D-3CD5-40E5-8C06-F6B867FF88EE}" srcOrd="4" destOrd="0" presId="urn:microsoft.com/office/officeart/2008/layout/LinedList"/>
    <dgm:cxn modelId="{FBFEE89A-E44E-4815-BB7E-57ABF33134B0}" type="presParOf" srcId="{D6CA9018-1188-4D66-B375-55D0307F235D}" destId="{18B1FC36-C5F9-42FC-AB2A-9F134505C07E}" srcOrd="5" destOrd="0" presId="urn:microsoft.com/office/officeart/2008/layout/LinedList"/>
    <dgm:cxn modelId="{0079B3F3-F70F-4DFA-8747-BEF4D26257E4}" type="presParOf" srcId="{18B1FC36-C5F9-42FC-AB2A-9F134505C07E}" destId="{2052E862-16E6-4B8D-864F-4FF615806F0A}" srcOrd="0" destOrd="0" presId="urn:microsoft.com/office/officeart/2008/layout/LinedList"/>
    <dgm:cxn modelId="{8F65F2C7-B9D0-40A3-954A-53B8B04D58E0}" type="presParOf" srcId="{18B1FC36-C5F9-42FC-AB2A-9F134505C07E}" destId="{219666F9-0F0B-476A-8B2C-8734C1A31E7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90446B5-D109-4978-B2E8-9EEE82759B46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48520641-15BC-451A-87C9-4157C56078DE}">
      <dgm:prSet/>
      <dgm:spPr/>
      <dgm:t>
        <a:bodyPr/>
        <a:lstStyle/>
        <a:p>
          <a:r>
            <a:rPr lang="fr-CA"/>
            <a:t>SSH: Lisez le manuel de ssh</a:t>
          </a:r>
          <a:endParaRPr lang="en-US"/>
        </a:p>
      </dgm:t>
    </dgm:pt>
    <dgm:pt modelId="{13C69500-A522-45FB-B01F-FE751F5D2EF9}" type="parTrans" cxnId="{01236F51-EDF2-4FA8-A209-C39E1EA652B5}">
      <dgm:prSet/>
      <dgm:spPr/>
      <dgm:t>
        <a:bodyPr/>
        <a:lstStyle/>
        <a:p>
          <a:endParaRPr lang="en-US"/>
        </a:p>
      </dgm:t>
    </dgm:pt>
    <dgm:pt modelId="{3292F130-1C71-4AA5-9C28-CD786F3DC1F1}" type="sibTrans" cxnId="{01236F51-EDF2-4FA8-A209-C39E1EA652B5}">
      <dgm:prSet/>
      <dgm:spPr/>
      <dgm:t>
        <a:bodyPr/>
        <a:lstStyle/>
        <a:p>
          <a:endParaRPr lang="en-US"/>
        </a:p>
      </dgm:t>
    </dgm:pt>
    <dgm:pt modelId="{98C3BAFD-A86D-4808-95B0-AEEAB03D25B0}">
      <dgm:prSet/>
      <dgm:spPr/>
      <dgm:t>
        <a:bodyPr/>
        <a:lstStyle/>
        <a:p>
          <a:r>
            <a:rPr lang="fr-CA"/>
            <a:t>Host: </a:t>
          </a:r>
          <a:r>
            <a:rPr lang="en-CA"/>
            <a:t>bandit.labs.overthewire.org</a:t>
          </a:r>
          <a:endParaRPr lang="en-US"/>
        </a:p>
      </dgm:t>
    </dgm:pt>
    <dgm:pt modelId="{2EA49C63-AB5E-427B-999F-BC3F29DE45B5}" type="parTrans" cxnId="{BF5B65D0-F3E3-4070-90C3-45F7BBBB83B6}">
      <dgm:prSet/>
      <dgm:spPr/>
      <dgm:t>
        <a:bodyPr/>
        <a:lstStyle/>
        <a:p>
          <a:endParaRPr lang="en-US"/>
        </a:p>
      </dgm:t>
    </dgm:pt>
    <dgm:pt modelId="{C54D8AEA-A0BD-47B4-9D27-EEF472217C46}" type="sibTrans" cxnId="{BF5B65D0-F3E3-4070-90C3-45F7BBBB83B6}">
      <dgm:prSet/>
      <dgm:spPr/>
      <dgm:t>
        <a:bodyPr/>
        <a:lstStyle/>
        <a:p>
          <a:endParaRPr lang="en-US"/>
        </a:p>
      </dgm:t>
    </dgm:pt>
    <dgm:pt modelId="{C39AC82E-A10E-4D06-ACFB-8495C08820AE}">
      <dgm:prSet/>
      <dgm:spPr/>
      <dgm:t>
        <a:bodyPr/>
        <a:lstStyle/>
        <a:p>
          <a:r>
            <a:rPr lang="en-CA"/>
            <a:t>Nom d’Utilisateur (pour niveau 0): bandit0</a:t>
          </a:r>
          <a:endParaRPr lang="en-US"/>
        </a:p>
      </dgm:t>
    </dgm:pt>
    <dgm:pt modelId="{C06E108C-CB98-423E-8397-251A5AE8DBE2}" type="parTrans" cxnId="{8ECD6C79-516E-4B8D-85DD-59D33755870A}">
      <dgm:prSet/>
      <dgm:spPr/>
      <dgm:t>
        <a:bodyPr/>
        <a:lstStyle/>
        <a:p>
          <a:endParaRPr lang="en-US"/>
        </a:p>
      </dgm:t>
    </dgm:pt>
    <dgm:pt modelId="{31B73B38-211C-4E4E-B367-CD6944CAB590}" type="sibTrans" cxnId="{8ECD6C79-516E-4B8D-85DD-59D33755870A}">
      <dgm:prSet/>
      <dgm:spPr/>
      <dgm:t>
        <a:bodyPr/>
        <a:lstStyle/>
        <a:p>
          <a:endParaRPr lang="en-US"/>
        </a:p>
      </dgm:t>
    </dgm:pt>
    <dgm:pt modelId="{90198260-2F3E-4502-8480-E921CE160F85}">
      <dgm:prSet/>
      <dgm:spPr/>
      <dgm:t>
        <a:bodyPr/>
        <a:lstStyle/>
        <a:p>
          <a:r>
            <a:rPr lang="en-CA"/>
            <a:t>Mot de passe: bandit0</a:t>
          </a:r>
          <a:endParaRPr lang="en-US"/>
        </a:p>
      </dgm:t>
    </dgm:pt>
    <dgm:pt modelId="{2FCA89DA-CA3F-4E35-B6BB-2D512BC24884}" type="parTrans" cxnId="{C856FD73-E044-458C-971B-C6599347690C}">
      <dgm:prSet/>
      <dgm:spPr/>
      <dgm:t>
        <a:bodyPr/>
        <a:lstStyle/>
        <a:p>
          <a:endParaRPr lang="en-US"/>
        </a:p>
      </dgm:t>
    </dgm:pt>
    <dgm:pt modelId="{8A0EE25E-379A-4978-AF70-9D14A5C4282C}" type="sibTrans" cxnId="{C856FD73-E044-458C-971B-C6599347690C}">
      <dgm:prSet/>
      <dgm:spPr/>
      <dgm:t>
        <a:bodyPr/>
        <a:lstStyle/>
        <a:p>
          <a:endParaRPr lang="en-US"/>
        </a:p>
      </dgm:t>
    </dgm:pt>
    <dgm:pt modelId="{FC1D9E1D-49F7-404B-8720-C72CD8DBF54C}">
      <dgm:prSet/>
      <dgm:spPr/>
      <dgm:t>
        <a:bodyPr/>
        <a:lstStyle/>
        <a:p>
          <a:r>
            <a:rPr lang="en-CA"/>
            <a:t>Port: 2220</a:t>
          </a:r>
          <a:endParaRPr lang="en-US"/>
        </a:p>
      </dgm:t>
    </dgm:pt>
    <dgm:pt modelId="{F0A4ADAF-03C2-420A-8F38-3A512576DD07}" type="parTrans" cxnId="{E373B24B-AA2B-4CA8-9415-D5BD08D248A7}">
      <dgm:prSet/>
      <dgm:spPr/>
      <dgm:t>
        <a:bodyPr/>
        <a:lstStyle/>
        <a:p>
          <a:endParaRPr lang="en-US"/>
        </a:p>
      </dgm:t>
    </dgm:pt>
    <dgm:pt modelId="{35FCA01A-1F59-4649-9349-05E15C184A36}" type="sibTrans" cxnId="{E373B24B-AA2B-4CA8-9415-D5BD08D248A7}">
      <dgm:prSet/>
      <dgm:spPr/>
      <dgm:t>
        <a:bodyPr/>
        <a:lstStyle/>
        <a:p>
          <a:endParaRPr lang="en-US"/>
        </a:p>
      </dgm:t>
    </dgm:pt>
    <dgm:pt modelId="{20FDFF2B-8F4E-4F91-899E-943FB786EF7F}" type="pres">
      <dgm:prSet presAssocID="{790446B5-D109-4978-B2E8-9EEE82759B46}" presName="linear" presStyleCnt="0">
        <dgm:presLayoutVars>
          <dgm:animLvl val="lvl"/>
          <dgm:resizeHandles val="exact"/>
        </dgm:presLayoutVars>
      </dgm:prSet>
      <dgm:spPr/>
    </dgm:pt>
    <dgm:pt modelId="{C4C57B8A-FE11-4B3B-9684-C1C21AD37278}" type="pres">
      <dgm:prSet presAssocID="{48520641-15BC-451A-87C9-4157C56078DE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F58BA292-DB9F-40A9-BED8-0F320E69F25A}" type="pres">
      <dgm:prSet presAssocID="{3292F130-1C71-4AA5-9C28-CD786F3DC1F1}" presName="spacer" presStyleCnt="0"/>
      <dgm:spPr/>
    </dgm:pt>
    <dgm:pt modelId="{918F092E-35EB-4A91-AEDF-97EB49BBC7FD}" type="pres">
      <dgm:prSet presAssocID="{98C3BAFD-A86D-4808-95B0-AEEAB03D25B0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6BB81F8B-F3F1-4BA0-95F7-FF595AEF9D97}" type="pres">
      <dgm:prSet presAssocID="{C54D8AEA-A0BD-47B4-9D27-EEF472217C46}" presName="spacer" presStyleCnt="0"/>
      <dgm:spPr/>
    </dgm:pt>
    <dgm:pt modelId="{8E4CF637-F1A1-4105-803C-CFFAACB0E88D}" type="pres">
      <dgm:prSet presAssocID="{C39AC82E-A10E-4D06-ACFB-8495C08820AE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DAB9DC19-AFA2-4840-8DE4-027394C2660A}" type="pres">
      <dgm:prSet presAssocID="{31B73B38-211C-4E4E-B367-CD6944CAB590}" presName="spacer" presStyleCnt="0"/>
      <dgm:spPr/>
    </dgm:pt>
    <dgm:pt modelId="{619151FC-3768-4BF7-8107-93AF2046F8ED}" type="pres">
      <dgm:prSet presAssocID="{90198260-2F3E-4502-8480-E921CE160F85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548CE42E-C481-4F22-B62C-BA79096A83C5}" type="pres">
      <dgm:prSet presAssocID="{8A0EE25E-379A-4978-AF70-9D14A5C4282C}" presName="spacer" presStyleCnt="0"/>
      <dgm:spPr/>
    </dgm:pt>
    <dgm:pt modelId="{230DF074-AA0C-470A-A228-0CC31D47C27B}" type="pres">
      <dgm:prSet presAssocID="{FC1D9E1D-49F7-404B-8720-C72CD8DBF54C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E2C1E523-B7FE-4CF5-BC15-F7E2C1655440}" type="presOf" srcId="{48520641-15BC-451A-87C9-4157C56078DE}" destId="{C4C57B8A-FE11-4B3B-9684-C1C21AD37278}" srcOrd="0" destOrd="0" presId="urn:microsoft.com/office/officeart/2005/8/layout/vList2"/>
    <dgm:cxn modelId="{7230A837-17AF-42D5-9D0A-D71E76FD34FF}" type="presOf" srcId="{790446B5-D109-4978-B2E8-9EEE82759B46}" destId="{20FDFF2B-8F4E-4F91-899E-943FB786EF7F}" srcOrd="0" destOrd="0" presId="urn:microsoft.com/office/officeart/2005/8/layout/vList2"/>
    <dgm:cxn modelId="{E373B24B-AA2B-4CA8-9415-D5BD08D248A7}" srcId="{790446B5-D109-4978-B2E8-9EEE82759B46}" destId="{FC1D9E1D-49F7-404B-8720-C72CD8DBF54C}" srcOrd="4" destOrd="0" parTransId="{F0A4ADAF-03C2-420A-8F38-3A512576DD07}" sibTransId="{35FCA01A-1F59-4649-9349-05E15C184A36}"/>
    <dgm:cxn modelId="{66DFB24B-0E6E-4788-9DA4-2CC88FD15493}" type="presOf" srcId="{90198260-2F3E-4502-8480-E921CE160F85}" destId="{619151FC-3768-4BF7-8107-93AF2046F8ED}" srcOrd="0" destOrd="0" presId="urn:microsoft.com/office/officeart/2005/8/layout/vList2"/>
    <dgm:cxn modelId="{164FD46B-9266-4910-B282-A46213A39763}" type="presOf" srcId="{C39AC82E-A10E-4D06-ACFB-8495C08820AE}" destId="{8E4CF637-F1A1-4105-803C-CFFAACB0E88D}" srcOrd="0" destOrd="0" presId="urn:microsoft.com/office/officeart/2005/8/layout/vList2"/>
    <dgm:cxn modelId="{A7C8346C-BDFE-42CB-8A4C-7DF8B5B86B7B}" type="presOf" srcId="{98C3BAFD-A86D-4808-95B0-AEEAB03D25B0}" destId="{918F092E-35EB-4A91-AEDF-97EB49BBC7FD}" srcOrd="0" destOrd="0" presId="urn:microsoft.com/office/officeart/2005/8/layout/vList2"/>
    <dgm:cxn modelId="{01236F51-EDF2-4FA8-A209-C39E1EA652B5}" srcId="{790446B5-D109-4978-B2E8-9EEE82759B46}" destId="{48520641-15BC-451A-87C9-4157C56078DE}" srcOrd="0" destOrd="0" parTransId="{13C69500-A522-45FB-B01F-FE751F5D2EF9}" sibTransId="{3292F130-1C71-4AA5-9C28-CD786F3DC1F1}"/>
    <dgm:cxn modelId="{C856FD73-E044-458C-971B-C6599347690C}" srcId="{790446B5-D109-4978-B2E8-9EEE82759B46}" destId="{90198260-2F3E-4502-8480-E921CE160F85}" srcOrd="3" destOrd="0" parTransId="{2FCA89DA-CA3F-4E35-B6BB-2D512BC24884}" sibTransId="{8A0EE25E-379A-4978-AF70-9D14A5C4282C}"/>
    <dgm:cxn modelId="{8ECD6C79-516E-4B8D-85DD-59D33755870A}" srcId="{790446B5-D109-4978-B2E8-9EEE82759B46}" destId="{C39AC82E-A10E-4D06-ACFB-8495C08820AE}" srcOrd="2" destOrd="0" parTransId="{C06E108C-CB98-423E-8397-251A5AE8DBE2}" sibTransId="{31B73B38-211C-4E4E-B367-CD6944CAB590}"/>
    <dgm:cxn modelId="{89A319B0-AF08-4CE9-8210-B4F398590406}" type="presOf" srcId="{FC1D9E1D-49F7-404B-8720-C72CD8DBF54C}" destId="{230DF074-AA0C-470A-A228-0CC31D47C27B}" srcOrd="0" destOrd="0" presId="urn:microsoft.com/office/officeart/2005/8/layout/vList2"/>
    <dgm:cxn modelId="{BF5B65D0-F3E3-4070-90C3-45F7BBBB83B6}" srcId="{790446B5-D109-4978-B2E8-9EEE82759B46}" destId="{98C3BAFD-A86D-4808-95B0-AEEAB03D25B0}" srcOrd="1" destOrd="0" parTransId="{2EA49C63-AB5E-427B-999F-BC3F29DE45B5}" sibTransId="{C54D8AEA-A0BD-47B4-9D27-EEF472217C46}"/>
    <dgm:cxn modelId="{1D080982-3B73-4175-95D9-C06766E2DE97}" type="presParOf" srcId="{20FDFF2B-8F4E-4F91-899E-943FB786EF7F}" destId="{C4C57B8A-FE11-4B3B-9684-C1C21AD37278}" srcOrd="0" destOrd="0" presId="urn:microsoft.com/office/officeart/2005/8/layout/vList2"/>
    <dgm:cxn modelId="{814370D2-FC72-4CA4-B2C5-3249CF37BD2A}" type="presParOf" srcId="{20FDFF2B-8F4E-4F91-899E-943FB786EF7F}" destId="{F58BA292-DB9F-40A9-BED8-0F320E69F25A}" srcOrd="1" destOrd="0" presId="urn:microsoft.com/office/officeart/2005/8/layout/vList2"/>
    <dgm:cxn modelId="{07C78253-6592-490C-AF20-D93145BFF32C}" type="presParOf" srcId="{20FDFF2B-8F4E-4F91-899E-943FB786EF7F}" destId="{918F092E-35EB-4A91-AEDF-97EB49BBC7FD}" srcOrd="2" destOrd="0" presId="urn:microsoft.com/office/officeart/2005/8/layout/vList2"/>
    <dgm:cxn modelId="{71F4E6FB-D552-415D-980B-0BD03A46647D}" type="presParOf" srcId="{20FDFF2B-8F4E-4F91-899E-943FB786EF7F}" destId="{6BB81F8B-F3F1-4BA0-95F7-FF595AEF9D97}" srcOrd="3" destOrd="0" presId="urn:microsoft.com/office/officeart/2005/8/layout/vList2"/>
    <dgm:cxn modelId="{D6DEC4F3-8FA2-4146-8655-5B8B2C09AE32}" type="presParOf" srcId="{20FDFF2B-8F4E-4F91-899E-943FB786EF7F}" destId="{8E4CF637-F1A1-4105-803C-CFFAACB0E88D}" srcOrd="4" destOrd="0" presId="urn:microsoft.com/office/officeart/2005/8/layout/vList2"/>
    <dgm:cxn modelId="{A749C39B-E742-4864-9E4D-5EDA917EE435}" type="presParOf" srcId="{20FDFF2B-8F4E-4F91-899E-943FB786EF7F}" destId="{DAB9DC19-AFA2-4840-8DE4-027394C2660A}" srcOrd="5" destOrd="0" presId="urn:microsoft.com/office/officeart/2005/8/layout/vList2"/>
    <dgm:cxn modelId="{E7661737-68C1-43F2-9B7F-A05A408C2678}" type="presParOf" srcId="{20FDFF2B-8F4E-4F91-899E-943FB786EF7F}" destId="{619151FC-3768-4BF7-8107-93AF2046F8ED}" srcOrd="6" destOrd="0" presId="urn:microsoft.com/office/officeart/2005/8/layout/vList2"/>
    <dgm:cxn modelId="{D7477C95-C58F-4335-9234-E6DDBE328C9C}" type="presParOf" srcId="{20FDFF2B-8F4E-4F91-899E-943FB786EF7F}" destId="{548CE42E-C481-4F22-B62C-BA79096A83C5}" srcOrd="7" destOrd="0" presId="urn:microsoft.com/office/officeart/2005/8/layout/vList2"/>
    <dgm:cxn modelId="{DA714D34-0D0F-4D90-BFCB-C3FC8DCB81B8}" type="presParOf" srcId="{20FDFF2B-8F4E-4F91-899E-943FB786EF7F}" destId="{230DF074-AA0C-470A-A228-0CC31D47C27B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0D2A0A2-9F79-4423-9FE1-FFA21ABB188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17A2BF36-4D92-409B-B1CA-BBB77157D0E8}">
      <dgm:prSet/>
      <dgm:spPr/>
      <dgm:t>
        <a:bodyPr/>
        <a:lstStyle/>
        <a:p>
          <a:r>
            <a:rPr lang="fr-CA"/>
            <a:t>Mission 6: C’est pas nécessaire de filtrer avec tous les </a:t>
          </a:r>
          <a:r>
            <a:rPr lang="fr-FR"/>
            <a:t>propriétés spécifiées</a:t>
          </a:r>
          <a:endParaRPr lang="en-US"/>
        </a:p>
      </dgm:t>
    </dgm:pt>
    <dgm:pt modelId="{A9A3EB21-9342-4F2E-8E84-34C5303C3EC6}" type="parTrans" cxnId="{FFEFB02A-B9FE-4597-A93A-F58F18362243}">
      <dgm:prSet/>
      <dgm:spPr/>
      <dgm:t>
        <a:bodyPr/>
        <a:lstStyle/>
        <a:p>
          <a:endParaRPr lang="en-US"/>
        </a:p>
      </dgm:t>
    </dgm:pt>
    <dgm:pt modelId="{1C8B80C9-5B1F-4381-BB3D-D1398C0C1D49}" type="sibTrans" cxnId="{FFEFB02A-B9FE-4597-A93A-F58F18362243}">
      <dgm:prSet/>
      <dgm:spPr/>
      <dgm:t>
        <a:bodyPr/>
        <a:lstStyle/>
        <a:p>
          <a:endParaRPr lang="en-US"/>
        </a:p>
      </dgm:t>
    </dgm:pt>
    <dgm:pt modelId="{DFDC55A6-9187-4252-8915-583DEC3BD8B6}">
      <dgm:prSet/>
      <dgm:spPr/>
      <dgm:t>
        <a:bodyPr/>
        <a:lstStyle/>
        <a:p>
          <a:r>
            <a:rPr lang="fr-FR"/>
            <a:t>Note :  « uniq » ne détecte pas les lignes répétées, sauf si elles sont adjacentes.</a:t>
          </a:r>
          <a:endParaRPr lang="en-US"/>
        </a:p>
      </dgm:t>
    </dgm:pt>
    <dgm:pt modelId="{B6C71800-5FC3-4243-99F4-EE9A34D5816D}" type="parTrans" cxnId="{166056D0-CE15-4104-AF2C-3C383C40635B}">
      <dgm:prSet/>
      <dgm:spPr/>
      <dgm:t>
        <a:bodyPr/>
        <a:lstStyle/>
        <a:p>
          <a:endParaRPr lang="en-US"/>
        </a:p>
      </dgm:t>
    </dgm:pt>
    <dgm:pt modelId="{BE2A2CF2-853A-4EF6-BEAE-1178206AEB2E}" type="sibTrans" cxnId="{166056D0-CE15-4104-AF2C-3C383C40635B}">
      <dgm:prSet/>
      <dgm:spPr/>
      <dgm:t>
        <a:bodyPr/>
        <a:lstStyle/>
        <a:p>
          <a:endParaRPr lang="en-US"/>
        </a:p>
      </dgm:t>
    </dgm:pt>
    <dgm:pt modelId="{EE5DF931-FF05-4C95-B0FD-7EF0827CCDF7}" type="pres">
      <dgm:prSet presAssocID="{E0D2A0A2-9F79-4423-9FE1-FFA21ABB188D}" presName="root" presStyleCnt="0">
        <dgm:presLayoutVars>
          <dgm:dir/>
          <dgm:resizeHandles val="exact"/>
        </dgm:presLayoutVars>
      </dgm:prSet>
      <dgm:spPr/>
    </dgm:pt>
    <dgm:pt modelId="{534C8759-5049-4815-B2FC-8A7AD13C9F12}" type="pres">
      <dgm:prSet presAssocID="{17A2BF36-4D92-409B-B1CA-BBB77157D0E8}" presName="compNode" presStyleCnt="0"/>
      <dgm:spPr/>
    </dgm:pt>
    <dgm:pt modelId="{38C7BC9C-F6F3-42AA-9E8C-3BC891892FCD}" type="pres">
      <dgm:prSet presAssocID="{17A2BF36-4D92-409B-B1CA-BBB77157D0E8}" presName="bgRect" presStyleLbl="bgShp" presStyleIdx="0" presStyleCnt="2"/>
      <dgm:spPr/>
    </dgm:pt>
    <dgm:pt modelId="{3C21DDE7-201F-44D0-9F79-834EAB077058}" type="pres">
      <dgm:prSet presAssocID="{17A2BF36-4D92-409B-B1CA-BBB77157D0E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D56307BF-EABF-446B-928F-C5A26BA7AC8E}" type="pres">
      <dgm:prSet presAssocID="{17A2BF36-4D92-409B-B1CA-BBB77157D0E8}" presName="spaceRect" presStyleCnt="0"/>
      <dgm:spPr/>
    </dgm:pt>
    <dgm:pt modelId="{C19BC923-6BC9-47A8-A849-CDD31A9FBE73}" type="pres">
      <dgm:prSet presAssocID="{17A2BF36-4D92-409B-B1CA-BBB77157D0E8}" presName="parTx" presStyleLbl="revTx" presStyleIdx="0" presStyleCnt="2">
        <dgm:presLayoutVars>
          <dgm:chMax val="0"/>
          <dgm:chPref val="0"/>
        </dgm:presLayoutVars>
      </dgm:prSet>
      <dgm:spPr/>
    </dgm:pt>
    <dgm:pt modelId="{F8C9F4C6-30F5-4077-B7E7-608405FEAA42}" type="pres">
      <dgm:prSet presAssocID="{1C8B80C9-5B1F-4381-BB3D-D1398C0C1D49}" presName="sibTrans" presStyleCnt="0"/>
      <dgm:spPr/>
    </dgm:pt>
    <dgm:pt modelId="{8ABF4462-7C31-4F1E-9546-744C6CA68611}" type="pres">
      <dgm:prSet presAssocID="{DFDC55A6-9187-4252-8915-583DEC3BD8B6}" presName="compNode" presStyleCnt="0"/>
      <dgm:spPr/>
    </dgm:pt>
    <dgm:pt modelId="{F9077781-A260-49B3-A95E-ED6FB4701424}" type="pres">
      <dgm:prSet presAssocID="{DFDC55A6-9187-4252-8915-583DEC3BD8B6}" presName="bgRect" presStyleLbl="bgShp" presStyleIdx="1" presStyleCnt="2"/>
      <dgm:spPr/>
    </dgm:pt>
    <dgm:pt modelId="{B15F8A23-DDAD-479E-A7BF-1B28A0B8ED29}" type="pres">
      <dgm:prSet presAssocID="{DFDC55A6-9187-4252-8915-583DEC3BD8B6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tor"/>
        </a:ext>
      </dgm:extLst>
    </dgm:pt>
    <dgm:pt modelId="{2801BA12-27F1-4782-A699-2C3A260B9F4F}" type="pres">
      <dgm:prSet presAssocID="{DFDC55A6-9187-4252-8915-583DEC3BD8B6}" presName="spaceRect" presStyleCnt="0"/>
      <dgm:spPr/>
    </dgm:pt>
    <dgm:pt modelId="{2D1A6C3D-E6F7-4013-B3D0-B0550E5A59B7}" type="pres">
      <dgm:prSet presAssocID="{DFDC55A6-9187-4252-8915-583DEC3BD8B6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FFEFB02A-B9FE-4597-A93A-F58F18362243}" srcId="{E0D2A0A2-9F79-4423-9FE1-FFA21ABB188D}" destId="{17A2BF36-4D92-409B-B1CA-BBB77157D0E8}" srcOrd="0" destOrd="0" parTransId="{A9A3EB21-9342-4F2E-8E84-34C5303C3EC6}" sibTransId="{1C8B80C9-5B1F-4381-BB3D-D1398C0C1D49}"/>
    <dgm:cxn modelId="{F70ADB96-E426-4BC4-874A-1D512305B20E}" type="presOf" srcId="{17A2BF36-4D92-409B-B1CA-BBB77157D0E8}" destId="{C19BC923-6BC9-47A8-A849-CDD31A9FBE73}" srcOrd="0" destOrd="0" presId="urn:microsoft.com/office/officeart/2018/2/layout/IconVerticalSolidList"/>
    <dgm:cxn modelId="{56094CB5-4DE2-4141-80F2-E51E194C3D83}" type="presOf" srcId="{E0D2A0A2-9F79-4423-9FE1-FFA21ABB188D}" destId="{EE5DF931-FF05-4C95-B0FD-7EF0827CCDF7}" srcOrd="0" destOrd="0" presId="urn:microsoft.com/office/officeart/2018/2/layout/IconVerticalSolidList"/>
    <dgm:cxn modelId="{C1BA98CF-4704-4BCD-A71C-0CA8CEE7CCD6}" type="presOf" srcId="{DFDC55A6-9187-4252-8915-583DEC3BD8B6}" destId="{2D1A6C3D-E6F7-4013-B3D0-B0550E5A59B7}" srcOrd="0" destOrd="0" presId="urn:microsoft.com/office/officeart/2018/2/layout/IconVerticalSolidList"/>
    <dgm:cxn modelId="{166056D0-CE15-4104-AF2C-3C383C40635B}" srcId="{E0D2A0A2-9F79-4423-9FE1-FFA21ABB188D}" destId="{DFDC55A6-9187-4252-8915-583DEC3BD8B6}" srcOrd="1" destOrd="0" parTransId="{B6C71800-5FC3-4243-99F4-EE9A34D5816D}" sibTransId="{BE2A2CF2-853A-4EF6-BEAE-1178206AEB2E}"/>
    <dgm:cxn modelId="{2940A9AE-48AC-49F8-84F8-EA6AD6AAC740}" type="presParOf" srcId="{EE5DF931-FF05-4C95-B0FD-7EF0827CCDF7}" destId="{534C8759-5049-4815-B2FC-8A7AD13C9F12}" srcOrd="0" destOrd="0" presId="urn:microsoft.com/office/officeart/2018/2/layout/IconVerticalSolidList"/>
    <dgm:cxn modelId="{8F8132B8-9441-4FD6-9CD5-7CF99D3FEAF5}" type="presParOf" srcId="{534C8759-5049-4815-B2FC-8A7AD13C9F12}" destId="{38C7BC9C-F6F3-42AA-9E8C-3BC891892FCD}" srcOrd="0" destOrd="0" presId="urn:microsoft.com/office/officeart/2018/2/layout/IconVerticalSolidList"/>
    <dgm:cxn modelId="{492552BF-952C-4CD7-AC89-51D7C3CC07FA}" type="presParOf" srcId="{534C8759-5049-4815-B2FC-8A7AD13C9F12}" destId="{3C21DDE7-201F-44D0-9F79-834EAB077058}" srcOrd="1" destOrd="0" presId="urn:microsoft.com/office/officeart/2018/2/layout/IconVerticalSolidList"/>
    <dgm:cxn modelId="{AC9B2497-2C00-4B80-9FA1-2ED1D0E77D52}" type="presParOf" srcId="{534C8759-5049-4815-B2FC-8A7AD13C9F12}" destId="{D56307BF-EABF-446B-928F-C5A26BA7AC8E}" srcOrd="2" destOrd="0" presId="urn:microsoft.com/office/officeart/2018/2/layout/IconVerticalSolidList"/>
    <dgm:cxn modelId="{4FE9F77D-0111-4070-917B-CA4B00A4BEE8}" type="presParOf" srcId="{534C8759-5049-4815-B2FC-8A7AD13C9F12}" destId="{C19BC923-6BC9-47A8-A849-CDD31A9FBE73}" srcOrd="3" destOrd="0" presId="urn:microsoft.com/office/officeart/2018/2/layout/IconVerticalSolidList"/>
    <dgm:cxn modelId="{6650277B-F731-4260-8152-A3E391107A7E}" type="presParOf" srcId="{EE5DF931-FF05-4C95-B0FD-7EF0827CCDF7}" destId="{F8C9F4C6-30F5-4077-B7E7-608405FEAA42}" srcOrd="1" destOrd="0" presId="urn:microsoft.com/office/officeart/2018/2/layout/IconVerticalSolidList"/>
    <dgm:cxn modelId="{760A146D-A8B5-427D-BB82-82311DCBA8A7}" type="presParOf" srcId="{EE5DF931-FF05-4C95-B0FD-7EF0827CCDF7}" destId="{8ABF4462-7C31-4F1E-9546-744C6CA68611}" srcOrd="2" destOrd="0" presId="urn:microsoft.com/office/officeart/2018/2/layout/IconVerticalSolidList"/>
    <dgm:cxn modelId="{6B180F80-FD8A-4933-9A99-F5B10FC2EDD0}" type="presParOf" srcId="{8ABF4462-7C31-4F1E-9546-744C6CA68611}" destId="{F9077781-A260-49B3-A95E-ED6FB4701424}" srcOrd="0" destOrd="0" presId="urn:microsoft.com/office/officeart/2018/2/layout/IconVerticalSolidList"/>
    <dgm:cxn modelId="{403EFFCF-931B-458F-9B36-8563AE630EFC}" type="presParOf" srcId="{8ABF4462-7C31-4F1E-9546-744C6CA68611}" destId="{B15F8A23-DDAD-479E-A7BF-1B28A0B8ED29}" srcOrd="1" destOrd="0" presId="urn:microsoft.com/office/officeart/2018/2/layout/IconVerticalSolidList"/>
    <dgm:cxn modelId="{FA8555F4-D415-4713-84E2-C306A39395DA}" type="presParOf" srcId="{8ABF4462-7C31-4F1E-9546-744C6CA68611}" destId="{2801BA12-27F1-4782-A699-2C3A260B9F4F}" srcOrd="2" destOrd="0" presId="urn:microsoft.com/office/officeart/2018/2/layout/IconVerticalSolidList"/>
    <dgm:cxn modelId="{FB475186-4558-486D-8EA7-6117AE8AF61D}" type="presParOf" srcId="{8ABF4462-7C31-4F1E-9546-744C6CA68611}" destId="{2D1A6C3D-E6F7-4013-B3D0-B0550E5A59B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685206-FCD0-43B8-9785-D92E605D5281}">
      <dsp:nvSpPr>
        <dsp:cNvPr id="0" name=""/>
        <dsp:cNvSpPr/>
      </dsp:nvSpPr>
      <dsp:spPr>
        <a:xfrm>
          <a:off x="0" y="2967797"/>
          <a:ext cx="5886291" cy="194719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3144" tIns="263144" rIns="263144" bIns="263144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700" kern="1200"/>
            <a:t>Indices: </a:t>
          </a:r>
          <a:endParaRPr lang="en-US" sz="3700" kern="1200"/>
        </a:p>
      </dsp:txBody>
      <dsp:txXfrm>
        <a:off x="0" y="2967797"/>
        <a:ext cx="5886291" cy="1051486"/>
      </dsp:txXfrm>
    </dsp:sp>
    <dsp:sp modelId="{9C73F884-1F93-48FB-B8C0-86B371E0E567}">
      <dsp:nvSpPr>
        <dsp:cNvPr id="0" name=""/>
        <dsp:cNvSpPr/>
      </dsp:nvSpPr>
      <dsp:spPr>
        <a:xfrm>
          <a:off x="2874" y="3980339"/>
          <a:ext cx="1960180" cy="89571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24130" rIns="135128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900" kern="1200"/>
            <a:t>D</a:t>
          </a:r>
          <a:r>
            <a:rPr lang="fr-CA" sz="1900" kern="1200"/>
            <a:t>écouvrez le type de votre fichier avec file</a:t>
          </a:r>
          <a:endParaRPr lang="en-US" sz="1900" kern="1200"/>
        </a:p>
      </dsp:txBody>
      <dsp:txXfrm>
        <a:off x="2874" y="3980339"/>
        <a:ext cx="1960180" cy="895710"/>
      </dsp:txXfrm>
    </dsp:sp>
    <dsp:sp modelId="{FC322867-F5C1-41E1-A681-8CD8CE9B3566}">
      <dsp:nvSpPr>
        <dsp:cNvPr id="0" name=""/>
        <dsp:cNvSpPr/>
      </dsp:nvSpPr>
      <dsp:spPr>
        <a:xfrm>
          <a:off x="1963055" y="3980339"/>
          <a:ext cx="1960180" cy="895710"/>
        </a:xfrm>
        <a:prstGeom prst="rect">
          <a:avLst/>
        </a:prstGeom>
        <a:solidFill>
          <a:schemeClr val="accent2">
            <a:tint val="40000"/>
            <a:alpha val="90000"/>
            <a:hueOff val="-1935681"/>
            <a:satOff val="-9566"/>
            <a:lumOff val="-962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1935681"/>
              <a:satOff val="-9566"/>
              <a:lumOff val="-96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24130" rIns="135128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900" kern="1200"/>
            <a:t>Recherchez dans manuel avec /chaine</a:t>
          </a:r>
          <a:endParaRPr lang="en-US" sz="1900" kern="1200"/>
        </a:p>
      </dsp:txBody>
      <dsp:txXfrm>
        <a:off x="1963055" y="3980339"/>
        <a:ext cx="1960180" cy="895710"/>
      </dsp:txXfrm>
    </dsp:sp>
    <dsp:sp modelId="{15F63DA0-3C22-4A01-9F0A-CA36B222E684}">
      <dsp:nvSpPr>
        <dsp:cNvPr id="0" name=""/>
        <dsp:cNvSpPr/>
      </dsp:nvSpPr>
      <dsp:spPr>
        <a:xfrm>
          <a:off x="3923235" y="3980339"/>
          <a:ext cx="1960180" cy="895710"/>
        </a:xfrm>
        <a:prstGeom prst="rect">
          <a:avLst/>
        </a:prstGeom>
        <a:solidFill>
          <a:schemeClr val="accent2">
            <a:tint val="40000"/>
            <a:alpha val="90000"/>
            <a:hueOff val="-3871361"/>
            <a:satOff val="-19132"/>
            <a:lumOff val="-1925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3871361"/>
              <a:satOff val="-19132"/>
              <a:lumOff val="-192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24130" rIns="135128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900" kern="1200"/>
            <a:t>Vous avez besoin de minimum 2 options pour tar</a:t>
          </a:r>
          <a:endParaRPr lang="en-US" sz="1900" kern="1200"/>
        </a:p>
      </dsp:txBody>
      <dsp:txXfrm>
        <a:off x="3923235" y="3980339"/>
        <a:ext cx="1960180" cy="895710"/>
      </dsp:txXfrm>
    </dsp:sp>
    <dsp:sp modelId="{9FAB131C-72F1-4802-9CAF-1641FE085A41}">
      <dsp:nvSpPr>
        <dsp:cNvPr id="0" name=""/>
        <dsp:cNvSpPr/>
      </dsp:nvSpPr>
      <dsp:spPr>
        <a:xfrm rot="10800000">
          <a:off x="0" y="2217"/>
          <a:ext cx="5886291" cy="2994787"/>
        </a:xfrm>
        <a:prstGeom prst="upArrowCallout">
          <a:avLst/>
        </a:prstGeom>
        <a:solidFill>
          <a:schemeClr val="accent2">
            <a:hueOff val="-3110148"/>
            <a:satOff val="-16453"/>
            <a:lumOff val="-627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3144" tIns="263144" rIns="263144" bIns="263144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700" kern="1200"/>
            <a:t>Lisez le manuel de tar pour voir comment extraire</a:t>
          </a:r>
          <a:endParaRPr lang="en-US" sz="3700" kern="1200"/>
        </a:p>
      </dsp:txBody>
      <dsp:txXfrm rot="10800000">
        <a:off x="0" y="2217"/>
        <a:ext cx="5886291" cy="194592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FD331A-D3F2-4EDE-829B-54E28232FC65}">
      <dsp:nvSpPr>
        <dsp:cNvPr id="0" name=""/>
        <dsp:cNvSpPr/>
      </dsp:nvSpPr>
      <dsp:spPr>
        <a:xfrm>
          <a:off x="0" y="2400"/>
          <a:ext cx="588629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F63E16-0B05-4E36-8558-1BD1D05DE080}">
      <dsp:nvSpPr>
        <dsp:cNvPr id="0" name=""/>
        <dsp:cNvSpPr/>
      </dsp:nvSpPr>
      <dsp:spPr>
        <a:xfrm>
          <a:off x="0" y="2400"/>
          <a:ext cx="5886291" cy="16374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200" kern="1200"/>
            <a:t>Point d’interrogation ? — un caractère quelconque.</a:t>
          </a:r>
          <a:endParaRPr lang="en-US" sz="4200" kern="1200"/>
        </a:p>
      </dsp:txBody>
      <dsp:txXfrm>
        <a:off x="0" y="2400"/>
        <a:ext cx="5886291" cy="1637469"/>
      </dsp:txXfrm>
    </dsp:sp>
    <dsp:sp modelId="{D5FA6213-4084-4ADD-B26A-E6AF2FC34773}">
      <dsp:nvSpPr>
        <dsp:cNvPr id="0" name=""/>
        <dsp:cNvSpPr/>
      </dsp:nvSpPr>
      <dsp:spPr>
        <a:xfrm>
          <a:off x="0" y="1639870"/>
          <a:ext cx="5886291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F44A31-2E31-46AF-83BA-97548ACA1D48}">
      <dsp:nvSpPr>
        <dsp:cNvPr id="0" name=""/>
        <dsp:cNvSpPr/>
      </dsp:nvSpPr>
      <dsp:spPr>
        <a:xfrm>
          <a:off x="0" y="1639870"/>
          <a:ext cx="5886291" cy="16374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200" kern="1200"/>
            <a:t>Étoile * — zéro, un ou plusieurs caractères</a:t>
          </a:r>
          <a:endParaRPr lang="en-US" sz="4200" kern="1200"/>
        </a:p>
      </dsp:txBody>
      <dsp:txXfrm>
        <a:off x="0" y="1639870"/>
        <a:ext cx="5886291" cy="1637469"/>
      </dsp:txXfrm>
    </dsp:sp>
    <dsp:sp modelId="{A229605D-3CD5-40E5-8C06-F6B867FF88EE}">
      <dsp:nvSpPr>
        <dsp:cNvPr id="0" name=""/>
        <dsp:cNvSpPr/>
      </dsp:nvSpPr>
      <dsp:spPr>
        <a:xfrm>
          <a:off x="0" y="3277340"/>
          <a:ext cx="5886291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52E862-16E6-4B8D-864F-4FF615806F0A}">
      <dsp:nvSpPr>
        <dsp:cNvPr id="0" name=""/>
        <dsp:cNvSpPr/>
      </dsp:nvSpPr>
      <dsp:spPr>
        <a:xfrm>
          <a:off x="0" y="3277340"/>
          <a:ext cx="5886291" cy="16374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200" kern="1200"/>
            <a:t>Crochets [] — un seul des caractères de la liste</a:t>
          </a:r>
          <a:endParaRPr lang="en-US" sz="4200" kern="1200"/>
        </a:p>
      </dsp:txBody>
      <dsp:txXfrm>
        <a:off x="0" y="3277340"/>
        <a:ext cx="5886291" cy="163746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C57B8A-FE11-4B3B-9684-C1C21AD37278}">
      <dsp:nvSpPr>
        <dsp:cNvPr id="0" name=""/>
        <dsp:cNvSpPr/>
      </dsp:nvSpPr>
      <dsp:spPr>
        <a:xfrm>
          <a:off x="0" y="815543"/>
          <a:ext cx="5886291" cy="59962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500" kern="1200"/>
            <a:t>SSH: Lisez le manuel de ssh</a:t>
          </a:r>
          <a:endParaRPr lang="en-US" sz="2500" kern="1200"/>
        </a:p>
      </dsp:txBody>
      <dsp:txXfrm>
        <a:off x="29271" y="844814"/>
        <a:ext cx="5827749" cy="541083"/>
      </dsp:txXfrm>
    </dsp:sp>
    <dsp:sp modelId="{918F092E-35EB-4A91-AEDF-97EB49BBC7FD}">
      <dsp:nvSpPr>
        <dsp:cNvPr id="0" name=""/>
        <dsp:cNvSpPr/>
      </dsp:nvSpPr>
      <dsp:spPr>
        <a:xfrm>
          <a:off x="0" y="1487168"/>
          <a:ext cx="5886291" cy="599625"/>
        </a:xfrm>
        <a:prstGeom prst="roundRect">
          <a:avLst/>
        </a:prstGeom>
        <a:solidFill>
          <a:schemeClr val="accent5">
            <a:hueOff val="-501234"/>
            <a:satOff val="276"/>
            <a:lumOff val="132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500" kern="1200"/>
            <a:t>Host: </a:t>
          </a:r>
          <a:r>
            <a:rPr lang="en-CA" sz="2500" kern="1200"/>
            <a:t>bandit.labs.overthewire.org</a:t>
          </a:r>
          <a:endParaRPr lang="en-US" sz="2500" kern="1200"/>
        </a:p>
      </dsp:txBody>
      <dsp:txXfrm>
        <a:off x="29271" y="1516439"/>
        <a:ext cx="5827749" cy="541083"/>
      </dsp:txXfrm>
    </dsp:sp>
    <dsp:sp modelId="{8E4CF637-F1A1-4105-803C-CFFAACB0E88D}">
      <dsp:nvSpPr>
        <dsp:cNvPr id="0" name=""/>
        <dsp:cNvSpPr/>
      </dsp:nvSpPr>
      <dsp:spPr>
        <a:xfrm>
          <a:off x="0" y="2158793"/>
          <a:ext cx="5886291" cy="599625"/>
        </a:xfrm>
        <a:prstGeom prst="roundRect">
          <a:avLst/>
        </a:prstGeom>
        <a:solidFill>
          <a:schemeClr val="accent5">
            <a:hueOff val="-1002469"/>
            <a:satOff val="551"/>
            <a:lumOff val="2647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500" kern="1200"/>
            <a:t>Nom d’Utilisateur (pour niveau 0): bandit0</a:t>
          </a:r>
          <a:endParaRPr lang="en-US" sz="2500" kern="1200"/>
        </a:p>
      </dsp:txBody>
      <dsp:txXfrm>
        <a:off x="29271" y="2188064"/>
        <a:ext cx="5827749" cy="541083"/>
      </dsp:txXfrm>
    </dsp:sp>
    <dsp:sp modelId="{619151FC-3768-4BF7-8107-93AF2046F8ED}">
      <dsp:nvSpPr>
        <dsp:cNvPr id="0" name=""/>
        <dsp:cNvSpPr/>
      </dsp:nvSpPr>
      <dsp:spPr>
        <a:xfrm>
          <a:off x="0" y="2830418"/>
          <a:ext cx="5886291" cy="599625"/>
        </a:xfrm>
        <a:prstGeom prst="roundRect">
          <a:avLst/>
        </a:prstGeom>
        <a:solidFill>
          <a:schemeClr val="accent5">
            <a:hueOff val="-1503703"/>
            <a:satOff val="827"/>
            <a:lumOff val="3971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500" kern="1200"/>
            <a:t>Mot de passe: bandit0</a:t>
          </a:r>
          <a:endParaRPr lang="en-US" sz="2500" kern="1200"/>
        </a:p>
      </dsp:txBody>
      <dsp:txXfrm>
        <a:off x="29271" y="2859689"/>
        <a:ext cx="5827749" cy="541083"/>
      </dsp:txXfrm>
    </dsp:sp>
    <dsp:sp modelId="{230DF074-AA0C-470A-A228-0CC31D47C27B}">
      <dsp:nvSpPr>
        <dsp:cNvPr id="0" name=""/>
        <dsp:cNvSpPr/>
      </dsp:nvSpPr>
      <dsp:spPr>
        <a:xfrm>
          <a:off x="0" y="3502043"/>
          <a:ext cx="5886291" cy="599625"/>
        </a:xfrm>
        <a:prstGeom prst="roundRect">
          <a:avLst/>
        </a:prstGeom>
        <a:solidFill>
          <a:schemeClr val="accent5">
            <a:hueOff val="-2004937"/>
            <a:satOff val="1102"/>
            <a:lumOff val="529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500" kern="1200"/>
            <a:t>Port: 2220</a:t>
          </a:r>
          <a:endParaRPr lang="en-US" sz="2500" kern="1200"/>
        </a:p>
      </dsp:txBody>
      <dsp:txXfrm>
        <a:off x="29271" y="3531314"/>
        <a:ext cx="5827749" cy="54108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C7BC9C-F6F3-42AA-9E8C-3BC891892FCD}">
      <dsp:nvSpPr>
        <dsp:cNvPr id="0" name=""/>
        <dsp:cNvSpPr/>
      </dsp:nvSpPr>
      <dsp:spPr>
        <a:xfrm>
          <a:off x="0" y="799046"/>
          <a:ext cx="5886291" cy="147516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21DDE7-201F-44D0-9F79-834EAB077058}">
      <dsp:nvSpPr>
        <dsp:cNvPr id="0" name=""/>
        <dsp:cNvSpPr/>
      </dsp:nvSpPr>
      <dsp:spPr>
        <a:xfrm>
          <a:off x="446236" y="1130958"/>
          <a:ext cx="811339" cy="8113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9BC923-6BC9-47A8-A849-CDD31A9FBE73}">
      <dsp:nvSpPr>
        <dsp:cNvPr id="0" name=""/>
        <dsp:cNvSpPr/>
      </dsp:nvSpPr>
      <dsp:spPr>
        <a:xfrm>
          <a:off x="1703813" y="799046"/>
          <a:ext cx="4182477" cy="14751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121" tIns="156121" rIns="156121" bIns="15612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500" kern="1200"/>
            <a:t>Mission 6: C’est pas nécessaire de filtrer avec tous les </a:t>
          </a:r>
          <a:r>
            <a:rPr lang="fr-FR" sz="2500" kern="1200"/>
            <a:t>propriétés spécifiées</a:t>
          </a:r>
          <a:endParaRPr lang="en-US" sz="2500" kern="1200"/>
        </a:p>
      </dsp:txBody>
      <dsp:txXfrm>
        <a:off x="1703813" y="799046"/>
        <a:ext cx="4182477" cy="1475163"/>
      </dsp:txXfrm>
    </dsp:sp>
    <dsp:sp modelId="{F9077781-A260-49B3-A95E-ED6FB4701424}">
      <dsp:nvSpPr>
        <dsp:cNvPr id="0" name=""/>
        <dsp:cNvSpPr/>
      </dsp:nvSpPr>
      <dsp:spPr>
        <a:xfrm>
          <a:off x="0" y="2643000"/>
          <a:ext cx="5886291" cy="147516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5F8A23-DDAD-479E-A7BF-1B28A0B8ED29}">
      <dsp:nvSpPr>
        <dsp:cNvPr id="0" name=""/>
        <dsp:cNvSpPr/>
      </dsp:nvSpPr>
      <dsp:spPr>
        <a:xfrm>
          <a:off x="446236" y="2974912"/>
          <a:ext cx="811339" cy="8113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1A6C3D-E6F7-4013-B3D0-B0550E5A59B7}">
      <dsp:nvSpPr>
        <dsp:cNvPr id="0" name=""/>
        <dsp:cNvSpPr/>
      </dsp:nvSpPr>
      <dsp:spPr>
        <a:xfrm>
          <a:off x="1703813" y="2643000"/>
          <a:ext cx="4182477" cy="14751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121" tIns="156121" rIns="156121" bIns="15612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/>
            <a:t>Note :  « uniq » ne détecte pas les lignes répétées, sauf si elles sont adjacentes.</a:t>
          </a:r>
          <a:endParaRPr lang="en-US" sz="2500" kern="1200"/>
        </a:p>
      </dsp:txBody>
      <dsp:txXfrm>
        <a:off x="1703813" y="2643000"/>
        <a:ext cx="4182477" cy="147516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4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D1E5586-8BB5-40F6-96C3-2E87DD7CE5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AA0FB6-6E0F-3D4A-B20C-E88D013BF3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3805" y="1354668"/>
            <a:ext cx="8204391" cy="2346475"/>
          </a:xfrm>
        </p:spPr>
        <p:txBody>
          <a:bodyPr>
            <a:normAutofit/>
          </a:bodyPr>
          <a:lstStyle/>
          <a:p>
            <a:pPr algn="ctr"/>
            <a:r>
              <a:rPr lang="en-CA" sz="6000"/>
              <a:t>INF1070 - Labo3 Introduction au shell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2BBD2F-1635-B1B1-6B38-056E4ED52B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97137" y="3940629"/>
            <a:ext cx="7197726" cy="1240970"/>
          </a:xfrm>
        </p:spPr>
        <p:txBody>
          <a:bodyPr>
            <a:normAutofit/>
          </a:bodyPr>
          <a:lstStyle/>
          <a:p>
            <a:pPr algn="ctr"/>
            <a:r>
              <a:rPr lang="en-CA" dirty="0"/>
              <a:t>George fam</a:t>
            </a:r>
            <a:endParaRPr lang="en-CA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A832D40-B9E2-4CE7-9E0A-B35591EA2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45629" y="3810000"/>
            <a:ext cx="500743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7701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A166780-9337-4437-95D3-5EA9D55AAA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3D0F40-BF1F-4120-945D-90C5AAD6E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5" y="0"/>
            <a:ext cx="4654296" cy="6856214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5640A69-3748-450C-8DDB-B2051AC04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893"/>
          <a:stretch/>
        </p:blipFill>
        <p:spPr>
          <a:xfrm>
            <a:off x="0" y="0"/>
            <a:ext cx="4644770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EB0B2E8-0BBD-B696-11F7-98E97825F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43466"/>
            <a:ext cx="3351530" cy="4995333"/>
          </a:xfrm>
        </p:spPr>
        <p:txBody>
          <a:bodyPr>
            <a:normAutofit/>
          </a:bodyPr>
          <a:lstStyle/>
          <a:p>
            <a:r>
              <a:rPr lang="en-CA">
                <a:solidFill>
                  <a:srgbClr val="FFFFFF"/>
                </a:solidFill>
              </a:rPr>
              <a:t>Tar</a:t>
            </a: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6F4F323-644B-4A47-97E9-BFB73840F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1120" y="-2"/>
            <a:ext cx="7537705" cy="68562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C2B06BE-D2BD-DC90-41E4-C0840F0988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1591331"/>
              </p:ext>
            </p:extLst>
          </p:nvPr>
        </p:nvGraphicFramePr>
        <p:xfrm>
          <a:off x="5467509" y="804671"/>
          <a:ext cx="5886291" cy="49172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4474254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A166780-9337-4437-95D3-5EA9D55AAA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3D0F40-BF1F-4120-945D-90C5AAD6E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5" y="0"/>
            <a:ext cx="4654296" cy="6856214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5640A69-3748-450C-8DDB-B2051AC04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893"/>
          <a:stretch/>
        </p:blipFill>
        <p:spPr>
          <a:xfrm>
            <a:off x="0" y="0"/>
            <a:ext cx="4644770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B637BED-67C9-0ACE-D628-38E4E6DC7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43466"/>
            <a:ext cx="3351530" cy="4995333"/>
          </a:xfrm>
        </p:spPr>
        <p:txBody>
          <a:bodyPr>
            <a:normAutofit/>
          </a:bodyPr>
          <a:lstStyle/>
          <a:p>
            <a:r>
              <a:rPr lang="en-CA">
                <a:solidFill>
                  <a:srgbClr val="FFFFFF"/>
                </a:solidFill>
              </a:rPr>
              <a:t>Glob</a:t>
            </a: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6F4F323-644B-4A47-97E9-BFB73840F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1120" y="-2"/>
            <a:ext cx="7537705" cy="68562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DA6EDB7-9147-F2B0-0EF7-36669A62B5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6850804"/>
              </p:ext>
            </p:extLst>
          </p:nvPr>
        </p:nvGraphicFramePr>
        <p:xfrm>
          <a:off x="5467509" y="804671"/>
          <a:ext cx="5886291" cy="49172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495838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A166780-9337-4437-95D3-5EA9D55AAA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3D0F40-BF1F-4120-945D-90C5AAD6E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5" y="0"/>
            <a:ext cx="4654296" cy="6856214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5640A69-3748-450C-8DDB-B2051AC04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893"/>
          <a:stretch/>
        </p:blipFill>
        <p:spPr>
          <a:xfrm>
            <a:off x="0" y="0"/>
            <a:ext cx="4644770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329B969-7DD8-5ECA-3D01-7D6E3D9AA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43466"/>
            <a:ext cx="3351530" cy="4995333"/>
          </a:xfrm>
        </p:spPr>
        <p:txBody>
          <a:bodyPr>
            <a:normAutofit/>
          </a:bodyPr>
          <a:lstStyle/>
          <a:p>
            <a:r>
              <a:rPr lang="fr-CA">
                <a:solidFill>
                  <a:srgbClr val="FFFFFF"/>
                </a:solidFill>
              </a:rPr>
              <a:t>Jeu Bandit</a:t>
            </a:r>
            <a:endParaRPr lang="en-CA">
              <a:solidFill>
                <a:srgbClr val="FFFFFF"/>
              </a:solidFill>
            </a:endParaRP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6F4F323-644B-4A47-97E9-BFB73840F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1120" y="-2"/>
            <a:ext cx="7537705" cy="68562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BB34E2D-345B-7CC4-8A78-BF00732888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3072428"/>
              </p:ext>
            </p:extLst>
          </p:nvPr>
        </p:nvGraphicFramePr>
        <p:xfrm>
          <a:off x="5467509" y="804671"/>
          <a:ext cx="5886291" cy="49172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9227551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A166780-9337-4437-95D3-5EA9D55AAA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3D0F40-BF1F-4120-945D-90C5AAD6E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5" y="0"/>
            <a:ext cx="4654296" cy="6856214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5640A69-3748-450C-8DDB-B2051AC04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893"/>
          <a:stretch/>
        </p:blipFill>
        <p:spPr>
          <a:xfrm>
            <a:off x="0" y="0"/>
            <a:ext cx="4644770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B9A52A-507C-CE2A-3D31-D39B6AE3A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43466"/>
            <a:ext cx="3351530" cy="4995333"/>
          </a:xfrm>
        </p:spPr>
        <p:txBody>
          <a:bodyPr>
            <a:normAutofit/>
          </a:bodyPr>
          <a:lstStyle/>
          <a:p>
            <a:r>
              <a:rPr lang="fr-CA">
                <a:solidFill>
                  <a:srgbClr val="FFFFFF"/>
                </a:solidFill>
              </a:rPr>
              <a:t>Indices pour bANDIT</a:t>
            </a:r>
            <a:endParaRPr lang="en-CA">
              <a:solidFill>
                <a:srgbClr val="FFFFFF"/>
              </a:solidFill>
            </a:endParaRP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6F4F323-644B-4A47-97E9-BFB73840F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1120" y="-2"/>
            <a:ext cx="7537705" cy="68562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A356AFD-E3C7-5171-7DDD-D796E5B543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2063441"/>
              </p:ext>
            </p:extLst>
          </p:nvPr>
        </p:nvGraphicFramePr>
        <p:xfrm>
          <a:off x="5467509" y="804671"/>
          <a:ext cx="5886291" cy="49172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2729994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{69FCF2AF-8A19-4544-BEE6-7B3F409B5E9A}tf03457452</Template>
  <TotalTime>44</TotalTime>
  <Words>140</Words>
  <Application>Microsoft Office PowerPoint</Application>
  <PresentationFormat>Widescreen</PresentationFormat>
  <Paragraphs>21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Celestial</vt:lpstr>
      <vt:lpstr>INF1070 - Labo3 Introduction au shell</vt:lpstr>
      <vt:lpstr>Tar</vt:lpstr>
      <vt:lpstr>Glob</vt:lpstr>
      <vt:lpstr>Jeu Bandit</vt:lpstr>
      <vt:lpstr>Indices pour bANDIT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George Fam</dc:creator>
  <cp:lastModifiedBy>George Fam</cp:lastModifiedBy>
  <cp:revision>4</cp:revision>
  <dcterms:created xsi:type="dcterms:W3CDTF">2025-01-23T20:58:28Z</dcterms:created>
  <dcterms:modified xsi:type="dcterms:W3CDTF">2025-02-24T06:26:38Z</dcterms:modified>
</cp:coreProperties>
</file>