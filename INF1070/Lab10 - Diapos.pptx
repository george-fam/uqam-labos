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20513" autoAdjust="0"/>
  </p:normalViewPr>
  <p:slideViewPr>
    <p:cSldViewPr snapToGrid="0">
      <p:cViewPr varScale="1">
        <p:scale>
          <a:sx n="24" d="100"/>
          <a:sy n="24" d="100"/>
        </p:scale>
        <p:origin x="3579" y="3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CE0002-CBE5-4B8C-8119-57D8A8A04C6F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D3BBCDC-331F-4F16-9896-3598651B50F2}">
      <dgm:prSet/>
      <dgm:spPr/>
      <dgm:t>
        <a:bodyPr/>
        <a:lstStyle/>
        <a:p>
          <a:r>
            <a:rPr lang="fr-CA" noProof="0" dirty="0"/>
            <a:t>Avantages de </a:t>
          </a:r>
          <a:r>
            <a:rPr lang="fr-CA" noProof="0" dirty="0" err="1"/>
            <a:t>authentication</a:t>
          </a:r>
          <a:r>
            <a:rPr lang="fr-CA" noProof="0" dirty="0"/>
            <a:t> par clé vs mot de passe</a:t>
          </a:r>
        </a:p>
      </dgm:t>
    </dgm:pt>
    <dgm:pt modelId="{548A48D5-C878-495A-B920-FA6EAAD3DE1D}" type="parTrans" cxnId="{B339BEA9-DC5E-4555-A8B4-591B35633A77}">
      <dgm:prSet/>
      <dgm:spPr/>
      <dgm:t>
        <a:bodyPr/>
        <a:lstStyle/>
        <a:p>
          <a:endParaRPr lang="en-US"/>
        </a:p>
      </dgm:t>
    </dgm:pt>
    <dgm:pt modelId="{76F63EEB-B21C-4571-866A-064E2460D6B3}" type="sibTrans" cxnId="{B339BEA9-DC5E-4555-A8B4-591B35633A77}">
      <dgm:prSet/>
      <dgm:spPr/>
      <dgm:t>
        <a:bodyPr/>
        <a:lstStyle/>
        <a:p>
          <a:endParaRPr lang="en-US"/>
        </a:p>
      </dgm:t>
    </dgm:pt>
    <dgm:pt modelId="{5D57A24C-1302-4C98-AE23-0B7A11D9CD29}">
      <dgm:prSet/>
      <dgm:spPr/>
      <dgm:t>
        <a:bodyPr/>
        <a:lstStyle/>
        <a:p>
          <a:r>
            <a:rPr lang="fr-CA" b="1" noProof="0" dirty="0"/>
            <a:t>Clés privées ne sont pas transmises</a:t>
          </a:r>
          <a:endParaRPr lang="fr-CA" noProof="0" dirty="0"/>
        </a:p>
      </dgm:t>
    </dgm:pt>
    <dgm:pt modelId="{6A19D067-18D0-4416-88FA-60B9C72B97BF}" type="parTrans" cxnId="{A7BCFB61-865F-4E32-824A-02F8744AA2A3}">
      <dgm:prSet/>
      <dgm:spPr/>
      <dgm:t>
        <a:bodyPr/>
        <a:lstStyle/>
        <a:p>
          <a:endParaRPr lang="en-US"/>
        </a:p>
      </dgm:t>
    </dgm:pt>
    <dgm:pt modelId="{FFCA9E80-F1A9-41B1-90FB-A4C9EEFB3F78}" type="sibTrans" cxnId="{A7BCFB61-865F-4E32-824A-02F8744AA2A3}">
      <dgm:prSet/>
      <dgm:spPr/>
      <dgm:t>
        <a:bodyPr/>
        <a:lstStyle/>
        <a:p>
          <a:endParaRPr lang="en-US"/>
        </a:p>
      </dgm:t>
    </dgm:pt>
    <dgm:pt modelId="{033F9E88-DA92-4650-8F09-5A21A5612C9B}">
      <dgm:prSet/>
      <dgm:spPr/>
      <dgm:t>
        <a:bodyPr/>
        <a:lstStyle/>
        <a:p>
          <a:r>
            <a:rPr lang="fr-CA" b="1" noProof="0" dirty="0"/>
            <a:t>Complexité/Taille vs Très long mot de passe</a:t>
          </a:r>
          <a:endParaRPr lang="fr-CA" noProof="0" dirty="0"/>
        </a:p>
      </dgm:t>
    </dgm:pt>
    <dgm:pt modelId="{1FE0B60D-082D-4762-B3E2-311BFEFF94CE}" type="parTrans" cxnId="{08D7BE8E-79A4-49CC-A857-AB8BCFE53E2A}">
      <dgm:prSet/>
      <dgm:spPr/>
      <dgm:t>
        <a:bodyPr/>
        <a:lstStyle/>
        <a:p>
          <a:endParaRPr lang="en-US"/>
        </a:p>
      </dgm:t>
    </dgm:pt>
    <dgm:pt modelId="{C3A0D405-DCB5-4DD2-8F49-8FA0D6A93DB6}" type="sibTrans" cxnId="{08D7BE8E-79A4-49CC-A857-AB8BCFE53E2A}">
      <dgm:prSet/>
      <dgm:spPr/>
      <dgm:t>
        <a:bodyPr/>
        <a:lstStyle/>
        <a:p>
          <a:endParaRPr lang="en-US"/>
        </a:p>
      </dgm:t>
    </dgm:pt>
    <dgm:pt modelId="{DEFB37BB-6C84-482A-A16E-7F7C215ED30B}">
      <dgm:prSet/>
      <dgm:spPr/>
      <dgm:t>
        <a:bodyPr/>
        <a:lstStyle/>
        <a:p>
          <a:r>
            <a:rPr lang="fr-CA" b="1" noProof="0" dirty="0"/>
            <a:t>Immune aux attaques Brute Force / Dictionnaire</a:t>
          </a:r>
          <a:endParaRPr lang="fr-CA" noProof="0" dirty="0"/>
        </a:p>
      </dgm:t>
    </dgm:pt>
    <dgm:pt modelId="{5814B96D-F68D-4AFA-8B6F-AA4907EFCCC5}" type="parTrans" cxnId="{6F1E8244-D0B6-4D22-946A-C2D57E2EFCA2}">
      <dgm:prSet/>
      <dgm:spPr/>
      <dgm:t>
        <a:bodyPr/>
        <a:lstStyle/>
        <a:p>
          <a:endParaRPr lang="en-US"/>
        </a:p>
      </dgm:t>
    </dgm:pt>
    <dgm:pt modelId="{D95F4FC1-7811-4F02-9B58-EAAE3F89B991}" type="sibTrans" cxnId="{6F1E8244-D0B6-4D22-946A-C2D57E2EFCA2}">
      <dgm:prSet/>
      <dgm:spPr/>
      <dgm:t>
        <a:bodyPr/>
        <a:lstStyle/>
        <a:p>
          <a:endParaRPr lang="en-US"/>
        </a:p>
      </dgm:t>
    </dgm:pt>
    <dgm:pt modelId="{E99BA84B-2F0D-4694-A6F2-7E131416CD31}">
      <dgm:prSet/>
      <dgm:spPr/>
      <dgm:t>
        <a:bodyPr/>
        <a:lstStyle/>
        <a:p>
          <a:r>
            <a:rPr lang="fr-CA" noProof="0" dirty="0"/>
            <a:t>SSH GUI (option X)</a:t>
          </a:r>
        </a:p>
      </dgm:t>
    </dgm:pt>
    <dgm:pt modelId="{1DBF6851-D37A-4ABB-A62E-EB9130C8924F}" type="parTrans" cxnId="{51264D74-7D32-43F7-98AF-E223218EC7E1}">
      <dgm:prSet/>
      <dgm:spPr/>
      <dgm:t>
        <a:bodyPr/>
        <a:lstStyle/>
        <a:p>
          <a:endParaRPr lang="en-US"/>
        </a:p>
      </dgm:t>
    </dgm:pt>
    <dgm:pt modelId="{4D1BDDBC-A373-4163-967B-5BC1F0E9B488}" type="sibTrans" cxnId="{51264D74-7D32-43F7-98AF-E223218EC7E1}">
      <dgm:prSet/>
      <dgm:spPr/>
      <dgm:t>
        <a:bodyPr/>
        <a:lstStyle/>
        <a:p>
          <a:endParaRPr lang="en-US"/>
        </a:p>
      </dgm:t>
    </dgm:pt>
    <dgm:pt modelId="{CEEFA95C-761E-42B4-BF64-D35106CE01FC}">
      <dgm:prSet/>
      <dgm:spPr/>
      <dgm:t>
        <a:bodyPr/>
        <a:lstStyle/>
        <a:p>
          <a:r>
            <a:rPr lang="fr-CA" noProof="0" dirty="0" err="1"/>
            <a:t>examples</a:t>
          </a:r>
          <a:r>
            <a:rPr lang="fr-CA" noProof="0" dirty="0"/>
            <a:t> avec Firefox et </a:t>
          </a:r>
          <a:r>
            <a:rPr lang="fr-CA" noProof="0" dirty="0" err="1"/>
            <a:t>IntellIJ</a:t>
          </a:r>
          <a:endParaRPr lang="fr-CA" noProof="0" dirty="0"/>
        </a:p>
      </dgm:t>
    </dgm:pt>
    <dgm:pt modelId="{E6F29B35-B763-48E5-B908-36F71F1A5E4F}" type="parTrans" cxnId="{26E04397-07FB-4C04-B998-2DFB62002A4C}">
      <dgm:prSet/>
      <dgm:spPr/>
      <dgm:t>
        <a:bodyPr/>
        <a:lstStyle/>
        <a:p>
          <a:endParaRPr lang="en-CA"/>
        </a:p>
      </dgm:t>
    </dgm:pt>
    <dgm:pt modelId="{580F2378-1055-4C58-A0D5-A3B09B3B3CEF}" type="sibTrans" cxnId="{26E04397-07FB-4C04-B998-2DFB62002A4C}">
      <dgm:prSet/>
      <dgm:spPr/>
      <dgm:t>
        <a:bodyPr/>
        <a:lstStyle/>
        <a:p>
          <a:endParaRPr lang="en-CA"/>
        </a:p>
      </dgm:t>
    </dgm:pt>
    <dgm:pt modelId="{C20E7E73-73C1-4BFB-A3F1-C0B7FD5F192E}">
      <dgm:prSet/>
      <dgm:spPr/>
      <dgm:t>
        <a:bodyPr/>
        <a:lstStyle/>
        <a:p>
          <a:r>
            <a:rPr lang="fr-CA" b="1" noProof="0" dirty="0"/>
            <a:t>Utilisateur ne gère pas mot de passe, donc pas de </a:t>
          </a:r>
          <a:r>
            <a:rPr lang="fr-CA" b="1" noProof="0" dirty="0" err="1"/>
            <a:t>mdp</a:t>
          </a:r>
          <a:r>
            <a:rPr lang="fr-CA" b="1" noProof="0" dirty="0"/>
            <a:t> faible/commun</a:t>
          </a:r>
          <a:endParaRPr lang="fr-CA" noProof="0" dirty="0"/>
        </a:p>
      </dgm:t>
    </dgm:pt>
    <dgm:pt modelId="{CFFB1C0A-FAC7-489B-A970-3DF05678C9CA}" type="parTrans" cxnId="{1ACCEA0E-006D-4A24-8AC5-08891FD3F018}">
      <dgm:prSet/>
      <dgm:spPr/>
      <dgm:t>
        <a:bodyPr/>
        <a:lstStyle/>
        <a:p>
          <a:endParaRPr lang="en-CA"/>
        </a:p>
      </dgm:t>
    </dgm:pt>
    <dgm:pt modelId="{5961DDA3-99BC-4BDC-9AD5-4A897339F1D4}" type="sibTrans" cxnId="{1ACCEA0E-006D-4A24-8AC5-08891FD3F018}">
      <dgm:prSet/>
      <dgm:spPr/>
      <dgm:t>
        <a:bodyPr/>
        <a:lstStyle/>
        <a:p>
          <a:endParaRPr lang="en-CA"/>
        </a:p>
      </dgm:t>
    </dgm:pt>
    <dgm:pt modelId="{7A9D4389-30AF-413A-8A43-D1DB99A93E85}">
      <dgm:prSet/>
      <dgm:spPr/>
      <dgm:t>
        <a:bodyPr/>
        <a:lstStyle/>
        <a:p>
          <a:r>
            <a:rPr lang="fr-CA" b="1" noProof="0" dirty="0"/>
            <a:t>EXTRA: HASH, SALT, /</a:t>
          </a:r>
          <a:r>
            <a:rPr lang="fr-CA" b="1" noProof="0" dirty="0" err="1"/>
            <a:t>etc</a:t>
          </a:r>
          <a:r>
            <a:rPr lang="fr-CA" b="1" noProof="0" dirty="0"/>
            <a:t>/</a:t>
          </a:r>
          <a:r>
            <a:rPr lang="fr-CA" b="1" noProof="0" dirty="0" err="1"/>
            <a:t>shadow</a:t>
          </a:r>
          <a:endParaRPr lang="fr-CA" b="1" noProof="0" dirty="0"/>
        </a:p>
      </dgm:t>
    </dgm:pt>
    <dgm:pt modelId="{6EF83B3A-DDCA-42F7-81C3-2E06598934D8}" type="parTrans" cxnId="{0F7199AD-B20F-48D0-A90A-A1E6D31D9B51}">
      <dgm:prSet/>
      <dgm:spPr/>
      <dgm:t>
        <a:bodyPr/>
        <a:lstStyle/>
        <a:p>
          <a:endParaRPr lang="en-CA"/>
        </a:p>
      </dgm:t>
    </dgm:pt>
    <dgm:pt modelId="{11B34485-97A6-4E2B-953F-47284535B68C}" type="sibTrans" cxnId="{0F7199AD-B20F-48D0-A90A-A1E6D31D9B51}">
      <dgm:prSet/>
      <dgm:spPr/>
      <dgm:t>
        <a:bodyPr/>
        <a:lstStyle/>
        <a:p>
          <a:endParaRPr lang="en-CA"/>
        </a:p>
      </dgm:t>
    </dgm:pt>
    <dgm:pt modelId="{97072670-65D4-4A3E-A00E-0C5A6E44DB63}" type="pres">
      <dgm:prSet presAssocID="{08CE0002-CBE5-4B8C-8119-57D8A8A04C6F}" presName="linear" presStyleCnt="0">
        <dgm:presLayoutVars>
          <dgm:dir/>
          <dgm:animLvl val="lvl"/>
          <dgm:resizeHandles val="exact"/>
        </dgm:presLayoutVars>
      </dgm:prSet>
      <dgm:spPr/>
    </dgm:pt>
    <dgm:pt modelId="{87E2B3F0-4E8E-4D09-BC75-A9B11EDFFC40}" type="pres">
      <dgm:prSet presAssocID="{FD3BBCDC-331F-4F16-9896-3598651B50F2}" presName="parentLin" presStyleCnt="0"/>
      <dgm:spPr/>
    </dgm:pt>
    <dgm:pt modelId="{86B39873-3A3E-4863-9BA4-81C60EA4217C}" type="pres">
      <dgm:prSet presAssocID="{FD3BBCDC-331F-4F16-9896-3598651B50F2}" presName="parentLeftMargin" presStyleLbl="node1" presStyleIdx="0" presStyleCnt="2"/>
      <dgm:spPr/>
    </dgm:pt>
    <dgm:pt modelId="{531C039F-55C7-436D-99D5-58DB2A61FE04}" type="pres">
      <dgm:prSet presAssocID="{FD3BBCDC-331F-4F16-9896-3598651B50F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649D6F8-54A2-4C3D-9ABE-C7849BB7662A}" type="pres">
      <dgm:prSet presAssocID="{FD3BBCDC-331F-4F16-9896-3598651B50F2}" presName="negativeSpace" presStyleCnt="0"/>
      <dgm:spPr/>
    </dgm:pt>
    <dgm:pt modelId="{998DE2D5-F8F5-4CA1-A22E-D3EA41CD4F43}" type="pres">
      <dgm:prSet presAssocID="{FD3BBCDC-331F-4F16-9896-3598651B50F2}" presName="childText" presStyleLbl="conFgAcc1" presStyleIdx="0" presStyleCnt="2">
        <dgm:presLayoutVars>
          <dgm:bulletEnabled val="1"/>
        </dgm:presLayoutVars>
      </dgm:prSet>
      <dgm:spPr/>
    </dgm:pt>
    <dgm:pt modelId="{C814FD42-81F5-4173-985C-6AC6AA54BFD3}" type="pres">
      <dgm:prSet presAssocID="{76F63EEB-B21C-4571-866A-064E2460D6B3}" presName="spaceBetweenRectangles" presStyleCnt="0"/>
      <dgm:spPr/>
    </dgm:pt>
    <dgm:pt modelId="{27CB5391-4338-4051-AA88-B7A355294288}" type="pres">
      <dgm:prSet presAssocID="{E99BA84B-2F0D-4694-A6F2-7E131416CD31}" presName="parentLin" presStyleCnt="0"/>
      <dgm:spPr/>
    </dgm:pt>
    <dgm:pt modelId="{2979F3F7-1BA6-4C18-B315-F625F6ECA5A4}" type="pres">
      <dgm:prSet presAssocID="{E99BA84B-2F0D-4694-A6F2-7E131416CD31}" presName="parentLeftMargin" presStyleLbl="node1" presStyleIdx="0" presStyleCnt="2"/>
      <dgm:spPr/>
    </dgm:pt>
    <dgm:pt modelId="{1BB8E3A6-4461-4E41-80E8-6BDD95C3A790}" type="pres">
      <dgm:prSet presAssocID="{E99BA84B-2F0D-4694-A6F2-7E131416CD3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042828E-7235-45EF-AAB4-CE1455E37EAE}" type="pres">
      <dgm:prSet presAssocID="{E99BA84B-2F0D-4694-A6F2-7E131416CD31}" presName="negativeSpace" presStyleCnt="0"/>
      <dgm:spPr/>
    </dgm:pt>
    <dgm:pt modelId="{5A0013B5-F986-4A8C-9879-1F3D2A3B0C97}" type="pres">
      <dgm:prSet presAssocID="{E99BA84B-2F0D-4694-A6F2-7E131416CD3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ACCEA0E-006D-4A24-8AC5-08891FD3F018}" srcId="{DEFB37BB-6C84-482A-A16E-7F7C215ED30B}" destId="{C20E7E73-73C1-4BFB-A3F1-C0B7FD5F192E}" srcOrd="0" destOrd="0" parTransId="{CFFB1C0A-FAC7-489B-A970-3DF05678C9CA}" sibTransId="{5961DDA3-99BC-4BDC-9AD5-4A897339F1D4}"/>
    <dgm:cxn modelId="{4B480C18-BE9E-4FBC-9375-DDF89EB3AFD0}" type="presOf" srcId="{CEEFA95C-761E-42B4-BF64-D35106CE01FC}" destId="{5A0013B5-F986-4A8C-9879-1F3D2A3B0C97}" srcOrd="0" destOrd="0" presId="urn:microsoft.com/office/officeart/2005/8/layout/list1"/>
    <dgm:cxn modelId="{A7BCFB61-865F-4E32-824A-02F8744AA2A3}" srcId="{FD3BBCDC-331F-4F16-9896-3598651B50F2}" destId="{5D57A24C-1302-4C98-AE23-0B7A11D9CD29}" srcOrd="0" destOrd="0" parTransId="{6A19D067-18D0-4416-88FA-60B9C72B97BF}" sibTransId="{FFCA9E80-F1A9-41B1-90FB-A4C9EEFB3F78}"/>
    <dgm:cxn modelId="{6F1E8244-D0B6-4D22-946A-C2D57E2EFCA2}" srcId="{FD3BBCDC-331F-4F16-9896-3598651B50F2}" destId="{DEFB37BB-6C84-482A-A16E-7F7C215ED30B}" srcOrd="2" destOrd="0" parTransId="{5814B96D-F68D-4AFA-8B6F-AA4907EFCCC5}" sibTransId="{D95F4FC1-7811-4F02-9B58-EAAE3F89B991}"/>
    <dgm:cxn modelId="{E87F5050-01AD-411D-AB31-2F77A1098E7B}" type="presOf" srcId="{7A9D4389-30AF-413A-8A43-D1DB99A93E85}" destId="{998DE2D5-F8F5-4CA1-A22E-D3EA41CD4F43}" srcOrd="0" destOrd="4" presId="urn:microsoft.com/office/officeart/2005/8/layout/list1"/>
    <dgm:cxn modelId="{6FA1C670-E6E0-4C89-808E-60B4FA1D38E7}" type="presOf" srcId="{5D57A24C-1302-4C98-AE23-0B7A11D9CD29}" destId="{998DE2D5-F8F5-4CA1-A22E-D3EA41CD4F43}" srcOrd="0" destOrd="0" presId="urn:microsoft.com/office/officeart/2005/8/layout/list1"/>
    <dgm:cxn modelId="{51264D74-7D32-43F7-98AF-E223218EC7E1}" srcId="{08CE0002-CBE5-4B8C-8119-57D8A8A04C6F}" destId="{E99BA84B-2F0D-4694-A6F2-7E131416CD31}" srcOrd="1" destOrd="0" parTransId="{1DBF6851-D37A-4ABB-A62E-EB9130C8924F}" sibTransId="{4D1BDDBC-A373-4163-967B-5BC1F0E9B488}"/>
    <dgm:cxn modelId="{5BFA9D79-FFBD-4745-B83E-FAC9E5A540D4}" type="presOf" srcId="{FD3BBCDC-331F-4F16-9896-3598651B50F2}" destId="{86B39873-3A3E-4863-9BA4-81C60EA4217C}" srcOrd="0" destOrd="0" presId="urn:microsoft.com/office/officeart/2005/8/layout/list1"/>
    <dgm:cxn modelId="{19E76481-F0DA-4C63-9F9A-6F1A2221196B}" type="presOf" srcId="{033F9E88-DA92-4650-8F09-5A21A5612C9B}" destId="{998DE2D5-F8F5-4CA1-A22E-D3EA41CD4F43}" srcOrd="0" destOrd="1" presId="urn:microsoft.com/office/officeart/2005/8/layout/list1"/>
    <dgm:cxn modelId="{08D7BE8E-79A4-49CC-A857-AB8BCFE53E2A}" srcId="{FD3BBCDC-331F-4F16-9896-3598651B50F2}" destId="{033F9E88-DA92-4650-8F09-5A21A5612C9B}" srcOrd="1" destOrd="0" parTransId="{1FE0B60D-082D-4762-B3E2-311BFEFF94CE}" sibTransId="{C3A0D405-DCB5-4DD2-8F49-8FA0D6A93DB6}"/>
    <dgm:cxn modelId="{26E04397-07FB-4C04-B998-2DFB62002A4C}" srcId="{E99BA84B-2F0D-4694-A6F2-7E131416CD31}" destId="{CEEFA95C-761E-42B4-BF64-D35106CE01FC}" srcOrd="0" destOrd="0" parTransId="{E6F29B35-B763-48E5-B908-36F71F1A5E4F}" sibTransId="{580F2378-1055-4C58-A0D5-A3B09B3B3CEF}"/>
    <dgm:cxn modelId="{B339BEA9-DC5E-4555-A8B4-591B35633A77}" srcId="{08CE0002-CBE5-4B8C-8119-57D8A8A04C6F}" destId="{FD3BBCDC-331F-4F16-9896-3598651B50F2}" srcOrd="0" destOrd="0" parTransId="{548A48D5-C878-495A-B920-FA6EAAD3DE1D}" sibTransId="{76F63EEB-B21C-4571-866A-064E2460D6B3}"/>
    <dgm:cxn modelId="{0F7199AD-B20F-48D0-A90A-A1E6D31D9B51}" srcId="{FD3BBCDC-331F-4F16-9896-3598651B50F2}" destId="{7A9D4389-30AF-413A-8A43-D1DB99A93E85}" srcOrd="3" destOrd="0" parTransId="{6EF83B3A-DDCA-42F7-81C3-2E06598934D8}" sibTransId="{11B34485-97A6-4E2B-953F-47284535B68C}"/>
    <dgm:cxn modelId="{11F5CCAF-937E-4ADC-AEAC-C485C0F556D8}" type="presOf" srcId="{E99BA84B-2F0D-4694-A6F2-7E131416CD31}" destId="{2979F3F7-1BA6-4C18-B315-F625F6ECA5A4}" srcOrd="0" destOrd="0" presId="urn:microsoft.com/office/officeart/2005/8/layout/list1"/>
    <dgm:cxn modelId="{A1EC4FB5-14AB-45B2-BB6F-B5B3EB8D36E2}" type="presOf" srcId="{08CE0002-CBE5-4B8C-8119-57D8A8A04C6F}" destId="{97072670-65D4-4A3E-A00E-0C5A6E44DB63}" srcOrd="0" destOrd="0" presId="urn:microsoft.com/office/officeart/2005/8/layout/list1"/>
    <dgm:cxn modelId="{B85D98C3-09E0-4F07-905B-C2604C237645}" type="presOf" srcId="{DEFB37BB-6C84-482A-A16E-7F7C215ED30B}" destId="{998DE2D5-F8F5-4CA1-A22E-D3EA41CD4F43}" srcOrd="0" destOrd="2" presId="urn:microsoft.com/office/officeart/2005/8/layout/list1"/>
    <dgm:cxn modelId="{50B652CD-F538-4D2E-98F9-45E495F5EF0D}" type="presOf" srcId="{C20E7E73-73C1-4BFB-A3F1-C0B7FD5F192E}" destId="{998DE2D5-F8F5-4CA1-A22E-D3EA41CD4F43}" srcOrd="0" destOrd="3" presId="urn:microsoft.com/office/officeart/2005/8/layout/list1"/>
    <dgm:cxn modelId="{3F3EADE1-BBDA-493A-B4DF-B87EBDFFADF3}" type="presOf" srcId="{E99BA84B-2F0D-4694-A6F2-7E131416CD31}" destId="{1BB8E3A6-4461-4E41-80E8-6BDD95C3A790}" srcOrd="1" destOrd="0" presId="urn:microsoft.com/office/officeart/2005/8/layout/list1"/>
    <dgm:cxn modelId="{468456E3-F697-4B21-B6C5-7A81BA7EE4A9}" type="presOf" srcId="{FD3BBCDC-331F-4F16-9896-3598651B50F2}" destId="{531C039F-55C7-436D-99D5-58DB2A61FE04}" srcOrd="1" destOrd="0" presId="urn:microsoft.com/office/officeart/2005/8/layout/list1"/>
    <dgm:cxn modelId="{EE2200F8-5422-4D67-A09A-C6845A51F940}" type="presParOf" srcId="{97072670-65D4-4A3E-A00E-0C5A6E44DB63}" destId="{87E2B3F0-4E8E-4D09-BC75-A9B11EDFFC40}" srcOrd="0" destOrd="0" presId="urn:microsoft.com/office/officeart/2005/8/layout/list1"/>
    <dgm:cxn modelId="{1E59F852-81DE-4E28-A137-B3319D16A77F}" type="presParOf" srcId="{87E2B3F0-4E8E-4D09-BC75-A9B11EDFFC40}" destId="{86B39873-3A3E-4863-9BA4-81C60EA4217C}" srcOrd="0" destOrd="0" presId="urn:microsoft.com/office/officeart/2005/8/layout/list1"/>
    <dgm:cxn modelId="{B346A13D-FAAD-4D9C-B1A3-191E6E3C2758}" type="presParOf" srcId="{87E2B3F0-4E8E-4D09-BC75-A9B11EDFFC40}" destId="{531C039F-55C7-436D-99D5-58DB2A61FE04}" srcOrd="1" destOrd="0" presId="urn:microsoft.com/office/officeart/2005/8/layout/list1"/>
    <dgm:cxn modelId="{02690E3F-CF4F-4CCA-B2E7-5D1B0081037E}" type="presParOf" srcId="{97072670-65D4-4A3E-A00E-0C5A6E44DB63}" destId="{C649D6F8-54A2-4C3D-9ABE-C7849BB7662A}" srcOrd="1" destOrd="0" presId="urn:microsoft.com/office/officeart/2005/8/layout/list1"/>
    <dgm:cxn modelId="{7776E2D8-5CB3-4F73-8E67-AD675ABDF20D}" type="presParOf" srcId="{97072670-65D4-4A3E-A00E-0C5A6E44DB63}" destId="{998DE2D5-F8F5-4CA1-A22E-D3EA41CD4F43}" srcOrd="2" destOrd="0" presId="urn:microsoft.com/office/officeart/2005/8/layout/list1"/>
    <dgm:cxn modelId="{2C43F0CC-EBE6-4DEA-98F9-8FF2FFABBB12}" type="presParOf" srcId="{97072670-65D4-4A3E-A00E-0C5A6E44DB63}" destId="{C814FD42-81F5-4173-985C-6AC6AA54BFD3}" srcOrd="3" destOrd="0" presId="urn:microsoft.com/office/officeart/2005/8/layout/list1"/>
    <dgm:cxn modelId="{5C1A418E-4638-4339-A3CD-E4DAE80B82AE}" type="presParOf" srcId="{97072670-65D4-4A3E-A00E-0C5A6E44DB63}" destId="{27CB5391-4338-4051-AA88-B7A355294288}" srcOrd="4" destOrd="0" presId="urn:microsoft.com/office/officeart/2005/8/layout/list1"/>
    <dgm:cxn modelId="{237BD511-4585-4759-B0D8-C2611F673B09}" type="presParOf" srcId="{27CB5391-4338-4051-AA88-B7A355294288}" destId="{2979F3F7-1BA6-4C18-B315-F625F6ECA5A4}" srcOrd="0" destOrd="0" presId="urn:microsoft.com/office/officeart/2005/8/layout/list1"/>
    <dgm:cxn modelId="{937C0CA9-4A54-4E12-A398-6B8354328D0C}" type="presParOf" srcId="{27CB5391-4338-4051-AA88-B7A355294288}" destId="{1BB8E3A6-4461-4E41-80E8-6BDD95C3A790}" srcOrd="1" destOrd="0" presId="urn:microsoft.com/office/officeart/2005/8/layout/list1"/>
    <dgm:cxn modelId="{5052EBAC-14D1-4BBF-B9FD-4D1E63684B26}" type="presParOf" srcId="{97072670-65D4-4A3E-A00E-0C5A6E44DB63}" destId="{9042828E-7235-45EF-AAB4-CE1455E37EAE}" srcOrd="5" destOrd="0" presId="urn:microsoft.com/office/officeart/2005/8/layout/list1"/>
    <dgm:cxn modelId="{E052B6BC-6A7C-4491-9264-33E1BD719021}" type="presParOf" srcId="{97072670-65D4-4A3E-A00E-0C5A6E44DB63}" destId="{5A0013B5-F986-4A8C-9879-1F3D2A3B0C9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390DE4-6161-4D1F-BFCA-0C437D150EA8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2CC352C-5D1C-4688-9805-416A50F62C05}">
      <dgm:prSet/>
      <dgm:spPr/>
      <dgm:t>
        <a:bodyPr/>
        <a:lstStyle/>
        <a:p>
          <a:r>
            <a:rPr lang="fr-CA" noProof="0" dirty="0"/>
            <a:t>Processus - Instance de programme en cours d’exécution</a:t>
          </a:r>
        </a:p>
      </dgm:t>
    </dgm:pt>
    <dgm:pt modelId="{9DD25ECD-467F-42F8-B164-7A42E22793CE}" type="parTrans" cxnId="{D312EFB3-DCBF-4C9D-88C7-A55735EB69E0}">
      <dgm:prSet/>
      <dgm:spPr/>
      <dgm:t>
        <a:bodyPr/>
        <a:lstStyle/>
        <a:p>
          <a:endParaRPr lang="en-US"/>
        </a:p>
      </dgm:t>
    </dgm:pt>
    <dgm:pt modelId="{7E0DE401-4AD4-43A8-8602-C3ABDD54D1E2}" type="sibTrans" cxnId="{D312EFB3-DCBF-4C9D-88C7-A55735EB69E0}">
      <dgm:prSet/>
      <dgm:spPr/>
      <dgm:t>
        <a:bodyPr/>
        <a:lstStyle/>
        <a:p>
          <a:endParaRPr lang="en-US"/>
        </a:p>
      </dgm:t>
    </dgm:pt>
    <dgm:pt modelId="{A7BAA276-FB6C-49A1-8D58-5FE9E43B7186}">
      <dgm:prSet/>
      <dgm:spPr/>
      <dgm:t>
        <a:bodyPr/>
        <a:lstStyle/>
        <a:p>
          <a:r>
            <a:rPr lang="fr-CA" baseline="0" noProof="0"/>
            <a:t>Peuvent avoir relations parents/enfants</a:t>
          </a:r>
          <a:endParaRPr lang="fr-CA" noProof="0" dirty="0"/>
        </a:p>
      </dgm:t>
    </dgm:pt>
    <dgm:pt modelId="{A76BBA2A-6705-4B08-BD69-E556ADA99A75}" type="parTrans" cxnId="{06EF41D5-F566-44F1-9336-91EB08390DE3}">
      <dgm:prSet/>
      <dgm:spPr/>
      <dgm:t>
        <a:bodyPr/>
        <a:lstStyle/>
        <a:p>
          <a:endParaRPr lang="en-US"/>
        </a:p>
      </dgm:t>
    </dgm:pt>
    <dgm:pt modelId="{D8E1BD16-D444-4F82-A658-0BF1A0AD4E9B}" type="sibTrans" cxnId="{06EF41D5-F566-44F1-9336-91EB08390DE3}">
      <dgm:prSet/>
      <dgm:spPr/>
      <dgm:t>
        <a:bodyPr/>
        <a:lstStyle/>
        <a:p>
          <a:endParaRPr lang="en-US"/>
        </a:p>
      </dgm:t>
    </dgm:pt>
    <dgm:pt modelId="{0C35BFCD-6EB5-4F21-A6F0-14C6BA3A457A}">
      <dgm:prSet/>
      <dgm:spPr/>
      <dgm:t>
        <a:bodyPr/>
        <a:lstStyle/>
        <a:p>
          <a:r>
            <a:rPr lang="fr-CA" noProof="0"/>
            <a:t>Commandes Utiles</a:t>
          </a:r>
          <a:endParaRPr lang="fr-CA" noProof="0" dirty="0"/>
        </a:p>
      </dgm:t>
    </dgm:pt>
    <dgm:pt modelId="{F4B9BE6C-6CE9-4973-AB0A-4E2CEB4F24BC}" type="parTrans" cxnId="{550AF94B-E516-4358-BF2C-237F06822030}">
      <dgm:prSet/>
      <dgm:spPr/>
      <dgm:t>
        <a:bodyPr/>
        <a:lstStyle/>
        <a:p>
          <a:endParaRPr lang="en-US"/>
        </a:p>
      </dgm:t>
    </dgm:pt>
    <dgm:pt modelId="{1E60866E-D464-4869-BE70-7E016E3E4832}" type="sibTrans" cxnId="{550AF94B-E516-4358-BF2C-237F06822030}">
      <dgm:prSet/>
      <dgm:spPr/>
      <dgm:t>
        <a:bodyPr/>
        <a:lstStyle/>
        <a:p>
          <a:endParaRPr lang="en-US"/>
        </a:p>
      </dgm:t>
    </dgm:pt>
    <dgm:pt modelId="{23BC4FC2-0113-4F20-8255-54AFD7507A37}">
      <dgm:prSet/>
      <dgm:spPr/>
      <dgm:t>
        <a:bodyPr/>
        <a:lstStyle/>
        <a:p>
          <a:r>
            <a:rPr lang="fr-CA" baseline="0" noProof="0"/>
            <a:t>ps</a:t>
          </a:r>
          <a:endParaRPr lang="fr-CA" noProof="0" dirty="0"/>
        </a:p>
      </dgm:t>
    </dgm:pt>
    <dgm:pt modelId="{747480F7-6BAD-48E4-AA47-8B4C28C60892}" type="parTrans" cxnId="{19E2B033-F0D5-4152-A148-B47B5C12A7D1}">
      <dgm:prSet/>
      <dgm:spPr/>
      <dgm:t>
        <a:bodyPr/>
        <a:lstStyle/>
        <a:p>
          <a:endParaRPr lang="en-US"/>
        </a:p>
      </dgm:t>
    </dgm:pt>
    <dgm:pt modelId="{DEDAA63F-BE95-4D8A-AF6A-DB9E9F9BDC13}" type="sibTrans" cxnId="{19E2B033-F0D5-4152-A148-B47B5C12A7D1}">
      <dgm:prSet/>
      <dgm:spPr/>
      <dgm:t>
        <a:bodyPr/>
        <a:lstStyle/>
        <a:p>
          <a:endParaRPr lang="en-US"/>
        </a:p>
      </dgm:t>
    </dgm:pt>
    <dgm:pt modelId="{32E648DE-8D9C-41A6-B9F8-9F6CCC8FE60A}">
      <dgm:prSet/>
      <dgm:spPr/>
      <dgm:t>
        <a:bodyPr/>
        <a:lstStyle/>
        <a:p>
          <a:r>
            <a:rPr lang="fr-CA" baseline="0" noProof="0" dirty="0" err="1"/>
            <a:t>ps</a:t>
          </a:r>
          <a:r>
            <a:rPr lang="fr-CA" baseline="0" noProof="0" dirty="0"/>
            <a:t> –F</a:t>
          </a:r>
          <a:endParaRPr lang="fr-CA" noProof="0" dirty="0"/>
        </a:p>
      </dgm:t>
    </dgm:pt>
    <dgm:pt modelId="{66126685-913B-4207-957B-6BE796084712}" type="sibTrans" cxnId="{57126A14-2361-4C3E-A0B6-70EF5F49CCCD}">
      <dgm:prSet/>
      <dgm:spPr/>
      <dgm:t>
        <a:bodyPr/>
        <a:lstStyle/>
        <a:p>
          <a:endParaRPr lang="en-US"/>
        </a:p>
      </dgm:t>
    </dgm:pt>
    <dgm:pt modelId="{55F41008-CE1A-4293-9EEC-BE80D02B6173}" type="parTrans" cxnId="{57126A14-2361-4C3E-A0B6-70EF5F49CCCD}">
      <dgm:prSet/>
      <dgm:spPr/>
      <dgm:t>
        <a:bodyPr/>
        <a:lstStyle/>
        <a:p>
          <a:endParaRPr lang="en-US"/>
        </a:p>
      </dgm:t>
    </dgm:pt>
    <dgm:pt modelId="{14AC092F-89BC-4DF6-962F-809BC82068F7}">
      <dgm:prSet/>
      <dgm:spPr/>
      <dgm:t>
        <a:bodyPr/>
        <a:lstStyle/>
        <a:p>
          <a:r>
            <a:rPr lang="fr-CA" baseline="0" noProof="0" dirty="0"/>
            <a:t>jobs</a:t>
          </a:r>
          <a:endParaRPr lang="fr-CA" noProof="0" dirty="0"/>
        </a:p>
      </dgm:t>
    </dgm:pt>
    <dgm:pt modelId="{5B82618A-BB97-4966-B6E1-19CE49D78600}" type="sibTrans" cxnId="{E10D46E3-B4D4-4EE4-A752-A21329960E50}">
      <dgm:prSet/>
      <dgm:spPr/>
      <dgm:t>
        <a:bodyPr/>
        <a:lstStyle/>
        <a:p>
          <a:endParaRPr lang="en-US"/>
        </a:p>
      </dgm:t>
    </dgm:pt>
    <dgm:pt modelId="{0F283D1D-132B-4C5A-8671-967EF9EEBDAF}" type="parTrans" cxnId="{E10D46E3-B4D4-4EE4-A752-A21329960E50}">
      <dgm:prSet/>
      <dgm:spPr/>
      <dgm:t>
        <a:bodyPr/>
        <a:lstStyle/>
        <a:p>
          <a:endParaRPr lang="en-US"/>
        </a:p>
      </dgm:t>
    </dgm:pt>
    <dgm:pt modelId="{D7AB160E-7A8F-4BD4-8C9F-6F8DA63C02B9}">
      <dgm:prSet/>
      <dgm:spPr/>
      <dgm:t>
        <a:bodyPr/>
        <a:lstStyle/>
        <a:p>
          <a:r>
            <a:rPr lang="fr-CA" baseline="0" noProof="0" dirty="0"/>
            <a:t>fg [JOB_SPEC]</a:t>
          </a:r>
          <a:endParaRPr lang="fr-CA" noProof="0" dirty="0"/>
        </a:p>
      </dgm:t>
    </dgm:pt>
    <dgm:pt modelId="{3FB70BE9-B309-4E3F-8BC0-0D3914B458C4}" type="sibTrans" cxnId="{E2DF7C43-834F-4C7F-B27A-7B8C83088F8B}">
      <dgm:prSet/>
      <dgm:spPr/>
      <dgm:t>
        <a:bodyPr/>
        <a:lstStyle/>
        <a:p>
          <a:endParaRPr lang="en-US"/>
        </a:p>
      </dgm:t>
    </dgm:pt>
    <dgm:pt modelId="{82FE0335-A1B0-4A5D-82B6-4805E6A0ABA6}" type="parTrans" cxnId="{E2DF7C43-834F-4C7F-B27A-7B8C83088F8B}">
      <dgm:prSet/>
      <dgm:spPr/>
      <dgm:t>
        <a:bodyPr/>
        <a:lstStyle/>
        <a:p>
          <a:endParaRPr lang="en-US"/>
        </a:p>
      </dgm:t>
    </dgm:pt>
    <dgm:pt modelId="{BEE5113B-1A17-4F8B-B9CF-A7FDC151077F}">
      <dgm:prSet/>
      <dgm:spPr/>
      <dgm:t>
        <a:bodyPr/>
        <a:lstStyle/>
        <a:p>
          <a:r>
            <a:rPr lang="fr-CA" baseline="0" noProof="0" dirty="0" err="1"/>
            <a:t>bg</a:t>
          </a:r>
          <a:r>
            <a:rPr lang="fr-CA" baseline="0" noProof="0" dirty="0"/>
            <a:t> [JOB_SPEC]</a:t>
          </a:r>
          <a:endParaRPr lang="fr-CA" noProof="0" dirty="0"/>
        </a:p>
      </dgm:t>
    </dgm:pt>
    <dgm:pt modelId="{3BB125F0-8CE7-4941-9FFB-B4BCFA320D21}" type="sibTrans" cxnId="{A87C28E1-8CA7-49AD-AF80-41E78A509173}">
      <dgm:prSet/>
      <dgm:spPr/>
      <dgm:t>
        <a:bodyPr/>
        <a:lstStyle/>
        <a:p>
          <a:endParaRPr lang="en-US"/>
        </a:p>
      </dgm:t>
    </dgm:pt>
    <dgm:pt modelId="{FC8D722C-2F2A-4DA9-AB69-E04FA5977131}" type="parTrans" cxnId="{A87C28E1-8CA7-49AD-AF80-41E78A509173}">
      <dgm:prSet/>
      <dgm:spPr/>
      <dgm:t>
        <a:bodyPr/>
        <a:lstStyle/>
        <a:p>
          <a:endParaRPr lang="en-US"/>
        </a:p>
      </dgm:t>
    </dgm:pt>
    <dgm:pt modelId="{1C53909A-F6A6-4FBD-A71E-0F88FB9D7F0F}">
      <dgm:prSet/>
      <dgm:spPr/>
      <dgm:t>
        <a:bodyPr/>
        <a:lstStyle/>
        <a:p>
          <a:r>
            <a:rPr lang="fr-CA" baseline="0" noProof="0" dirty="0" err="1"/>
            <a:t>kill</a:t>
          </a:r>
          <a:endParaRPr lang="fr-CA" noProof="0" dirty="0"/>
        </a:p>
      </dgm:t>
    </dgm:pt>
    <dgm:pt modelId="{303B3C73-4F0C-4754-8390-17206669000C}" type="sibTrans" cxnId="{D9C104A7-DBC3-4C82-A86B-F1B383A48994}">
      <dgm:prSet/>
      <dgm:spPr/>
      <dgm:t>
        <a:bodyPr/>
        <a:lstStyle/>
        <a:p>
          <a:endParaRPr lang="en-US"/>
        </a:p>
      </dgm:t>
    </dgm:pt>
    <dgm:pt modelId="{7F9D3032-2119-46A7-8D31-66D25BCB173C}" type="parTrans" cxnId="{D9C104A7-DBC3-4C82-A86B-F1B383A48994}">
      <dgm:prSet/>
      <dgm:spPr/>
      <dgm:t>
        <a:bodyPr/>
        <a:lstStyle/>
        <a:p>
          <a:endParaRPr lang="en-US"/>
        </a:p>
      </dgm:t>
    </dgm:pt>
    <dgm:pt modelId="{B4872D31-20B2-4630-BFFE-AE381AF59E0E}" type="pres">
      <dgm:prSet presAssocID="{A3390DE4-6161-4D1F-BFCA-0C437D150EA8}" presName="Name0" presStyleCnt="0">
        <dgm:presLayoutVars>
          <dgm:dir/>
          <dgm:animLvl val="lvl"/>
          <dgm:resizeHandles val="exact"/>
        </dgm:presLayoutVars>
      </dgm:prSet>
      <dgm:spPr/>
    </dgm:pt>
    <dgm:pt modelId="{738AC8E6-3270-431E-A826-5B37EC853301}" type="pres">
      <dgm:prSet presAssocID="{C2CC352C-5D1C-4688-9805-416A50F62C05}" presName="composite" presStyleCnt="0"/>
      <dgm:spPr/>
    </dgm:pt>
    <dgm:pt modelId="{631E4CC7-BD3B-4FAC-A9E0-42F0675E55F7}" type="pres">
      <dgm:prSet presAssocID="{C2CC352C-5D1C-4688-9805-416A50F62C0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631E0A4-053A-4C17-89FF-E13F81A33E7E}" type="pres">
      <dgm:prSet presAssocID="{C2CC352C-5D1C-4688-9805-416A50F62C05}" presName="desTx" presStyleLbl="alignAccFollowNode1" presStyleIdx="0" presStyleCnt="2">
        <dgm:presLayoutVars>
          <dgm:bulletEnabled val="1"/>
        </dgm:presLayoutVars>
      </dgm:prSet>
      <dgm:spPr/>
    </dgm:pt>
    <dgm:pt modelId="{C18E7930-D291-4DD1-A63C-2F00E95A242F}" type="pres">
      <dgm:prSet presAssocID="{7E0DE401-4AD4-43A8-8602-C3ABDD54D1E2}" presName="space" presStyleCnt="0"/>
      <dgm:spPr/>
    </dgm:pt>
    <dgm:pt modelId="{D5D8D869-E40C-4C02-A0A2-98B227C674A8}" type="pres">
      <dgm:prSet presAssocID="{0C35BFCD-6EB5-4F21-A6F0-14C6BA3A457A}" presName="composite" presStyleCnt="0"/>
      <dgm:spPr/>
    </dgm:pt>
    <dgm:pt modelId="{3ABDEE3F-D563-41FC-A15F-B3859ECDEAFF}" type="pres">
      <dgm:prSet presAssocID="{0C35BFCD-6EB5-4F21-A6F0-14C6BA3A457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079D0327-AE9B-43F7-9725-2B37A37B2B82}" type="pres">
      <dgm:prSet presAssocID="{0C35BFCD-6EB5-4F21-A6F0-14C6BA3A457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0C42440E-AA0B-416D-9DBB-CD1C2B88B7D2}" type="presOf" srcId="{23BC4FC2-0113-4F20-8255-54AFD7507A37}" destId="{079D0327-AE9B-43F7-9725-2B37A37B2B82}" srcOrd="0" destOrd="0" presId="urn:microsoft.com/office/officeart/2005/8/layout/hList1"/>
    <dgm:cxn modelId="{57126A14-2361-4C3E-A0B6-70EF5F49CCCD}" srcId="{0C35BFCD-6EB5-4F21-A6F0-14C6BA3A457A}" destId="{32E648DE-8D9C-41A6-B9F8-9F6CCC8FE60A}" srcOrd="1" destOrd="0" parTransId="{55F41008-CE1A-4293-9EEC-BE80D02B6173}" sibTransId="{66126685-913B-4207-957B-6BE796084712}"/>
    <dgm:cxn modelId="{93F4B01B-A042-4E2F-BB41-0BDE86804604}" type="presOf" srcId="{A7BAA276-FB6C-49A1-8D58-5FE9E43B7186}" destId="{9631E0A4-053A-4C17-89FF-E13F81A33E7E}" srcOrd="0" destOrd="0" presId="urn:microsoft.com/office/officeart/2005/8/layout/hList1"/>
    <dgm:cxn modelId="{19E2B033-F0D5-4152-A148-B47B5C12A7D1}" srcId="{0C35BFCD-6EB5-4F21-A6F0-14C6BA3A457A}" destId="{23BC4FC2-0113-4F20-8255-54AFD7507A37}" srcOrd="0" destOrd="0" parTransId="{747480F7-6BAD-48E4-AA47-8B4C28C60892}" sibTransId="{DEDAA63F-BE95-4D8A-AF6A-DB9E9F9BDC13}"/>
    <dgm:cxn modelId="{A0F83A37-CE92-4922-8931-755E70294390}" type="presOf" srcId="{0C35BFCD-6EB5-4F21-A6F0-14C6BA3A457A}" destId="{3ABDEE3F-D563-41FC-A15F-B3859ECDEAFF}" srcOrd="0" destOrd="0" presId="urn:microsoft.com/office/officeart/2005/8/layout/hList1"/>
    <dgm:cxn modelId="{E2DF7C43-834F-4C7F-B27A-7B8C83088F8B}" srcId="{0C35BFCD-6EB5-4F21-A6F0-14C6BA3A457A}" destId="{D7AB160E-7A8F-4BD4-8C9F-6F8DA63C02B9}" srcOrd="3" destOrd="0" parTransId="{82FE0335-A1B0-4A5D-82B6-4805E6A0ABA6}" sibTransId="{3FB70BE9-B309-4E3F-8BC0-0D3914B458C4}"/>
    <dgm:cxn modelId="{550AF94B-E516-4358-BF2C-237F06822030}" srcId="{A3390DE4-6161-4D1F-BFCA-0C437D150EA8}" destId="{0C35BFCD-6EB5-4F21-A6F0-14C6BA3A457A}" srcOrd="1" destOrd="0" parTransId="{F4B9BE6C-6CE9-4973-AB0A-4E2CEB4F24BC}" sibTransId="{1E60866E-D464-4869-BE70-7E016E3E4832}"/>
    <dgm:cxn modelId="{5B1DAB74-F092-4E7D-BFDB-B218B667577B}" type="presOf" srcId="{D7AB160E-7A8F-4BD4-8C9F-6F8DA63C02B9}" destId="{079D0327-AE9B-43F7-9725-2B37A37B2B82}" srcOrd="0" destOrd="3" presId="urn:microsoft.com/office/officeart/2005/8/layout/hList1"/>
    <dgm:cxn modelId="{09390A95-A378-4021-81F3-5468CD0914B0}" type="presOf" srcId="{32E648DE-8D9C-41A6-B9F8-9F6CCC8FE60A}" destId="{079D0327-AE9B-43F7-9725-2B37A37B2B82}" srcOrd="0" destOrd="1" presId="urn:microsoft.com/office/officeart/2005/8/layout/hList1"/>
    <dgm:cxn modelId="{6DC75796-FDB5-4197-AE45-FAD0AA175030}" type="presOf" srcId="{1C53909A-F6A6-4FBD-A71E-0F88FB9D7F0F}" destId="{079D0327-AE9B-43F7-9725-2B37A37B2B82}" srcOrd="0" destOrd="5" presId="urn:microsoft.com/office/officeart/2005/8/layout/hList1"/>
    <dgm:cxn modelId="{CE0B02A2-8B5B-4A19-BF07-3D310A98A228}" type="presOf" srcId="{A3390DE4-6161-4D1F-BFCA-0C437D150EA8}" destId="{B4872D31-20B2-4630-BFFE-AE381AF59E0E}" srcOrd="0" destOrd="0" presId="urn:microsoft.com/office/officeart/2005/8/layout/hList1"/>
    <dgm:cxn modelId="{D9C104A7-DBC3-4C82-A86B-F1B383A48994}" srcId="{0C35BFCD-6EB5-4F21-A6F0-14C6BA3A457A}" destId="{1C53909A-F6A6-4FBD-A71E-0F88FB9D7F0F}" srcOrd="5" destOrd="0" parTransId="{7F9D3032-2119-46A7-8D31-66D25BCB173C}" sibTransId="{303B3C73-4F0C-4754-8390-17206669000C}"/>
    <dgm:cxn modelId="{D312EFB3-DCBF-4C9D-88C7-A55735EB69E0}" srcId="{A3390DE4-6161-4D1F-BFCA-0C437D150EA8}" destId="{C2CC352C-5D1C-4688-9805-416A50F62C05}" srcOrd="0" destOrd="0" parTransId="{9DD25ECD-467F-42F8-B164-7A42E22793CE}" sibTransId="{7E0DE401-4AD4-43A8-8602-C3ABDD54D1E2}"/>
    <dgm:cxn modelId="{F620A0BF-FBA8-47F8-B183-E068A121B67E}" type="presOf" srcId="{C2CC352C-5D1C-4688-9805-416A50F62C05}" destId="{631E4CC7-BD3B-4FAC-A9E0-42F0675E55F7}" srcOrd="0" destOrd="0" presId="urn:microsoft.com/office/officeart/2005/8/layout/hList1"/>
    <dgm:cxn modelId="{06EF41D5-F566-44F1-9336-91EB08390DE3}" srcId="{C2CC352C-5D1C-4688-9805-416A50F62C05}" destId="{A7BAA276-FB6C-49A1-8D58-5FE9E43B7186}" srcOrd="0" destOrd="0" parTransId="{A76BBA2A-6705-4B08-BD69-E556ADA99A75}" sibTransId="{D8E1BD16-D444-4F82-A658-0BF1A0AD4E9B}"/>
    <dgm:cxn modelId="{0FC38BD9-A4B5-4FCC-AC25-935E0CB37BE0}" type="presOf" srcId="{BEE5113B-1A17-4F8B-B9CF-A7FDC151077F}" destId="{079D0327-AE9B-43F7-9725-2B37A37B2B82}" srcOrd="0" destOrd="4" presId="urn:microsoft.com/office/officeart/2005/8/layout/hList1"/>
    <dgm:cxn modelId="{A87C28E1-8CA7-49AD-AF80-41E78A509173}" srcId="{0C35BFCD-6EB5-4F21-A6F0-14C6BA3A457A}" destId="{BEE5113B-1A17-4F8B-B9CF-A7FDC151077F}" srcOrd="4" destOrd="0" parTransId="{FC8D722C-2F2A-4DA9-AB69-E04FA5977131}" sibTransId="{3BB125F0-8CE7-4941-9FFB-B4BCFA320D21}"/>
    <dgm:cxn modelId="{E10D46E3-B4D4-4EE4-A752-A21329960E50}" srcId="{0C35BFCD-6EB5-4F21-A6F0-14C6BA3A457A}" destId="{14AC092F-89BC-4DF6-962F-809BC82068F7}" srcOrd="2" destOrd="0" parTransId="{0F283D1D-132B-4C5A-8671-967EF9EEBDAF}" sibTransId="{5B82618A-BB97-4966-B6E1-19CE49D78600}"/>
    <dgm:cxn modelId="{B191BBF3-9FC0-4885-A0FE-B76662D09A7C}" type="presOf" srcId="{14AC092F-89BC-4DF6-962F-809BC82068F7}" destId="{079D0327-AE9B-43F7-9725-2B37A37B2B82}" srcOrd="0" destOrd="2" presId="urn:microsoft.com/office/officeart/2005/8/layout/hList1"/>
    <dgm:cxn modelId="{6CF7CC7A-B4DE-4A4C-B2D2-CC6627EE27A2}" type="presParOf" srcId="{B4872D31-20B2-4630-BFFE-AE381AF59E0E}" destId="{738AC8E6-3270-431E-A826-5B37EC853301}" srcOrd="0" destOrd="0" presId="urn:microsoft.com/office/officeart/2005/8/layout/hList1"/>
    <dgm:cxn modelId="{B25E1819-4AC6-4BC5-9204-7D1D521BF596}" type="presParOf" srcId="{738AC8E6-3270-431E-A826-5B37EC853301}" destId="{631E4CC7-BD3B-4FAC-A9E0-42F0675E55F7}" srcOrd="0" destOrd="0" presId="urn:microsoft.com/office/officeart/2005/8/layout/hList1"/>
    <dgm:cxn modelId="{B680E4A3-951A-4A1A-903A-6DAA9763D7C7}" type="presParOf" srcId="{738AC8E6-3270-431E-A826-5B37EC853301}" destId="{9631E0A4-053A-4C17-89FF-E13F81A33E7E}" srcOrd="1" destOrd="0" presId="urn:microsoft.com/office/officeart/2005/8/layout/hList1"/>
    <dgm:cxn modelId="{FEE851C3-4843-40A2-82DD-256AAF4B4E14}" type="presParOf" srcId="{B4872D31-20B2-4630-BFFE-AE381AF59E0E}" destId="{C18E7930-D291-4DD1-A63C-2F00E95A242F}" srcOrd="1" destOrd="0" presId="urn:microsoft.com/office/officeart/2005/8/layout/hList1"/>
    <dgm:cxn modelId="{D5A01842-1DB7-45F4-9C5E-0DD69D3C9449}" type="presParOf" srcId="{B4872D31-20B2-4630-BFFE-AE381AF59E0E}" destId="{D5D8D869-E40C-4C02-A0A2-98B227C674A8}" srcOrd="2" destOrd="0" presId="urn:microsoft.com/office/officeart/2005/8/layout/hList1"/>
    <dgm:cxn modelId="{A58EE1E3-9BAA-43E1-A5FC-B4D4E8E76A63}" type="presParOf" srcId="{D5D8D869-E40C-4C02-A0A2-98B227C674A8}" destId="{3ABDEE3F-D563-41FC-A15F-B3859ECDEAFF}" srcOrd="0" destOrd="0" presId="urn:microsoft.com/office/officeart/2005/8/layout/hList1"/>
    <dgm:cxn modelId="{96A55589-659F-4457-8B9F-E4E5921CD16B}" type="presParOf" srcId="{D5D8D869-E40C-4C02-A0A2-98B227C674A8}" destId="{079D0327-AE9B-43F7-9725-2B37A37B2B8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F74C4D-9661-4E01-AD3F-2D43FB318D5D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CA"/>
        </a:p>
      </dgm:t>
    </dgm:pt>
    <dgm:pt modelId="{8E5E40E5-2A70-447D-94E0-DF734F09D09A}">
      <dgm:prSet/>
      <dgm:spPr/>
      <dgm:t>
        <a:bodyPr/>
        <a:lstStyle/>
        <a:p>
          <a:r>
            <a:rPr lang="fr-CA" noProof="0" dirty="0"/>
            <a:t>SIGTERM (#15) – Demande </a:t>
          </a:r>
          <a:r>
            <a:rPr lang="fr-CA" b="1" noProof="0" dirty="0"/>
            <a:t>poliment</a:t>
          </a:r>
          <a:r>
            <a:rPr lang="fr-CA" noProof="0" dirty="0"/>
            <a:t> à un processus de se terminer.</a:t>
          </a:r>
        </a:p>
      </dgm:t>
    </dgm:pt>
    <dgm:pt modelId="{147E7A37-51F6-440B-A934-FE0EB8BB5745}" type="parTrans" cxnId="{D886369E-4ECD-46E6-99D0-BF9D07BAF4E8}">
      <dgm:prSet/>
      <dgm:spPr/>
      <dgm:t>
        <a:bodyPr/>
        <a:lstStyle/>
        <a:p>
          <a:endParaRPr lang="en-CA"/>
        </a:p>
      </dgm:t>
    </dgm:pt>
    <dgm:pt modelId="{6FA82C06-A84B-469D-B6AE-3D07905F09B8}" type="sibTrans" cxnId="{D886369E-4ECD-46E6-99D0-BF9D07BAF4E8}">
      <dgm:prSet/>
      <dgm:spPr/>
      <dgm:t>
        <a:bodyPr/>
        <a:lstStyle/>
        <a:p>
          <a:endParaRPr lang="en-CA"/>
        </a:p>
      </dgm:t>
    </dgm:pt>
    <dgm:pt modelId="{97324F63-59AC-4FC8-9306-68B9AFE68BEB}">
      <dgm:prSet/>
      <dgm:spPr/>
      <dgm:t>
        <a:bodyPr/>
        <a:lstStyle/>
        <a:p>
          <a:r>
            <a:rPr lang="fr-CA" baseline="0" noProof="0" dirty="0"/>
            <a:t>Le processus peut </a:t>
          </a:r>
          <a:r>
            <a:rPr lang="fr-CA" b="1" baseline="0" noProof="0" dirty="0"/>
            <a:t>intercepter</a:t>
          </a:r>
          <a:r>
            <a:rPr lang="fr-CA" baseline="0" noProof="0" dirty="0"/>
            <a:t> ce signal pour faire du nettoyage (fermer des fichiers, sauvegarder, etc.).</a:t>
          </a:r>
          <a:endParaRPr lang="fr-CA" noProof="0" dirty="0"/>
        </a:p>
      </dgm:t>
    </dgm:pt>
    <dgm:pt modelId="{32E44DA2-B6A4-462C-8187-A3CA47A02713}" type="parTrans" cxnId="{D3257E4A-382A-4CE3-9998-7BF99BE31D6B}">
      <dgm:prSet/>
      <dgm:spPr/>
      <dgm:t>
        <a:bodyPr/>
        <a:lstStyle/>
        <a:p>
          <a:endParaRPr lang="en-CA"/>
        </a:p>
      </dgm:t>
    </dgm:pt>
    <dgm:pt modelId="{BA74F8E0-9532-4CCF-84D8-45F399992087}" type="sibTrans" cxnId="{D3257E4A-382A-4CE3-9998-7BF99BE31D6B}">
      <dgm:prSet/>
      <dgm:spPr/>
      <dgm:t>
        <a:bodyPr/>
        <a:lstStyle/>
        <a:p>
          <a:endParaRPr lang="en-CA"/>
        </a:p>
      </dgm:t>
    </dgm:pt>
    <dgm:pt modelId="{E9A3D041-B256-4198-90AF-4D5AB66ECEE4}">
      <dgm:prSet/>
      <dgm:spPr/>
      <dgm:t>
        <a:bodyPr/>
        <a:lstStyle/>
        <a:p>
          <a:r>
            <a:rPr lang="fr-CA" baseline="0" noProof="0" dirty="0"/>
            <a:t>Par défaut utilisé par la commande </a:t>
          </a:r>
          <a:r>
            <a:rPr lang="fr-CA" b="1" baseline="0" noProof="0" dirty="0" err="1"/>
            <a:t>kill</a:t>
          </a:r>
          <a:r>
            <a:rPr lang="fr-CA" baseline="0" noProof="0" dirty="0"/>
            <a:t>.</a:t>
          </a:r>
          <a:endParaRPr lang="fr-CA" noProof="0" dirty="0"/>
        </a:p>
      </dgm:t>
    </dgm:pt>
    <dgm:pt modelId="{FFAD38E9-8654-4FA3-A393-CABABD5CB93A}" type="parTrans" cxnId="{D9857FAE-7842-4EAF-BC11-9AED4A23CD33}">
      <dgm:prSet/>
      <dgm:spPr/>
      <dgm:t>
        <a:bodyPr/>
        <a:lstStyle/>
        <a:p>
          <a:endParaRPr lang="en-CA"/>
        </a:p>
      </dgm:t>
    </dgm:pt>
    <dgm:pt modelId="{33F1F9B3-33AE-4A04-AD73-1A6388481632}" type="sibTrans" cxnId="{D9857FAE-7842-4EAF-BC11-9AED4A23CD33}">
      <dgm:prSet/>
      <dgm:spPr/>
      <dgm:t>
        <a:bodyPr/>
        <a:lstStyle/>
        <a:p>
          <a:endParaRPr lang="en-CA"/>
        </a:p>
      </dgm:t>
    </dgm:pt>
    <dgm:pt modelId="{7E7F8477-0179-4868-B057-8F1EFAFD9065}">
      <dgm:prSet/>
      <dgm:spPr/>
      <dgm:t>
        <a:bodyPr/>
        <a:lstStyle/>
        <a:p>
          <a:r>
            <a:rPr lang="fr-CA" b="1" baseline="0" noProof="0" dirty="0"/>
            <a:t>Peut être ignoré</a:t>
          </a:r>
          <a:r>
            <a:rPr lang="fr-CA" baseline="0" noProof="0" dirty="0"/>
            <a:t> par le processus.</a:t>
          </a:r>
          <a:endParaRPr lang="fr-CA" noProof="0" dirty="0"/>
        </a:p>
      </dgm:t>
    </dgm:pt>
    <dgm:pt modelId="{F08B3056-8D03-47AD-9823-F0D5FABE4515}" type="parTrans" cxnId="{37170350-E645-451D-A649-D94604697F71}">
      <dgm:prSet/>
      <dgm:spPr/>
      <dgm:t>
        <a:bodyPr/>
        <a:lstStyle/>
        <a:p>
          <a:endParaRPr lang="en-CA"/>
        </a:p>
      </dgm:t>
    </dgm:pt>
    <dgm:pt modelId="{B9141386-8BBA-4CC8-90D8-6B68F8438287}" type="sibTrans" cxnId="{37170350-E645-451D-A649-D94604697F71}">
      <dgm:prSet/>
      <dgm:spPr/>
      <dgm:t>
        <a:bodyPr/>
        <a:lstStyle/>
        <a:p>
          <a:endParaRPr lang="en-CA"/>
        </a:p>
      </dgm:t>
    </dgm:pt>
    <dgm:pt modelId="{81D65B0E-D7BE-4CDB-B7A2-9DBAC1BD2586}">
      <dgm:prSet/>
      <dgm:spPr/>
      <dgm:t>
        <a:bodyPr/>
        <a:lstStyle/>
        <a:p>
          <a:r>
            <a:rPr lang="fr-CA" noProof="0" dirty="0"/>
            <a:t>SIGKILL (#9) – </a:t>
          </a:r>
          <a:r>
            <a:rPr lang="fr-CA" b="1" noProof="0" dirty="0"/>
            <a:t>Tue immédiatement</a:t>
          </a:r>
          <a:r>
            <a:rPr lang="fr-CA" noProof="0" dirty="0"/>
            <a:t> un processus.</a:t>
          </a:r>
        </a:p>
      </dgm:t>
    </dgm:pt>
    <dgm:pt modelId="{479F80D7-B27D-4901-BCF7-CAD53A4154F1}" type="parTrans" cxnId="{2023CDB8-5AD8-498C-96E5-B2F3D8857A99}">
      <dgm:prSet/>
      <dgm:spPr/>
      <dgm:t>
        <a:bodyPr/>
        <a:lstStyle/>
        <a:p>
          <a:endParaRPr lang="en-CA"/>
        </a:p>
      </dgm:t>
    </dgm:pt>
    <dgm:pt modelId="{2D6F83D2-C6F3-480F-A250-8731479FE5D7}" type="sibTrans" cxnId="{2023CDB8-5AD8-498C-96E5-B2F3D8857A99}">
      <dgm:prSet/>
      <dgm:spPr/>
      <dgm:t>
        <a:bodyPr/>
        <a:lstStyle/>
        <a:p>
          <a:endParaRPr lang="en-CA"/>
        </a:p>
      </dgm:t>
    </dgm:pt>
    <dgm:pt modelId="{85418742-6755-4F42-A639-492CB4AB3348}">
      <dgm:prSet/>
      <dgm:spPr/>
      <dgm:t>
        <a:bodyPr/>
        <a:lstStyle/>
        <a:p>
          <a:r>
            <a:rPr lang="fr-CA" baseline="0" noProof="0" dirty="0"/>
            <a:t>Ne peut </a:t>
          </a:r>
          <a:r>
            <a:rPr lang="fr-CA" b="1" baseline="0" noProof="0" dirty="0"/>
            <a:t>pas être intercepté, ignoré ou bloqué</a:t>
          </a:r>
          <a:r>
            <a:rPr lang="fr-CA" baseline="0" noProof="0" dirty="0"/>
            <a:t>.</a:t>
          </a:r>
          <a:endParaRPr lang="fr-CA" noProof="0" dirty="0"/>
        </a:p>
      </dgm:t>
    </dgm:pt>
    <dgm:pt modelId="{B8AF6905-4AEB-482E-8121-552CA36116F8}" type="parTrans" cxnId="{FA1F7030-856D-4FDD-9010-EBB8852AA076}">
      <dgm:prSet/>
      <dgm:spPr/>
      <dgm:t>
        <a:bodyPr/>
        <a:lstStyle/>
        <a:p>
          <a:endParaRPr lang="en-CA"/>
        </a:p>
      </dgm:t>
    </dgm:pt>
    <dgm:pt modelId="{CDB6EA78-C063-4064-A068-7C87CBE2903E}" type="sibTrans" cxnId="{FA1F7030-856D-4FDD-9010-EBB8852AA076}">
      <dgm:prSet/>
      <dgm:spPr/>
      <dgm:t>
        <a:bodyPr/>
        <a:lstStyle/>
        <a:p>
          <a:endParaRPr lang="en-CA"/>
        </a:p>
      </dgm:t>
    </dgm:pt>
    <dgm:pt modelId="{549D1904-2B6E-4696-A467-703BD6FDFC1C}">
      <dgm:prSet/>
      <dgm:spPr/>
      <dgm:t>
        <a:bodyPr/>
        <a:lstStyle/>
        <a:p>
          <a:r>
            <a:rPr lang="fr-CA" baseline="0" noProof="0" dirty="0"/>
            <a:t>Le processus est stoppé </a:t>
          </a:r>
          <a:r>
            <a:rPr lang="fr-CA" b="1" baseline="0" noProof="0" dirty="0"/>
            <a:t>immédiatement</a:t>
          </a:r>
          <a:r>
            <a:rPr lang="fr-CA" baseline="0" noProof="0" dirty="0"/>
            <a:t>, sans possibilité de se préparer ou de sauvegarder.</a:t>
          </a:r>
          <a:endParaRPr lang="fr-CA" noProof="0" dirty="0"/>
        </a:p>
      </dgm:t>
    </dgm:pt>
    <dgm:pt modelId="{3E43B46E-53A0-41A5-8DDF-7C1CD2F45B6C}" type="parTrans" cxnId="{045B8E9E-2F0F-4F86-9306-E786EA234356}">
      <dgm:prSet/>
      <dgm:spPr/>
      <dgm:t>
        <a:bodyPr/>
        <a:lstStyle/>
        <a:p>
          <a:endParaRPr lang="en-CA"/>
        </a:p>
      </dgm:t>
    </dgm:pt>
    <dgm:pt modelId="{272096AE-397F-46C3-A725-EF3A3A3E9A47}" type="sibTrans" cxnId="{045B8E9E-2F0F-4F86-9306-E786EA234356}">
      <dgm:prSet/>
      <dgm:spPr/>
      <dgm:t>
        <a:bodyPr/>
        <a:lstStyle/>
        <a:p>
          <a:endParaRPr lang="en-CA"/>
        </a:p>
      </dgm:t>
    </dgm:pt>
    <dgm:pt modelId="{35A570E6-A500-4C41-9A93-3428C1A4A88A}">
      <dgm:prSet/>
      <dgm:spPr/>
      <dgm:t>
        <a:bodyPr/>
        <a:lstStyle/>
        <a:p>
          <a:r>
            <a:rPr lang="fr-CA" baseline="0" noProof="0" dirty="0"/>
            <a:t>Utilisé avec : </a:t>
          </a:r>
          <a:r>
            <a:rPr lang="fr-CA" baseline="0" noProof="0" dirty="0" err="1"/>
            <a:t>kill</a:t>
          </a:r>
          <a:r>
            <a:rPr lang="fr-CA" baseline="0" noProof="0" dirty="0"/>
            <a:t> -9 &lt;PID&gt;</a:t>
          </a:r>
          <a:endParaRPr lang="fr-CA" noProof="0" dirty="0"/>
        </a:p>
      </dgm:t>
    </dgm:pt>
    <dgm:pt modelId="{D0B2DE6F-D93C-4416-907D-544FFCAE29C3}" type="parTrans" cxnId="{FA0BD2A5-3DC6-4680-B2E1-7DC6DF9084B8}">
      <dgm:prSet/>
      <dgm:spPr/>
      <dgm:t>
        <a:bodyPr/>
        <a:lstStyle/>
        <a:p>
          <a:endParaRPr lang="en-CA"/>
        </a:p>
      </dgm:t>
    </dgm:pt>
    <dgm:pt modelId="{1F955A48-BE5F-4331-B14F-969DE27070F0}" type="sibTrans" cxnId="{FA0BD2A5-3DC6-4680-B2E1-7DC6DF9084B8}">
      <dgm:prSet/>
      <dgm:spPr/>
      <dgm:t>
        <a:bodyPr/>
        <a:lstStyle/>
        <a:p>
          <a:endParaRPr lang="en-CA"/>
        </a:p>
      </dgm:t>
    </dgm:pt>
    <dgm:pt modelId="{A83DB9F3-5A49-4EC1-8559-F2B89E55EDF5}" type="pres">
      <dgm:prSet presAssocID="{54F74C4D-9661-4E01-AD3F-2D43FB318D5D}" presName="linear" presStyleCnt="0">
        <dgm:presLayoutVars>
          <dgm:dir/>
          <dgm:animLvl val="lvl"/>
          <dgm:resizeHandles val="exact"/>
        </dgm:presLayoutVars>
      </dgm:prSet>
      <dgm:spPr/>
    </dgm:pt>
    <dgm:pt modelId="{2A9DCF4C-8DCB-4AD8-B582-91A04B3CA61C}" type="pres">
      <dgm:prSet presAssocID="{8E5E40E5-2A70-447D-94E0-DF734F09D09A}" presName="parentLin" presStyleCnt="0"/>
      <dgm:spPr/>
    </dgm:pt>
    <dgm:pt modelId="{1C5F1E12-132C-4848-8FFD-100A52931F3D}" type="pres">
      <dgm:prSet presAssocID="{8E5E40E5-2A70-447D-94E0-DF734F09D09A}" presName="parentLeftMargin" presStyleLbl="node1" presStyleIdx="0" presStyleCnt="2"/>
      <dgm:spPr/>
    </dgm:pt>
    <dgm:pt modelId="{F6F2EDE6-94C7-42D4-B447-2ABA3D8AD088}" type="pres">
      <dgm:prSet presAssocID="{8E5E40E5-2A70-447D-94E0-DF734F09D09A}" presName="parentText" presStyleLbl="node1" presStyleIdx="0" presStyleCnt="2" custScaleX="132725">
        <dgm:presLayoutVars>
          <dgm:chMax val="0"/>
          <dgm:bulletEnabled val="1"/>
        </dgm:presLayoutVars>
      </dgm:prSet>
      <dgm:spPr/>
    </dgm:pt>
    <dgm:pt modelId="{F46B4D60-F30C-4668-BF97-160A101EE86C}" type="pres">
      <dgm:prSet presAssocID="{8E5E40E5-2A70-447D-94E0-DF734F09D09A}" presName="negativeSpace" presStyleCnt="0"/>
      <dgm:spPr/>
    </dgm:pt>
    <dgm:pt modelId="{3ADCB7E4-6D95-49DE-AD4D-8DE9B243417F}" type="pres">
      <dgm:prSet presAssocID="{8E5E40E5-2A70-447D-94E0-DF734F09D09A}" presName="childText" presStyleLbl="conFgAcc1" presStyleIdx="0" presStyleCnt="2">
        <dgm:presLayoutVars>
          <dgm:bulletEnabled val="1"/>
        </dgm:presLayoutVars>
      </dgm:prSet>
      <dgm:spPr/>
    </dgm:pt>
    <dgm:pt modelId="{51804F9D-381A-4A2B-A499-5A41E733B28A}" type="pres">
      <dgm:prSet presAssocID="{6FA82C06-A84B-469D-B6AE-3D07905F09B8}" presName="spaceBetweenRectangles" presStyleCnt="0"/>
      <dgm:spPr/>
    </dgm:pt>
    <dgm:pt modelId="{F3185CC2-E89C-46F7-BDC5-6EAAB5D5D049}" type="pres">
      <dgm:prSet presAssocID="{81D65B0E-D7BE-4CDB-B7A2-9DBAC1BD2586}" presName="parentLin" presStyleCnt="0"/>
      <dgm:spPr/>
    </dgm:pt>
    <dgm:pt modelId="{E3EAA029-70BC-4CE6-9676-6A316960DE7C}" type="pres">
      <dgm:prSet presAssocID="{81D65B0E-D7BE-4CDB-B7A2-9DBAC1BD2586}" presName="parentLeftMargin" presStyleLbl="node1" presStyleIdx="0" presStyleCnt="2"/>
      <dgm:spPr/>
    </dgm:pt>
    <dgm:pt modelId="{72AADFD5-0405-4C62-AF10-C7B9F33F8DF7}" type="pres">
      <dgm:prSet presAssocID="{81D65B0E-D7BE-4CDB-B7A2-9DBAC1BD2586}" presName="parentText" presStyleLbl="node1" presStyleIdx="1" presStyleCnt="2" custScaleX="132687">
        <dgm:presLayoutVars>
          <dgm:chMax val="0"/>
          <dgm:bulletEnabled val="1"/>
        </dgm:presLayoutVars>
      </dgm:prSet>
      <dgm:spPr/>
    </dgm:pt>
    <dgm:pt modelId="{B0371320-C2A3-474E-8879-F7FA13AC1332}" type="pres">
      <dgm:prSet presAssocID="{81D65B0E-D7BE-4CDB-B7A2-9DBAC1BD2586}" presName="negativeSpace" presStyleCnt="0"/>
      <dgm:spPr/>
    </dgm:pt>
    <dgm:pt modelId="{782064F0-7A7D-4755-A4C0-32E647DBE330}" type="pres">
      <dgm:prSet presAssocID="{81D65B0E-D7BE-4CDB-B7A2-9DBAC1BD258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E5BF609-80A1-4217-B80F-9F502431894E}" type="presOf" srcId="{97324F63-59AC-4FC8-9306-68B9AFE68BEB}" destId="{3ADCB7E4-6D95-49DE-AD4D-8DE9B243417F}" srcOrd="0" destOrd="0" presId="urn:microsoft.com/office/officeart/2005/8/layout/list1"/>
    <dgm:cxn modelId="{DDB20B10-1617-4C12-8303-9FC987E53F9A}" type="presOf" srcId="{81D65B0E-D7BE-4CDB-B7A2-9DBAC1BD2586}" destId="{72AADFD5-0405-4C62-AF10-C7B9F33F8DF7}" srcOrd="1" destOrd="0" presId="urn:microsoft.com/office/officeart/2005/8/layout/list1"/>
    <dgm:cxn modelId="{23193A29-25E9-4885-B5AA-66ACDE49114D}" type="presOf" srcId="{81D65B0E-D7BE-4CDB-B7A2-9DBAC1BD2586}" destId="{E3EAA029-70BC-4CE6-9676-6A316960DE7C}" srcOrd="0" destOrd="0" presId="urn:microsoft.com/office/officeart/2005/8/layout/list1"/>
    <dgm:cxn modelId="{FA1F7030-856D-4FDD-9010-EBB8852AA076}" srcId="{81D65B0E-D7BE-4CDB-B7A2-9DBAC1BD2586}" destId="{85418742-6755-4F42-A639-492CB4AB3348}" srcOrd="0" destOrd="0" parTransId="{B8AF6905-4AEB-482E-8121-552CA36116F8}" sibTransId="{CDB6EA78-C063-4064-A068-7C87CBE2903E}"/>
    <dgm:cxn modelId="{679F495C-E7E4-4C02-AAB6-8AA7628E5E78}" type="presOf" srcId="{8E5E40E5-2A70-447D-94E0-DF734F09D09A}" destId="{F6F2EDE6-94C7-42D4-B447-2ABA3D8AD088}" srcOrd="1" destOrd="0" presId="urn:microsoft.com/office/officeart/2005/8/layout/list1"/>
    <dgm:cxn modelId="{B3BBF266-957F-4DD3-9497-F21163058AB8}" type="presOf" srcId="{8E5E40E5-2A70-447D-94E0-DF734F09D09A}" destId="{1C5F1E12-132C-4848-8FFD-100A52931F3D}" srcOrd="0" destOrd="0" presId="urn:microsoft.com/office/officeart/2005/8/layout/list1"/>
    <dgm:cxn modelId="{D3257E4A-382A-4CE3-9998-7BF99BE31D6B}" srcId="{8E5E40E5-2A70-447D-94E0-DF734F09D09A}" destId="{97324F63-59AC-4FC8-9306-68B9AFE68BEB}" srcOrd="0" destOrd="0" parTransId="{32E44DA2-B6A4-462C-8187-A3CA47A02713}" sibTransId="{BA74F8E0-9532-4CCF-84D8-45F399992087}"/>
    <dgm:cxn modelId="{0685284F-FDF5-4893-8EC1-635203F5B3BD}" type="presOf" srcId="{54F74C4D-9661-4E01-AD3F-2D43FB318D5D}" destId="{A83DB9F3-5A49-4EC1-8559-F2B89E55EDF5}" srcOrd="0" destOrd="0" presId="urn:microsoft.com/office/officeart/2005/8/layout/list1"/>
    <dgm:cxn modelId="{37170350-E645-451D-A649-D94604697F71}" srcId="{8E5E40E5-2A70-447D-94E0-DF734F09D09A}" destId="{7E7F8477-0179-4868-B057-8F1EFAFD9065}" srcOrd="2" destOrd="0" parTransId="{F08B3056-8D03-47AD-9823-F0D5FABE4515}" sibTransId="{B9141386-8BBA-4CC8-90D8-6B68F8438287}"/>
    <dgm:cxn modelId="{70536B72-E429-4002-B715-60E05053AC60}" type="presOf" srcId="{85418742-6755-4F42-A639-492CB4AB3348}" destId="{782064F0-7A7D-4755-A4C0-32E647DBE330}" srcOrd="0" destOrd="0" presId="urn:microsoft.com/office/officeart/2005/8/layout/list1"/>
    <dgm:cxn modelId="{6545D67F-F777-4BD7-B2B6-AD506AF3AB9E}" type="presOf" srcId="{7E7F8477-0179-4868-B057-8F1EFAFD9065}" destId="{3ADCB7E4-6D95-49DE-AD4D-8DE9B243417F}" srcOrd="0" destOrd="2" presId="urn:microsoft.com/office/officeart/2005/8/layout/list1"/>
    <dgm:cxn modelId="{0C093486-B4CE-4470-8973-FBFC2DF7D781}" type="presOf" srcId="{35A570E6-A500-4C41-9A93-3428C1A4A88A}" destId="{782064F0-7A7D-4755-A4C0-32E647DBE330}" srcOrd="0" destOrd="2" presId="urn:microsoft.com/office/officeart/2005/8/layout/list1"/>
    <dgm:cxn modelId="{3644EF96-E889-4F81-AAF4-7DF70361DA5C}" type="presOf" srcId="{549D1904-2B6E-4696-A467-703BD6FDFC1C}" destId="{782064F0-7A7D-4755-A4C0-32E647DBE330}" srcOrd="0" destOrd="1" presId="urn:microsoft.com/office/officeart/2005/8/layout/list1"/>
    <dgm:cxn modelId="{D886369E-4ECD-46E6-99D0-BF9D07BAF4E8}" srcId="{54F74C4D-9661-4E01-AD3F-2D43FB318D5D}" destId="{8E5E40E5-2A70-447D-94E0-DF734F09D09A}" srcOrd="0" destOrd="0" parTransId="{147E7A37-51F6-440B-A934-FE0EB8BB5745}" sibTransId="{6FA82C06-A84B-469D-B6AE-3D07905F09B8}"/>
    <dgm:cxn modelId="{045B8E9E-2F0F-4F86-9306-E786EA234356}" srcId="{81D65B0E-D7BE-4CDB-B7A2-9DBAC1BD2586}" destId="{549D1904-2B6E-4696-A467-703BD6FDFC1C}" srcOrd="1" destOrd="0" parTransId="{3E43B46E-53A0-41A5-8DDF-7C1CD2F45B6C}" sibTransId="{272096AE-397F-46C3-A725-EF3A3A3E9A47}"/>
    <dgm:cxn modelId="{FA0BD2A5-3DC6-4680-B2E1-7DC6DF9084B8}" srcId="{81D65B0E-D7BE-4CDB-B7A2-9DBAC1BD2586}" destId="{35A570E6-A500-4C41-9A93-3428C1A4A88A}" srcOrd="2" destOrd="0" parTransId="{D0B2DE6F-D93C-4416-907D-544FFCAE29C3}" sibTransId="{1F955A48-BE5F-4331-B14F-969DE27070F0}"/>
    <dgm:cxn modelId="{D9857FAE-7842-4EAF-BC11-9AED4A23CD33}" srcId="{8E5E40E5-2A70-447D-94E0-DF734F09D09A}" destId="{E9A3D041-B256-4198-90AF-4D5AB66ECEE4}" srcOrd="1" destOrd="0" parTransId="{FFAD38E9-8654-4FA3-A393-CABABD5CB93A}" sibTransId="{33F1F9B3-33AE-4A04-AD73-1A6388481632}"/>
    <dgm:cxn modelId="{2023CDB8-5AD8-498C-96E5-B2F3D8857A99}" srcId="{54F74C4D-9661-4E01-AD3F-2D43FB318D5D}" destId="{81D65B0E-D7BE-4CDB-B7A2-9DBAC1BD2586}" srcOrd="1" destOrd="0" parTransId="{479F80D7-B27D-4901-BCF7-CAD53A4154F1}" sibTransId="{2D6F83D2-C6F3-480F-A250-8731479FE5D7}"/>
    <dgm:cxn modelId="{12AA06DA-9ED3-4FF2-BD2C-8741F1194027}" type="presOf" srcId="{E9A3D041-B256-4198-90AF-4D5AB66ECEE4}" destId="{3ADCB7E4-6D95-49DE-AD4D-8DE9B243417F}" srcOrd="0" destOrd="1" presId="urn:microsoft.com/office/officeart/2005/8/layout/list1"/>
    <dgm:cxn modelId="{2796701C-4BC7-4F1F-AAD2-9BB05FA279F6}" type="presParOf" srcId="{A83DB9F3-5A49-4EC1-8559-F2B89E55EDF5}" destId="{2A9DCF4C-8DCB-4AD8-B582-91A04B3CA61C}" srcOrd="0" destOrd="0" presId="urn:microsoft.com/office/officeart/2005/8/layout/list1"/>
    <dgm:cxn modelId="{1BD5C633-5718-44F8-9AD6-FF78DF761487}" type="presParOf" srcId="{2A9DCF4C-8DCB-4AD8-B582-91A04B3CA61C}" destId="{1C5F1E12-132C-4848-8FFD-100A52931F3D}" srcOrd="0" destOrd="0" presId="urn:microsoft.com/office/officeart/2005/8/layout/list1"/>
    <dgm:cxn modelId="{17D30EB8-72BD-4735-A3A5-F90574486E6D}" type="presParOf" srcId="{2A9DCF4C-8DCB-4AD8-B582-91A04B3CA61C}" destId="{F6F2EDE6-94C7-42D4-B447-2ABA3D8AD088}" srcOrd="1" destOrd="0" presId="urn:microsoft.com/office/officeart/2005/8/layout/list1"/>
    <dgm:cxn modelId="{9CA72C51-8550-4F2A-9988-D26C578B8F42}" type="presParOf" srcId="{A83DB9F3-5A49-4EC1-8559-F2B89E55EDF5}" destId="{F46B4D60-F30C-4668-BF97-160A101EE86C}" srcOrd="1" destOrd="0" presId="urn:microsoft.com/office/officeart/2005/8/layout/list1"/>
    <dgm:cxn modelId="{9B5DA50A-3915-47CB-A1F4-C4A7BB3B5460}" type="presParOf" srcId="{A83DB9F3-5A49-4EC1-8559-F2B89E55EDF5}" destId="{3ADCB7E4-6D95-49DE-AD4D-8DE9B243417F}" srcOrd="2" destOrd="0" presId="urn:microsoft.com/office/officeart/2005/8/layout/list1"/>
    <dgm:cxn modelId="{4DF157FA-EB61-4978-B69B-62589FE15C23}" type="presParOf" srcId="{A83DB9F3-5A49-4EC1-8559-F2B89E55EDF5}" destId="{51804F9D-381A-4A2B-A499-5A41E733B28A}" srcOrd="3" destOrd="0" presId="urn:microsoft.com/office/officeart/2005/8/layout/list1"/>
    <dgm:cxn modelId="{37D6CA4B-7A33-492D-8117-21B243AB86E7}" type="presParOf" srcId="{A83DB9F3-5A49-4EC1-8559-F2B89E55EDF5}" destId="{F3185CC2-E89C-46F7-BDC5-6EAAB5D5D049}" srcOrd="4" destOrd="0" presId="urn:microsoft.com/office/officeart/2005/8/layout/list1"/>
    <dgm:cxn modelId="{43E6E730-1610-4C85-94CF-364CFADD3E11}" type="presParOf" srcId="{F3185CC2-E89C-46F7-BDC5-6EAAB5D5D049}" destId="{E3EAA029-70BC-4CE6-9676-6A316960DE7C}" srcOrd="0" destOrd="0" presId="urn:microsoft.com/office/officeart/2005/8/layout/list1"/>
    <dgm:cxn modelId="{87951213-2817-4BB5-9CDE-1E8B6B77571A}" type="presParOf" srcId="{F3185CC2-E89C-46F7-BDC5-6EAAB5D5D049}" destId="{72AADFD5-0405-4C62-AF10-C7B9F33F8DF7}" srcOrd="1" destOrd="0" presId="urn:microsoft.com/office/officeart/2005/8/layout/list1"/>
    <dgm:cxn modelId="{CBCC8C38-DEC7-4B6E-8768-690B7CD726DA}" type="presParOf" srcId="{A83DB9F3-5A49-4EC1-8559-F2B89E55EDF5}" destId="{B0371320-C2A3-474E-8879-F7FA13AC1332}" srcOrd="5" destOrd="0" presId="urn:microsoft.com/office/officeart/2005/8/layout/list1"/>
    <dgm:cxn modelId="{7EE12A87-FD62-47B1-B612-B1439AC1A2B1}" type="presParOf" srcId="{A83DB9F3-5A49-4EC1-8559-F2B89E55EDF5}" destId="{782064F0-7A7D-4755-A4C0-32E647DBE33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163012-00A2-45CA-AD65-1F6E6552481F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CA"/>
        </a:p>
      </dgm:t>
    </dgm:pt>
    <dgm:pt modelId="{2FD33687-4DC9-4795-9CFB-8FC297B45271}">
      <dgm:prSet/>
      <dgm:spPr/>
      <dgm:t>
        <a:bodyPr/>
        <a:lstStyle/>
        <a:p>
          <a:r>
            <a:rPr lang="fr-CA" noProof="0" dirty="0"/>
            <a:t>SIGINT (#2) – Utilisé pour </a:t>
          </a:r>
          <a:r>
            <a:rPr lang="fr-CA" b="1" noProof="0" dirty="0"/>
            <a:t>interrompre</a:t>
          </a:r>
          <a:r>
            <a:rPr lang="fr-CA" noProof="0" dirty="0"/>
            <a:t> un processus en cours – Ctrl-C</a:t>
          </a:r>
        </a:p>
      </dgm:t>
    </dgm:pt>
    <dgm:pt modelId="{27F29808-F69B-4285-866B-FBB902C6A126}" type="parTrans" cxnId="{741FF6BF-1801-4955-929B-4173FC7CB5BB}">
      <dgm:prSet/>
      <dgm:spPr/>
      <dgm:t>
        <a:bodyPr/>
        <a:lstStyle/>
        <a:p>
          <a:endParaRPr lang="en-CA"/>
        </a:p>
      </dgm:t>
    </dgm:pt>
    <dgm:pt modelId="{9BFB8317-E3F3-4B32-BFE5-F542CC42AF23}" type="sibTrans" cxnId="{741FF6BF-1801-4955-929B-4173FC7CB5BB}">
      <dgm:prSet/>
      <dgm:spPr/>
      <dgm:t>
        <a:bodyPr/>
        <a:lstStyle/>
        <a:p>
          <a:endParaRPr lang="en-CA"/>
        </a:p>
      </dgm:t>
    </dgm:pt>
    <dgm:pt modelId="{F4C047D3-8CE4-42CB-B6E8-6E7D0E92F6E1}">
      <dgm:prSet/>
      <dgm:spPr/>
      <dgm:t>
        <a:bodyPr/>
        <a:lstStyle/>
        <a:p>
          <a:r>
            <a:rPr lang="fr-CA" baseline="0" noProof="0" dirty="0"/>
            <a:t>Le processus peut le gérer ou s'arrêter par défaut.</a:t>
          </a:r>
          <a:endParaRPr lang="fr-CA" noProof="0" dirty="0"/>
        </a:p>
      </dgm:t>
    </dgm:pt>
    <dgm:pt modelId="{DFCF4FBD-1629-492C-9392-4B427590E85B}" type="parTrans" cxnId="{EF1FB86F-5248-461C-BBF0-AA985163AF75}">
      <dgm:prSet/>
      <dgm:spPr/>
      <dgm:t>
        <a:bodyPr/>
        <a:lstStyle/>
        <a:p>
          <a:endParaRPr lang="en-CA"/>
        </a:p>
      </dgm:t>
    </dgm:pt>
    <dgm:pt modelId="{BC036D0B-1516-4794-94E8-CE2CBD0DD9C8}" type="sibTrans" cxnId="{EF1FB86F-5248-461C-BBF0-AA985163AF75}">
      <dgm:prSet/>
      <dgm:spPr/>
      <dgm:t>
        <a:bodyPr/>
        <a:lstStyle/>
        <a:p>
          <a:endParaRPr lang="en-CA"/>
        </a:p>
      </dgm:t>
    </dgm:pt>
    <dgm:pt modelId="{AB705828-20AF-4306-A939-3C790BFDA2D0}">
      <dgm:prSet/>
      <dgm:spPr/>
      <dgm:t>
        <a:bodyPr/>
        <a:lstStyle/>
        <a:p>
          <a:r>
            <a:rPr lang="fr-CA" noProof="0" dirty="0"/>
            <a:t>SIGSTOP (#19) – </a:t>
          </a:r>
          <a:r>
            <a:rPr lang="fr-CA" b="1" noProof="0" dirty="0"/>
            <a:t>Stoppe (suspend) un processus</a:t>
          </a:r>
          <a:r>
            <a:rPr lang="fr-CA" noProof="0" dirty="0"/>
            <a:t> immédiatement. – Ctrl-Z</a:t>
          </a:r>
        </a:p>
      </dgm:t>
    </dgm:pt>
    <dgm:pt modelId="{E2D83D30-09D2-4AC0-B658-2818468EC4A9}" type="parTrans" cxnId="{A594BE0C-B79F-4ED3-BA6B-E8BB9B6BC431}">
      <dgm:prSet/>
      <dgm:spPr/>
      <dgm:t>
        <a:bodyPr/>
        <a:lstStyle/>
        <a:p>
          <a:endParaRPr lang="en-CA"/>
        </a:p>
      </dgm:t>
    </dgm:pt>
    <dgm:pt modelId="{9891BCB5-6CDF-4030-B26E-3231B25732CC}" type="sibTrans" cxnId="{A594BE0C-B79F-4ED3-BA6B-E8BB9B6BC431}">
      <dgm:prSet/>
      <dgm:spPr/>
      <dgm:t>
        <a:bodyPr/>
        <a:lstStyle/>
        <a:p>
          <a:endParaRPr lang="en-CA"/>
        </a:p>
      </dgm:t>
    </dgm:pt>
    <dgm:pt modelId="{A9EB3DC1-027F-4EBF-9766-29F9953FEA2B}">
      <dgm:prSet/>
      <dgm:spPr/>
      <dgm:t>
        <a:bodyPr/>
        <a:lstStyle/>
        <a:p>
          <a:r>
            <a:rPr lang="fr-CA" baseline="0" noProof="0" dirty="0"/>
            <a:t>Le processus est mis en </a:t>
          </a:r>
          <a:r>
            <a:rPr lang="fr-CA" b="1" baseline="0" noProof="0" dirty="0"/>
            <a:t>pause</a:t>
          </a:r>
          <a:r>
            <a:rPr lang="fr-CA" baseline="0" noProof="0" dirty="0"/>
            <a:t>, comme s’il était figé.</a:t>
          </a:r>
          <a:endParaRPr lang="fr-CA" noProof="0" dirty="0"/>
        </a:p>
      </dgm:t>
    </dgm:pt>
    <dgm:pt modelId="{BF9FEE4E-04FD-4027-890C-C501CC344632}" type="parTrans" cxnId="{F35AE140-B1C1-4724-B780-40FD9D3BDFB5}">
      <dgm:prSet/>
      <dgm:spPr/>
      <dgm:t>
        <a:bodyPr/>
        <a:lstStyle/>
        <a:p>
          <a:endParaRPr lang="en-CA"/>
        </a:p>
      </dgm:t>
    </dgm:pt>
    <dgm:pt modelId="{9AFBD4A2-C16E-44BA-B5AB-95A730EE4096}" type="sibTrans" cxnId="{F35AE140-B1C1-4724-B780-40FD9D3BDFB5}">
      <dgm:prSet/>
      <dgm:spPr/>
      <dgm:t>
        <a:bodyPr/>
        <a:lstStyle/>
        <a:p>
          <a:endParaRPr lang="en-CA"/>
        </a:p>
      </dgm:t>
    </dgm:pt>
    <dgm:pt modelId="{C7904B70-4C89-4FF0-AD9D-71E69E7E7639}">
      <dgm:prSet/>
      <dgm:spPr/>
      <dgm:t>
        <a:bodyPr/>
        <a:lstStyle/>
        <a:p>
          <a:r>
            <a:rPr lang="fr-CA" baseline="0" noProof="0" dirty="0"/>
            <a:t>Ne peut </a:t>
          </a:r>
          <a:r>
            <a:rPr lang="fr-CA" b="1" baseline="0" noProof="0" dirty="0"/>
            <a:t>pas être intercepté ou ignoré</a:t>
          </a:r>
          <a:r>
            <a:rPr lang="fr-CA" baseline="0" noProof="0" dirty="0"/>
            <a:t>.</a:t>
          </a:r>
          <a:endParaRPr lang="fr-CA" noProof="0" dirty="0"/>
        </a:p>
      </dgm:t>
    </dgm:pt>
    <dgm:pt modelId="{CD5E1508-4A39-4490-A01C-8FC56063D6DD}" type="parTrans" cxnId="{86907F3C-2EFD-499B-92D9-069F7595B969}">
      <dgm:prSet/>
      <dgm:spPr/>
      <dgm:t>
        <a:bodyPr/>
        <a:lstStyle/>
        <a:p>
          <a:endParaRPr lang="en-CA"/>
        </a:p>
      </dgm:t>
    </dgm:pt>
    <dgm:pt modelId="{ADC1D082-A8AE-4E37-A79E-F685BC792AFB}" type="sibTrans" cxnId="{86907F3C-2EFD-499B-92D9-069F7595B969}">
      <dgm:prSet/>
      <dgm:spPr/>
      <dgm:t>
        <a:bodyPr/>
        <a:lstStyle/>
        <a:p>
          <a:endParaRPr lang="en-CA"/>
        </a:p>
      </dgm:t>
    </dgm:pt>
    <dgm:pt modelId="{9202F804-8622-4E08-8484-1BF0B78FA5CB}">
      <dgm:prSet/>
      <dgm:spPr/>
      <dgm:t>
        <a:bodyPr/>
        <a:lstStyle/>
        <a:p>
          <a:r>
            <a:rPr lang="fr-CA" noProof="0" dirty="0"/>
            <a:t>Autres Signaux</a:t>
          </a:r>
        </a:p>
      </dgm:t>
    </dgm:pt>
    <dgm:pt modelId="{FD4DA81E-AE79-49B1-BEDF-8B3D0D50AA9C}" type="parTrans" cxnId="{FA4E79AE-EB7C-4B40-9220-31A1E096612A}">
      <dgm:prSet/>
      <dgm:spPr/>
      <dgm:t>
        <a:bodyPr/>
        <a:lstStyle/>
        <a:p>
          <a:endParaRPr lang="en-CA"/>
        </a:p>
      </dgm:t>
    </dgm:pt>
    <dgm:pt modelId="{3F881BDD-BCC8-4509-ABD5-7058FC7A2930}" type="sibTrans" cxnId="{FA4E79AE-EB7C-4B40-9220-31A1E096612A}">
      <dgm:prSet/>
      <dgm:spPr/>
      <dgm:t>
        <a:bodyPr/>
        <a:lstStyle/>
        <a:p>
          <a:endParaRPr lang="en-CA"/>
        </a:p>
      </dgm:t>
    </dgm:pt>
    <dgm:pt modelId="{2981B991-4833-4CB0-A606-79ACEED15621}">
      <dgm:prSet/>
      <dgm:spPr/>
      <dgm:t>
        <a:bodyPr/>
        <a:lstStyle/>
        <a:p>
          <a:r>
            <a:rPr lang="fr-CA" noProof="0" dirty="0"/>
            <a:t>man signal</a:t>
          </a:r>
        </a:p>
      </dgm:t>
    </dgm:pt>
    <dgm:pt modelId="{3BC32C81-900A-4426-88C3-C266409E7845}" type="parTrans" cxnId="{A24A2AAC-0EAC-465C-9C88-9E7D6C37F0CF}">
      <dgm:prSet/>
      <dgm:spPr/>
      <dgm:t>
        <a:bodyPr/>
        <a:lstStyle/>
        <a:p>
          <a:endParaRPr lang="en-CA"/>
        </a:p>
      </dgm:t>
    </dgm:pt>
    <dgm:pt modelId="{34DF4508-9DD1-4DDF-BA3A-D45D0FC10744}" type="sibTrans" cxnId="{A24A2AAC-0EAC-465C-9C88-9E7D6C37F0CF}">
      <dgm:prSet/>
      <dgm:spPr/>
      <dgm:t>
        <a:bodyPr/>
        <a:lstStyle/>
        <a:p>
          <a:endParaRPr lang="en-CA"/>
        </a:p>
      </dgm:t>
    </dgm:pt>
    <dgm:pt modelId="{ECA4FFE2-6B7B-4E9D-8932-E8E5232BC684}">
      <dgm:prSet/>
      <dgm:spPr/>
      <dgm:t>
        <a:bodyPr/>
        <a:lstStyle/>
        <a:p>
          <a:r>
            <a:rPr lang="fr-CA" noProof="0" dirty="0"/>
            <a:t>Peut être repris avec la commande fg ou </a:t>
          </a:r>
          <a:r>
            <a:rPr lang="fr-CA" noProof="0" dirty="0" err="1"/>
            <a:t>bg</a:t>
          </a:r>
          <a:r>
            <a:rPr lang="fr-CA" noProof="0" dirty="0"/>
            <a:t>.</a:t>
          </a:r>
        </a:p>
      </dgm:t>
    </dgm:pt>
    <dgm:pt modelId="{E88F7001-7201-4C46-839F-3A5DE0FDAFFE}" type="parTrans" cxnId="{A968C109-E055-43A8-8C95-46C6978776D9}">
      <dgm:prSet/>
      <dgm:spPr/>
      <dgm:t>
        <a:bodyPr/>
        <a:lstStyle/>
        <a:p>
          <a:endParaRPr lang="en-CA"/>
        </a:p>
      </dgm:t>
    </dgm:pt>
    <dgm:pt modelId="{51247EE2-FD83-4AEE-A075-B61197222B65}" type="sibTrans" cxnId="{A968C109-E055-43A8-8C95-46C6978776D9}">
      <dgm:prSet/>
      <dgm:spPr/>
      <dgm:t>
        <a:bodyPr/>
        <a:lstStyle/>
        <a:p>
          <a:endParaRPr lang="en-CA"/>
        </a:p>
      </dgm:t>
    </dgm:pt>
    <dgm:pt modelId="{0A6E164C-D728-460B-AF0B-27339FF2B817}">
      <dgm:prSet/>
      <dgm:spPr/>
      <dgm:t>
        <a:bodyPr/>
        <a:lstStyle/>
        <a:p>
          <a:r>
            <a:rPr lang="fr-CA" noProof="0" dirty="0"/>
            <a:t>Voir processus en arrière-plan avec jobs</a:t>
          </a:r>
        </a:p>
      </dgm:t>
    </dgm:pt>
    <dgm:pt modelId="{74CA46BE-8A6E-4F20-8EE8-0326B8D5BBFC}" type="parTrans" cxnId="{4891634E-8B2E-45A1-BA93-8DDA1379DFAA}">
      <dgm:prSet/>
      <dgm:spPr/>
      <dgm:t>
        <a:bodyPr/>
        <a:lstStyle/>
        <a:p>
          <a:endParaRPr lang="en-CA"/>
        </a:p>
      </dgm:t>
    </dgm:pt>
    <dgm:pt modelId="{73B08FDC-FFF6-45D2-8DBD-870198F01493}" type="sibTrans" cxnId="{4891634E-8B2E-45A1-BA93-8DDA1379DFAA}">
      <dgm:prSet/>
      <dgm:spPr/>
      <dgm:t>
        <a:bodyPr/>
        <a:lstStyle/>
        <a:p>
          <a:endParaRPr lang="en-CA"/>
        </a:p>
      </dgm:t>
    </dgm:pt>
    <dgm:pt modelId="{AEFF4673-C508-4E41-8F77-43ABFBCE9F32}" type="pres">
      <dgm:prSet presAssocID="{DE163012-00A2-45CA-AD65-1F6E6552481F}" presName="linear" presStyleCnt="0">
        <dgm:presLayoutVars>
          <dgm:dir/>
          <dgm:animLvl val="lvl"/>
          <dgm:resizeHandles val="exact"/>
        </dgm:presLayoutVars>
      </dgm:prSet>
      <dgm:spPr/>
    </dgm:pt>
    <dgm:pt modelId="{6DD06A67-6C6E-49D7-A3F2-042850100BD2}" type="pres">
      <dgm:prSet presAssocID="{2FD33687-4DC9-4795-9CFB-8FC297B45271}" presName="parentLin" presStyleCnt="0"/>
      <dgm:spPr/>
    </dgm:pt>
    <dgm:pt modelId="{9731CD82-CEC8-4903-8ACD-DDD8AF91A47F}" type="pres">
      <dgm:prSet presAssocID="{2FD33687-4DC9-4795-9CFB-8FC297B45271}" presName="parentLeftMargin" presStyleLbl="node1" presStyleIdx="0" presStyleCnt="3"/>
      <dgm:spPr/>
    </dgm:pt>
    <dgm:pt modelId="{B1C49D03-43E7-42E0-A0C3-6FA26A297877}" type="pres">
      <dgm:prSet presAssocID="{2FD33687-4DC9-4795-9CFB-8FC297B4527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00F9EE4-6DC8-48A4-BA22-499A62683CF1}" type="pres">
      <dgm:prSet presAssocID="{2FD33687-4DC9-4795-9CFB-8FC297B45271}" presName="negativeSpace" presStyleCnt="0"/>
      <dgm:spPr/>
    </dgm:pt>
    <dgm:pt modelId="{804437C5-7726-4889-A20A-B5881B34AE00}" type="pres">
      <dgm:prSet presAssocID="{2FD33687-4DC9-4795-9CFB-8FC297B45271}" presName="childText" presStyleLbl="conFgAcc1" presStyleIdx="0" presStyleCnt="3">
        <dgm:presLayoutVars>
          <dgm:bulletEnabled val="1"/>
        </dgm:presLayoutVars>
      </dgm:prSet>
      <dgm:spPr/>
    </dgm:pt>
    <dgm:pt modelId="{CFBAC289-8A9E-412B-A6D3-43D6A2E11AB0}" type="pres">
      <dgm:prSet presAssocID="{9BFB8317-E3F3-4B32-BFE5-F542CC42AF23}" presName="spaceBetweenRectangles" presStyleCnt="0"/>
      <dgm:spPr/>
    </dgm:pt>
    <dgm:pt modelId="{E741C5AB-F689-4D15-B72A-D04685D7ADA7}" type="pres">
      <dgm:prSet presAssocID="{AB705828-20AF-4306-A939-3C790BFDA2D0}" presName="parentLin" presStyleCnt="0"/>
      <dgm:spPr/>
    </dgm:pt>
    <dgm:pt modelId="{781AD888-37E8-442B-8FB6-60E83FAF73BF}" type="pres">
      <dgm:prSet presAssocID="{AB705828-20AF-4306-A939-3C790BFDA2D0}" presName="parentLeftMargin" presStyleLbl="node1" presStyleIdx="0" presStyleCnt="3"/>
      <dgm:spPr/>
    </dgm:pt>
    <dgm:pt modelId="{F443CADB-86BF-4397-9FDA-8D6785A9F1A3}" type="pres">
      <dgm:prSet presAssocID="{AB705828-20AF-4306-A939-3C790BFDA2D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5682A9E-3622-4E8F-BFB4-28876EE5041C}" type="pres">
      <dgm:prSet presAssocID="{AB705828-20AF-4306-A939-3C790BFDA2D0}" presName="negativeSpace" presStyleCnt="0"/>
      <dgm:spPr/>
    </dgm:pt>
    <dgm:pt modelId="{77BFA64D-F0ED-42D2-9357-3B23ED0FD0A8}" type="pres">
      <dgm:prSet presAssocID="{AB705828-20AF-4306-A939-3C790BFDA2D0}" presName="childText" presStyleLbl="conFgAcc1" presStyleIdx="1" presStyleCnt="3">
        <dgm:presLayoutVars>
          <dgm:bulletEnabled val="1"/>
        </dgm:presLayoutVars>
      </dgm:prSet>
      <dgm:spPr/>
    </dgm:pt>
    <dgm:pt modelId="{EF8A369B-C63F-4785-91F1-E66466BBE109}" type="pres">
      <dgm:prSet presAssocID="{9891BCB5-6CDF-4030-B26E-3231B25732CC}" presName="spaceBetweenRectangles" presStyleCnt="0"/>
      <dgm:spPr/>
    </dgm:pt>
    <dgm:pt modelId="{9F3CD19B-F143-4C6D-AC14-F8F57C019836}" type="pres">
      <dgm:prSet presAssocID="{9202F804-8622-4E08-8484-1BF0B78FA5CB}" presName="parentLin" presStyleCnt="0"/>
      <dgm:spPr/>
    </dgm:pt>
    <dgm:pt modelId="{49C9469C-3D59-4565-928A-F6C979429844}" type="pres">
      <dgm:prSet presAssocID="{9202F804-8622-4E08-8484-1BF0B78FA5CB}" presName="parentLeftMargin" presStyleLbl="node1" presStyleIdx="1" presStyleCnt="3"/>
      <dgm:spPr/>
    </dgm:pt>
    <dgm:pt modelId="{255C72AD-3185-44AF-BADA-16DFD701E8EF}" type="pres">
      <dgm:prSet presAssocID="{9202F804-8622-4E08-8484-1BF0B78FA5C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60DEBF3-E134-4FD9-AE08-4F1E2429F158}" type="pres">
      <dgm:prSet presAssocID="{9202F804-8622-4E08-8484-1BF0B78FA5CB}" presName="negativeSpace" presStyleCnt="0"/>
      <dgm:spPr/>
    </dgm:pt>
    <dgm:pt modelId="{4CA07F17-537A-4EB3-A23A-F3D48F82AE1B}" type="pres">
      <dgm:prSet presAssocID="{9202F804-8622-4E08-8484-1BF0B78FA5C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968C109-E055-43A8-8C95-46C6978776D9}" srcId="{AB705828-20AF-4306-A939-3C790BFDA2D0}" destId="{ECA4FFE2-6B7B-4E9D-8932-E8E5232BC684}" srcOrd="2" destOrd="0" parTransId="{E88F7001-7201-4C46-839F-3A5DE0FDAFFE}" sibTransId="{51247EE2-FD83-4AEE-A075-B61197222B65}"/>
    <dgm:cxn modelId="{A594BE0C-B79F-4ED3-BA6B-E8BB9B6BC431}" srcId="{DE163012-00A2-45CA-AD65-1F6E6552481F}" destId="{AB705828-20AF-4306-A939-3C790BFDA2D0}" srcOrd="1" destOrd="0" parTransId="{E2D83D30-09D2-4AC0-B658-2818468EC4A9}" sibTransId="{9891BCB5-6CDF-4030-B26E-3231B25732CC}"/>
    <dgm:cxn modelId="{9FF7F10C-7AEC-401F-9AEA-F8DBB6979CA7}" type="presOf" srcId="{0A6E164C-D728-460B-AF0B-27339FF2B817}" destId="{77BFA64D-F0ED-42D2-9357-3B23ED0FD0A8}" srcOrd="0" destOrd="3" presId="urn:microsoft.com/office/officeart/2005/8/layout/list1"/>
    <dgm:cxn modelId="{53F0810E-ECAD-4D1A-B75B-F8C506944B76}" type="presOf" srcId="{9202F804-8622-4E08-8484-1BF0B78FA5CB}" destId="{49C9469C-3D59-4565-928A-F6C979429844}" srcOrd="0" destOrd="0" presId="urn:microsoft.com/office/officeart/2005/8/layout/list1"/>
    <dgm:cxn modelId="{E675D31B-2F65-41B3-94BA-990DDB005F95}" type="presOf" srcId="{AB705828-20AF-4306-A939-3C790BFDA2D0}" destId="{781AD888-37E8-442B-8FB6-60E83FAF73BF}" srcOrd="0" destOrd="0" presId="urn:microsoft.com/office/officeart/2005/8/layout/list1"/>
    <dgm:cxn modelId="{62236331-BBB2-4108-A7D9-5BDD664C0F2B}" type="presOf" srcId="{9202F804-8622-4E08-8484-1BF0B78FA5CB}" destId="{255C72AD-3185-44AF-BADA-16DFD701E8EF}" srcOrd="1" destOrd="0" presId="urn:microsoft.com/office/officeart/2005/8/layout/list1"/>
    <dgm:cxn modelId="{86907F3C-2EFD-499B-92D9-069F7595B969}" srcId="{AB705828-20AF-4306-A939-3C790BFDA2D0}" destId="{C7904B70-4C89-4FF0-AD9D-71E69E7E7639}" srcOrd="1" destOrd="0" parTransId="{CD5E1508-4A39-4490-A01C-8FC56063D6DD}" sibTransId="{ADC1D082-A8AE-4E37-A79E-F685BC792AFB}"/>
    <dgm:cxn modelId="{F35AE140-B1C1-4724-B780-40FD9D3BDFB5}" srcId="{AB705828-20AF-4306-A939-3C790BFDA2D0}" destId="{A9EB3DC1-027F-4EBF-9766-29F9953FEA2B}" srcOrd="0" destOrd="0" parTransId="{BF9FEE4E-04FD-4027-890C-C501CC344632}" sibTransId="{9AFBD4A2-C16E-44BA-B5AB-95A730EE4096}"/>
    <dgm:cxn modelId="{8CE9EC68-2C5A-4A21-87E3-2899EA8F4512}" type="presOf" srcId="{2981B991-4833-4CB0-A606-79ACEED15621}" destId="{4CA07F17-537A-4EB3-A23A-F3D48F82AE1B}" srcOrd="0" destOrd="0" presId="urn:microsoft.com/office/officeart/2005/8/layout/list1"/>
    <dgm:cxn modelId="{4891634E-8B2E-45A1-BA93-8DDA1379DFAA}" srcId="{AB705828-20AF-4306-A939-3C790BFDA2D0}" destId="{0A6E164C-D728-460B-AF0B-27339FF2B817}" srcOrd="3" destOrd="0" parTransId="{74CA46BE-8A6E-4F20-8EE8-0326B8D5BBFC}" sibTransId="{73B08FDC-FFF6-45D2-8DBD-870198F01493}"/>
    <dgm:cxn modelId="{EF1FB86F-5248-461C-BBF0-AA985163AF75}" srcId="{2FD33687-4DC9-4795-9CFB-8FC297B45271}" destId="{F4C047D3-8CE4-42CB-B6E8-6E7D0E92F6E1}" srcOrd="0" destOrd="0" parTransId="{DFCF4FBD-1629-492C-9392-4B427590E85B}" sibTransId="{BC036D0B-1516-4794-94E8-CE2CBD0DD9C8}"/>
    <dgm:cxn modelId="{1D484750-45B6-4440-A406-1EB3D835827F}" type="presOf" srcId="{A9EB3DC1-027F-4EBF-9766-29F9953FEA2B}" destId="{77BFA64D-F0ED-42D2-9357-3B23ED0FD0A8}" srcOrd="0" destOrd="0" presId="urn:microsoft.com/office/officeart/2005/8/layout/list1"/>
    <dgm:cxn modelId="{2E3EDC71-D833-4CFE-8355-AB3420DD2241}" type="presOf" srcId="{DE163012-00A2-45CA-AD65-1F6E6552481F}" destId="{AEFF4673-C508-4E41-8F77-43ABFBCE9F32}" srcOrd="0" destOrd="0" presId="urn:microsoft.com/office/officeart/2005/8/layout/list1"/>
    <dgm:cxn modelId="{89E11358-9725-4090-8F48-D149006FD3DB}" type="presOf" srcId="{ECA4FFE2-6B7B-4E9D-8932-E8E5232BC684}" destId="{77BFA64D-F0ED-42D2-9357-3B23ED0FD0A8}" srcOrd="0" destOrd="2" presId="urn:microsoft.com/office/officeart/2005/8/layout/list1"/>
    <dgm:cxn modelId="{FD03ED5A-0DE1-45C0-AF5F-14B8A4D356A6}" type="presOf" srcId="{2FD33687-4DC9-4795-9CFB-8FC297B45271}" destId="{9731CD82-CEC8-4903-8ACD-DDD8AF91A47F}" srcOrd="0" destOrd="0" presId="urn:microsoft.com/office/officeart/2005/8/layout/list1"/>
    <dgm:cxn modelId="{F2F8E87B-0B29-4D87-AA75-ED8C859EEC13}" type="presOf" srcId="{F4C047D3-8CE4-42CB-B6E8-6E7D0E92F6E1}" destId="{804437C5-7726-4889-A20A-B5881B34AE00}" srcOrd="0" destOrd="0" presId="urn:microsoft.com/office/officeart/2005/8/layout/list1"/>
    <dgm:cxn modelId="{27C7587D-7F34-427F-8DB1-499E392490E1}" type="presOf" srcId="{AB705828-20AF-4306-A939-3C790BFDA2D0}" destId="{F443CADB-86BF-4397-9FDA-8D6785A9F1A3}" srcOrd="1" destOrd="0" presId="urn:microsoft.com/office/officeart/2005/8/layout/list1"/>
    <dgm:cxn modelId="{33A78784-3120-4FBB-8788-C2A5591385CA}" type="presOf" srcId="{2FD33687-4DC9-4795-9CFB-8FC297B45271}" destId="{B1C49D03-43E7-42E0-A0C3-6FA26A297877}" srcOrd="1" destOrd="0" presId="urn:microsoft.com/office/officeart/2005/8/layout/list1"/>
    <dgm:cxn modelId="{A24A2AAC-0EAC-465C-9C88-9E7D6C37F0CF}" srcId="{9202F804-8622-4E08-8484-1BF0B78FA5CB}" destId="{2981B991-4833-4CB0-A606-79ACEED15621}" srcOrd="0" destOrd="0" parTransId="{3BC32C81-900A-4426-88C3-C266409E7845}" sibTransId="{34DF4508-9DD1-4DDF-BA3A-D45D0FC10744}"/>
    <dgm:cxn modelId="{FA4E79AE-EB7C-4B40-9220-31A1E096612A}" srcId="{DE163012-00A2-45CA-AD65-1F6E6552481F}" destId="{9202F804-8622-4E08-8484-1BF0B78FA5CB}" srcOrd="2" destOrd="0" parTransId="{FD4DA81E-AE79-49B1-BEDF-8B3D0D50AA9C}" sibTransId="{3F881BDD-BCC8-4509-ABD5-7058FC7A2930}"/>
    <dgm:cxn modelId="{741FF6BF-1801-4955-929B-4173FC7CB5BB}" srcId="{DE163012-00A2-45CA-AD65-1F6E6552481F}" destId="{2FD33687-4DC9-4795-9CFB-8FC297B45271}" srcOrd="0" destOrd="0" parTransId="{27F29808-F69B-4285-866B-FBB902C6A126}" sibTransId="{9BFB8317-E3F3-4B32-BFE5-F542CC42AF23}"/>
    <dgm:cxn modelId="{61E1D0DD-89F2-4B77-BDBA-E6F1D7825E5E}" type="presOf" srcId="{C7904B70-4C89-4FF0-AD9D-71E69E7E7639}" destId="{77BFA64D-F0ED-42D2-9357-3B23ED0FD0A8}" srcOrd="0" destOrd="1" presId="urn:microsoft.com/office/officeart/2005/8/layout/list1"/>
    <dgm:cxn modelId="{41B83C5C-E0B5-45C4-8E87-019DAD6D4E77}" type="presParOf" srcId="{AEFF4673-C508-4E41-8F77-43ABFBCE9F32}" destId="{6DD06A67-6C6E-49D7-A3F2-042850100BD2}" srcOrd="0" destOrd="0" presId="urn:microsoft.com/office/officeart/2005/8/layout/list1"/>
    <dgm:cxn modelId="{EE990726-062A-4FC6-B201-C3518FBFBC17}" type="presParOf" srcId="{6DD06A67-6C6E-49D7-A3F2-042850100BD2}" destId="{9731CD82-CEC8-4903-8ACD-DDD8AF91A47F}" srcOrd="0" destOrd="0" presId="urn:microsoft.com/office/officeart/2005/8/layout/list1"/>
    <dgm:cxn modelId="{1354BFDD-E69F-4DFE-80A4-6045734DCB48}" type="presParOf" srcId="{6DD06A67-6C6E-49D7-A3F2-042850100BD2}" destId="{B1C49D03-43E7-42E0-A0C3-6FA26A297877}" srcOrd="1" destOrd="0" presId="urn:microsoft.com/office/officeart/2005/8/layout/list1"/>
    <dgm:cxn modelId="{01B90D20-7D7C-4002-8A21-DBCFA6ABFF60}" type="presParOf" srcId="{AEFF4673-C508-4E41-8F77-43ABFBCE9F32}" destId="{A00F9EE4-6DC8-48A4-BA22-499A62683CF1}" srcOrd="1" destOrd="0" presId="urn:microsoft.com/office/officeart/2005/8/layout/list1"/>
    <dgm:cxn modelId="{177EFF37-E07C-4A45-ACDE-C1CD6C651978}" type="presParOf" srcId="{AEFF4673-C508-4E41-8F77-43ABFBCE9F32}" destId="{804437C5-7726-4889-A20A-B5881B34AE00}" srcOrd="2" destOrd="0" presId="urn:microsoft.com/office/officeart/2005/8/layout/list1"/>
    <dgm:cxn modelId="{7A29159D-14F8-40C5-A3EE-58EAF6E5295E}" type="presParOf" srcId="{AEFF4673-C508-4E41-8F77-43ABFBCE9F32}" destId="{CFBAC289-8A9E-412B-A6D3-43D6A2E11AB0}" srcOrd="3" destOrd="0" presId="urn:microsoft.com/office/officeart/2005/8/layout/list1"/>
    <dgm:cxn modelId="{C37CEC9E-E41D-4B3B-8C6F-73A44DF2550B}" type="presParOf" srcId="{AEFF4673-C508-4E41-8F77-43ABFBCE9F32}" destId="{E741C5AB-F689-4D15-B72A-D04685D7ADA7}" srcOrd="4" destOrd="0" presId="urn:microsoft.com/office/officeart/2005/8/layout/list1"/>
    <dgm:cxn modelId="{B39BEC70-9FF7-477F-A0D4-F023360311A0}" type="presParOf" srcId="{E741C5AB-F689-4D15-B72A-D04685D7ADA7}" destId="{781AD888-37E8-442B-8FB6-60E83FAF73BF}" srcOrd="0" destOrd="0" presId="urn:microsoft.com/office/officeart/2005/8/layout/list1"/>
    <dgm:cxn modelId="{31106868-8313-4336-9D6A-1D4EAD5C2BD4}" type="presParOf" srcId="{E741C5AB-F689-4D15-B72A-D04685D7ADA7}" destId="{F443CADB-86BF-4397-9FDA-8D6785A9F1A3}" srcOrd="1" destOrd="0" presId="urn:microsoft.com/office/officeart/2005/8/layout/list1"/>
    <dgm:cxn modelId="{3E40077D-DA46-4F9B-86D8-84FD82B8EE90}" type="presParOf" srcId="{AEFF4673-C508-4E41-8F77-43ABFBCE9F32}" destId="{E5682A9E-3622-4E8F-BFB4-28876EE5041C}" srcOrd="5" destOrd="0" presId="urn:microsoft.com/office/officeart/2005/8/layout/list1"/>
    <dgm:cxn modelId="{7E54CAE5-D1D5-4FFB-AED2-F062AB512C80}" type="presParOf" srcId="{AEFF4673-C508-4E41-8F77-43ABFBCE9F32}" destId="{77BFA64D-F0ED-42D2-9357-3B23ED0FD0A8}" srcOrd="6" destOrd="0" presId="urn:microsoft.com/office/officeart/2005/8/layout/list1"/>
    <dgm:cxn modelId="{E00C2BB9-539F-45F0-B31F-2919AFABD188}" type="presParOf" srcId="{AEFF4673-C508-4E41-8F77-43ABFBCE9F32}" destId="{EF8A369B-C63F-4785-91F1-E66466BBE109}" srcOrd="7" destOrd="0" presId="urn:microsoft.com/office/officeart/2005/8/layout/list1"/>
    <dgm:cxn modelId="{34A30972-AF6D-43F9-8B26-2ECCEEDB9C70}" type="presParOf" srcId="{AEFF4673-C508-4E41-8F77-43ABFBCE9F32}" destId="{9F3CD19B-F143-4C6D-AC14-F8F57C019836}" srcOrd="8" destOrd="0" presId="urn:microsoft.com/office/officeart/2005/8/layout/list1"/>
    <dgm:cxn modelId="{641DE2E7-40B6-495B-B71F-6A45933E0FEE}" type="presParOf" srcId="{9F3CD19B-F143-4C6D-AC14-F8F57C019836}" destId="{49C9469C-3D59-4565-928A-F6C979429844}" srcOrd="0" destOrd="0" presId="urn:microsoft.com/office/officeart/2005/8/layout/list1"/>
    <dgm:cxn modelId="{AE1A96DF-0F2D-4DF7-86E0-5FB0FEA2563E}" type="presParOf" srcId="{9F3CD19B-F143-4C6D-AC14-F8F57C019836}" destId="{255C72AD-3185-44AF-BADA-16DFD701E8EF}" srcOrd="1" destOrd="0" presId="urn:microsoft.com/office/officeart/2005/8/layout/list1"/>
    <dgm:cxn modelId="{71B7F108-6BD6-45DF-98EF-FF84D09861D9}" type="presParOf" srcId="{AEFF4673-C508-4E41-8F77-43ABFBCE9F32}" destId="{A60DEBF3-E134-4FD9-AE08-4F1E2429F158}" srcOrd="9" destOrd="0" presId="urn:microsoft.com/office/officeart/2005/8/layout/list1"/>
    <dgm:cxn modelId="{CD578BCA-6E26-497B-8F6E-BD3D93CE7EE4}" type="presParOf" srcId="{AEFF4673-C508-4E41-8F77-43ABFBCE9F32}" destId="{4CA07F17-537A-4EB3-A23A-F3D48F82AE1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E3D7536-3DAD-4A03-80A3-5BDAFBB2E2CF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F5B3A65-10E7-405C-ACA2-729D917F18F4}">
      <dgm:prSet/>
      <dgm:spPr/>
      <dgm:t>
        <a:bodyPr/>
        <a:lstStyle/>
        <a:p>
          <a:r>
            <a:rPr lang="fr-CA" noProof="0" dirty="0" err="1"/>
            <a:t>kill</a:t>
          </a:r>
          <a:endParaRPr lang="fr-CA" noProof="0" dirty="0"/>
        </a:p>
      </dgm:t>
    </dgm:pt>
    <dgm:pt modelId="{8F2D2418-B950-4193-AF4E-73F805AF2B0E}" type="parTrans" cxnId="{D74E77EE-2B81-40D7-A8D2-F8E5606330C0}">
      <dgm:prSet/>
      <dgm:spPr/>
      <dgm:t>
        <a:bodyPr/>
        <a:lstStyle/>
        <a:p>
          <a:endParaRPr lang="en-US"/>
        </a:p>
      </dgm:t>
    </dgm:pt>
    <dgm:pt modelId="{A5B15DBA-713E-4AD5-BE23-B497E7786FFD}" type="sibTrans" cxnId="{D74E77EE-2B81-40D7-A8D2-F8E5606330C0}">
      <dgm:prSet/>
      <dgm:spPr/>
      <dgm:t>
        <a:bodyPr/>
        <a:lstStyle/>
        <a:p>
          <a:endParaRPr lang="en-US"/>
        </a:p>
      </dgm:t>
    </dgm:pt>
    <dgm:pt modelId="{F56B2B2A-D430-4948-A9CA-6E82D8933718}">
      <dgm:prSet/>
      <dgm:spPr/>
      <dgm:t>
        <a:bodyPr/>
        <a:lstStyle/>
        <a:p>
          <a:r>
            <a:rPr lang="fr-CA" baseline="0" noProof="0" dirty="0" err="1"/>
            <a:t>kill</a:t>
          </a:r>
          <a:r>
            <a:rPr lang="fr-CA" baseline="0" noProof="0" dirty="0"/>
            <a:t> PID</a:t>
          </a:r>
          <a:endParaRPr lang="fr-CA" noProof="0" dirty="0"/>
        </a:p>
      </dgm:t>
    </dgm:pt>
    <dgm:pt modelId="{2902D3AD-243F-49AC-8CAB-F7E9E495524B}" type="parTrans" cxnId="{5E69B734-EF91-430E-9803-1A4521442058}">
      <dgm:prSet/>
      <dgm:spPr/>
      <dgm:t>
        <a:bodyPr/>
        <a:lstStyle/>
        <a:p>
          <a:endParaRPr lang="en-US"/>
        </a:p>
      </dgm:t>
    </dgm:pt>
    <dgm:pt modelId="{8A8D01A1-B71B-4223-BFC8-52249CEAE93E}" type="sibTrans" cxnId="{5E69B734-EF91-430E-9803-1A4521442058}">
      <dgm:prSet/>
      <dgm:spPr/>
      <dgm:t>
        <a:bodyPr/>
        <a:lstStyle/>
        <a:p>
          <a:endParaRPr lang="en-US"/>
        </a:p>
      </dgm:t>
    </dgm:pt>
    <dgm:pt modelId="{A512A678-68F5-4D2B-831B-575EE0055C00}">
      <dgm:prSet/>
      <dgm:spPr/>
      <dgm:t>
        <a:bodyPr/>
        <a:lstStyle/>
        <a:p>
          <a:r>
            <a:rPr lang="fr-CA" baseline="0" noProof="0" dirty="0" err="1"/>
            <a:t>kill</a:t>
          </a:r>
          <a:r>
            <a:rPr lang="fr-CA" baseline="0" noProof="0" dirty="0"/>
            <a:t> -#SIG PID</a:t>
          </a:r>
          <a:endParaRPr lang="fr-CA" noProof="0" dirty="0"/>
        </a:p>
      </dgm:t>
    </dgm:pt>
    <dgm:pt modelId="{844D5A33-1461-48AA-98D1-E811451BBBE8}" type="parTrans" cxnId="{103D879B-53FA-4BA7-92C1-FF01DB543581}">
      <dgm:prSet/>
      <dgm:spPr/>
      <dgm:t>
        <a:bodyPr/>
        <a:lstStyle/>
        <a:p>
          <a:endParaRPr lang="en-US"/>
        </a:p>
      </dgm:t>
    </dgm:pt>
    <dgm:pt modelId="{47B7E7F8-94AE-49AC-9B2A-8829E722247C}" type="sibTrans" cxnId="{103D879B-53FA-4BA7-92C1-FF01DB543581}">
      <dgm:prSet/>
      <dgm:spPr/>
      <dgm:t>
        <a:bodyPr/>
        <a:lstStyle/>
        <a:p>
          <a:endParaRPr lang="en-US"/>
        </a:p>
      </dgm:t>
    </dgm:pt>
    <dgm:pt modelId="{D930770A-FAFD-4E3C-BDEE-47AA96B1FFFA}">
      <dgm:prSet/>
      <dgm:spPr/>
      <dgm:t>
        <a:bodyPr/>
        <a:lstStyle/>
        <a:p>
          <a:r>
            <a:rPr lang="fr-CA" noProof="0" dirty="0" err="1"/>
            <a:t>pkill</a:t>
          </a:r>
          <a:r>
            <a:rPr lang="fr-CA" noProof="0" dirty="0"/>
            <a:t> et </a:t>
          </a:r>
          <a:r>
            <a:rPr lang="fr-CA" noProof="0" dirty="0" err="1"/>
            <a:t>killall</a:t>
          </a:r>
          <a:endParaRPr lang="fr-CA" noProof="0" dirty="0"/>
        </a:p>
      </dgm:t>
    </dgm:pt>
    <dgm:pt modelId="{8BD2F634-05A3-439C-AC50-F4C1A1676729}" type="parTrans" cxnId="{30275C36-867D-44E1-881B-CFF428E3EE27}">
      <dgm:prSet/>
      <dgm:spPr/>
      <dgm:t>
        <a:bodyPr/>
        <a:lstStyle/>
        <a:p>
          <a:endParaRPr lang="en-US"/>
        </a:p>
      </dgm:t>
    </dgm:pt>
    <dgm:pt modelId="{4E638CAC-0915-4592-BCA9-1A27F0068B99}" type="sibTrans" cxnId="{30275C36-867D-44E1-881B-CFF428E3EE27}">
      <dgm:prSet/>
      <dgm:spPr/>
      <dgm:t>
        <a:bodyPr/>
        <a:lstStyle/>
        <a:p>
          <a:endParaRPr lang="en-US"/>
        </a:p>
      </dgm:t>
    </dgm:pt>
    <dgm:pt modelId="{27C7766E-590C-42DD-87F7-94C9EBEDFAAA}">
      <dgm:prSet/>
      <dgm:spPr/>
      <dgm:t>
        <a:bodyPr/>
        <a:lstStyle/>
        <a:p>
          <a:r>
            <a:rPr lang="fr-CA" noProof="0" dirty="0"/>
            <a:t>Vérifier qu’un processus est terminé</a:t>
          </a:r>
        </a:p>
      </dgm:t>
    </dgm:pt>
    <dgm:pt modelId="{1511391B-2503-4E19-911E-6F7F4AB71DAA}" type="parTrans" cxnId="{A32341B4-910C-4726-B5C1-2FC89F08A45E}">
      <dgm:prSet/>
      <dgm:spPr/>
      <dgm:t>
        <a:bodyPr/>
        <a:lstStyle/>
        <a:p>
          <a:endParaRPr lang="en-US"/>
        </a:p>
      </dgm:t>
    </dgm:pt>
    <dgm:pt modelId="{9AB359A5-9DC9-41E2-90A6-D37057DEA0E2}" type="sibTrans" cxnId="{A32341B4-910C-4726-B5C1-2FC89F08A45E}">
      <dgm:prSet/>
      <dgm:spPr/>
      <dgm:t>
        <a:bodyPr/>
        <a:lstStyle/>
        <a:p>
          <a:endParaRPr lang="en-US"/>
        </a:p>
      </dgm:t>
    </dgm:pt>
    <dgm:pt modelId="{216C8DE2-3E20-456B-A26E-4207DD28F610}">
      <dgm:prSet/>
      <dgm:spPr/>
      <dgm:t>
        <a:bodyPr/>
        <a:lstStyle/>
        <a:p>
          <a:r>
            <a:rPr lang="fr-CA" baseline="0" noProof="0" dirty="0" err="1"/>
            <a:t>ps</a:t>
          </a:r>
          <a:r>
            <a:rPr lang="fr-CA" baseline="0" noProof="0" dirty="0"/>
            <a:t> –</a:t>
          </a:r>
          <a:r>
            <a:rPr lang="fr-CA" baseline="0" noProof="0" dirty="0" err="1"/>
            <a:t>eF</a:t>
          </a:r>
          <a:r>
            <a:rPr lang="fr-CA" baseline="0" noProof="0" dirty="0"/>
            <a:t> | </a:t>
          </a:r>
          <a:r>
            <a:rPr lang="fr-CA" baseline="0" noProof="0" dirty="0" err="1"/>
            <a:t>grep</a:t>
          </a:r>
          <a:r>
            <a:rPr lang="fr-CA" baseline="0" noProof="0" dirty="0"/>
            <a:t> nom</a:t>
          </a:r>
          <a:endParaRPr lang="fr-CA" noProof="0" dirty="0"/>
        </a:p>
      </dgm:t>
    </dgm:pt>
    <dgm:pt modelId="{FB06F3F8-6D17-4A74-B46C-3EE233A8DF92}" type="parTrans" cxnId="{6B4E86DC-4055-4590-ADD2-8669CA93E8B3}">
      <dgm:prSet/>
      <dgm:spPr/>
      <dgm:t>
        <a:bodyPr/>
        <a:lstStyle/>
        <a:p>
          <a:endParaRPr lang="en-US"/>
        </a:p>
      </dgm:t>
    </dgm:pt>
    <dgm:pt modelId="{9EC844EA-1578-4748-93D3-195CF44D63CE}" type="sibTrans" cxnId="{6B4E86DC-4055-4590-ADD2-8669CA93E8B3}">
      <dgm:prSet/>
      <dgm:spPr/>
      <dgm:t>
        <a:bodyPr/>
        <a:lstStyle/>
        <a:p>
          <a:endParaRPr lang="en-US"/>
        </a:p>
      </dgm:t>
    </dgm:pt>
    <dgm:pt modelId="{2C142B79-3E46-4175-84D2-3FE22309F838}">
      <dgm:prSet/>
      <dgm:spPr/>
      <dgm:t>
        <a:bodyPr/>
        <a:lstStyle/>
        <a:p>
          <a:r>
            <a:rPr lang="fr-CA" baseline="0" noProof="0" dirty="0" err="1"/>
            <a:t>pgrep</a:t>
          </a:r>
          <a:r>
            <a:rPr lang="fr-CA" baseline="0" noProof="0" dirty="0"/>
            <a:t> –f nom</a:t>
          </a:r>
          <a:endParaRPr lang="fr-CA" noProof="0" dirty="0"/>
        </a:p>
      </dgm:t>
    </dgm:pt>
    <dgm:pt modelId="{B609772A-DDF5-4827-970C-E650824B4A77}" type="parTrans" cxnId="{4DA7AA0E-EA10-4779-97D3-6FA443D0BE66}">
      <dgm:prSet/>
      <dgm:spPr/>
      <dgm:t>
        <a:bodyPr/>
        <a:lstStyle/>
        <a:p>
          <a:endParaRPr lang="en-US"/>
        </a:p>
      </dgm:t>
    </dgm:pt>
    <dgm:pt modelId="{FA344B77-FFCD-426C-BD7D-4645BD3AA006}" type="sibTrans" cxnId="{4DA7AA0E-EA10-4779-97D3-6FA443D0BE66}">
      <dgm:prSet/>
      <dgm:spPr/>
      <dgm:t>
        <a:bodyPr/>
        <a:lstStyle/>
        <a:p>
          <a:endParaRPr lang="en-US"/>
        </a:p>
      </dgm:t>
    </dgm:pt>
    <dgm:pt modelId="{DBB16FE1-C270-4D42-BC34-53C2F9A2E835}">
      <dgm:prSet/>
      <dgm:spPr/>
      <dgm:t>
        <a:bodyPr/>
        <a:lstStyle/>
        <a:p>
          <a:r>
            <a:rPr lang="fr-CA" noProof="0" dirty="0" err="1"/>
            <a:t>killall</a:t>
          </a:r>
          <a:r>
            <a:rPr lang="fr-CA" noProof="0" dirty="0"/>
            <a:t> nom</a:t>
          </a:r>
        </a:p>
      </dgm:t>
    </dgm:pt>
    <dgm:pt modelId="{5A3F023F-1BF9-4361-87E6-6078654ADF48}" type="parTrans" cxnId="{94D2B673-4C1F-4136-9B1D-193D6AE0E470}">
      <dgm:prSet/>
      <dgm:spPr/>
      <dgm:t>
        <a:bodyPr/>
        <a:lstStyle/>
        <a:p>
          <a:endParaRPr lang="en-CA"/>
        </a:p>
      </dgm:t>
    </dgm:pt>
    <dgm:pt modelId="{39A78FE4-31D0-42BF-8FF8-8F350DF1CA2C}" type="sibTrans" cxnId="{94D2B673-4C1F-4136-9B1D-193D6AE0E470}">
      <dgm:prSet/>
      <dgm:spPr/>
      <dgm:t>
        <a:bodyPr/>
        <a:lstStyle/>
        <a:p>
          <a:endParaRPr lang="en-CA"/>
        </a:p>
      </dgm:t>
    </dgm:pt>
    <dgm:pt modelId="{55B6421B-0633-49CF-8F22-02203A5AA935}">
      <dgm:prSet/>
      <dgm:spPr/>
      <dgm:t>
        <a:bodyPr/>
        <a:lstStyle/>
        <a:p>
          <a:r>
            <a:rPr lang="fr-CA" noProof="0" dirty="0" err="1"/>
            <a:t>pkill</a:t>
          </a:r>
          <a:r>
            <a:rPr lang="fr-CA" noProof="0" dirty="0"/>
            <a:t> accepte aussi expression régulière</a:t>
          </a:r>
        </a:p>
      </dgm:t>
    </dgm:pt>
    <dgm:pt modelId="{3E2C85A3-7173-403A-B76F-E73D0DFBF722}" type="parTrans" cxnId="{8BD86D5B-FBB1-4147-830A-25FCF0D84CAB}">
      <dgm:prSet/>
      <dgm:spPr/>
      <dgm:t>
        <a:bodyPr/>
        <a:lstStyle/>
        <a:p>
          <a:endParaRPr lang="en-CA"/>
        </a:p>
      </dgm:t>
    </dgm:pt>
    <dgm:pt modelId="{B144BFFC-E75A-481D-B766-36007369E250}" type="sibTrans" cxnId="{8BD86D5B-FBB1-4147-830A-25FCF0D84CAB}">
      <dgm:prSet/>
      <dgm:spPr/>
      <dgm:t>
        <a:bodyPr/>
        <a:lstStyle/>
        <a:p>
          <a:endParaRPr lang="en-CA"/>
        </a:p>
      </dgm:t>
    </dgm:pt>
    <dgm:pt modelId="{43EFB38D-9ACB-4D53-9829-F4C5FFC703FB}">
      <dgm:prSet/>
      <dgm:spPr/>
      <dgm:t>
        <a:bodyPr/>
        <a:lstStyle/>
        <a:p>
          <a:r>
            <a:rPr lang="fr-CA" noProof="0" dirty="0" err="1"/>
            <a:t>pstree</a:t>
          </a:r>
          <a:endParaRPr lang="fr-CA" noProof="0" dirty="0"/>
        </a:p>
      </dgm:t>
    </dgm:pt>
    <dgm:pt modelId="{001C931E-A572-44C3-B57B-E91E0782A9F6}" type="parTrans" cxnId="{D2ABF99B-FBE7-4D25-AE85-4CADA1BF339A}">
      <dgm:prSet/>
      <dgm:spPr/>
      <dgm:t>
        <a:bodyPr/>
        <a:lstStyle/>
        <a:p>
          <a:endParaRPr lang="en-CA"/>
        </a:p>
      </dgm:t>
    </dgm:pt>
    <dgm:pt modelId="{7A13F92B-6430-4B36-919F-9FD94C75A796}" type="sibTrans" cxnId="{D2ABF99B-FBE7-4D25-AE85-4CADA1BF339A}">
      <dgm:prSet/>
      <dgm:spPr/>
      <dgm:t>
        <a:bodyPr/>
        <a:lstStyle/>
        <a:p>
          <a:endParaRPr lang="en-CA"/>
        </a:p>
      </dgm:t>
    </dgm:pt>
    <dgm:pt modelId="{40D0AAAF-DC6F-446B-BABD-28B98AB9902F}">
      <dgm:prSet/>
      <dgm:spPr/>
      <dgm:t>
        <a:bodyPr/>
        <a:lstStyle/>
        <a:p>
          <a:r>
            <a:rPr lang="fr-CA" noProof="0" dirty="0"/>
            <a:t>Visualiser l’arbre de processus.</a:t>
          </a:r>
        </a:p>
      </dgm:t>
    </dgm:pt>
    <dgm:pt modelId="{A6A1CB37-33E0-47E4-9FBA-FCD971260497}" type="parTrans" cxnId="{A0DA2B97-B1E3-4990-AE5D-CAD5FE8417FF}">
      <dgm:prSet/>
      <dgm:spPr/>
      <dgm:t>
        <a:bodyPr/>
        <a:lstStyle/>
        <a:p>
          <a:endParaRPr lang="en-CA"/>
        </a:p>
      </dgm:t>
    </dgm:pt>
    <dgm:pt modelId="{C994415F-0C8C-4047-BD94-D44D8FA90394}" type="sibTrans" cxnId="{A0DA2B97-B1E3-4990-AE5D-CAD5FE8417FF}">
      <dgm:prSet/>
      <dgm:spPr/>
      <dgm:t>
        <a:bodyPr/>
        <a:lstStyle/>
        <a:p>
          <a:endParaRPr lang="en-CA"/>
        </a:p>
      </dgm:t>
    </dgm:pt>
    <dgm:pt modelId="{5817D09B-3A14-4341-9C9D-79D45B6B82D3}">
      <dgm:prSet/>
      <dgm:spPr/>
      <dgm:t>
        <a:bodyPr/>
        <a:lstStyle/>
        <a:p>
          <a:r>
            <a:rPr lang="fr-CA" noProof="0" dirty="0" err="1"/>
            <a:t>pstree</a:t>
          </a:r>
          <a:r>
            <a:rPr lang="fr-CA" noProof="0" dirty="0"/>
            <a:t> PID</a:t>
          </a:r>
        </a:p>
      </dgm:t>
    </dgm:pt>
    <dgm:pt modelId="{B7829259-CA9F-45F5-BC86-5B4AD2AFC052}" type="parTrans" cxnId="{5C6C7B07-1698-4B5E-AEC7-2E2903F72026}">
      <dgm:prSet/>
      <dgm:spPr/>
      <dgm:t>
        <a:bodyPr/>
        <a:lstStyle/>
        <a:p>
          <a:endParaRPr lang="en-CA"/>
        </a:p>
      </dgm:t>
    </dgm:pt>
    <dgm:pt modelId="{E0890F8B-781F-4AC4-AEB0-9E3110B7A8A9}" type="sibTrans" cxnId="{5C6C7B07-1698-4B5E-AEC7-2E2903F72026}">
      <dgm:prSet/>
      <dgm:spPr/>
      <dgm:t>
        <a:bodyPr/>
        <a:lstStyle/>
        <a:p>
          <a:endParaRPr lang="en-CA"/>
        </a:p>
      </dgm:t>
    </dgm:pt>
    <dgm:pt modelId="{297F7FD1-A663-4ADD-9477-944C8B30D62F}" type="pres">
      <dgm:prSet presAssocID="{3E3D7536-3DAD-4A03-80A3-5BDAFBB2E2CF}" presName="linear" presStyleCnt="0">
        <dgm:presLayoutVars>
          <dgm:dir/>
          <dgm:animLvl val="lvl"/>
          <dgm:resizeHandles val="exact"/>
        </dgm:presLayoutVars>
      </dgm:prSet>
      <dgm:spPr/>
    </dgm:pt>
    <dgm:pt modelId="{76BB24F6-7CCA-4CB5-B858-EFD55D369166}" type="pres">
      <dgm:prSet presAssocID="{8F5B3A65-10E7-405C-ACA2-729D917F18F4}" presName="parentLin" presStyleCnt="0"/>
      <dgm:spPr/>
    </dgm:pt>
    <dgm:pt modelId="{60A6F1BE-7B1E-4166-BCFA-A7DC83AF84BF}" type="pres">
      <dgm:prSet presAssocID="{8F5B3A65-10E7-405C-ACA2-729D917F18F4}" presName="parentLeftMargin" presStyleLbl="node1" presStyleIdx="0" presStyleCnt="4"/>
      <dgm:spPr/>
    </dgm:pt>
    <dgm:pt modelId="{638EA0A2-6ABE-4675-A329-8CBFC85272B8}" type="pres">
      <dgm:prSet presAssocID="{8F5B3A65-10E7-405C-ACA2-729D917F18F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CB05548-185F-45C4-990C-1AF745A756F9}" type="pres">
      <dgm:prSet presAssocID="{8F5B3A65-10E7-405C-ACA2-729D917F18F4}" presName="negativeSpace" presStyleCnt="0"/>
      <dgm:spPr/>
    </dgm:pt>
    <dgm:pt modelId="{EBF929E6-908A-4ED5-BD5A-9B59F08D8476}" type="pres">
      <dgm:prSet presAssocID="{8F5B3A65-10E7-405C-ACA2-729D917F18F4}" presName="childText" presStyleLbl="conFgAcc1" presStyleIdx="0" presStyleCnt="4" custLinFactNeighborX="305" custLinFactNeighborY="-4844">
        <dgm:presLayoutVars>
          <dgm:bulletEnabled val="1"/>
        </dgm:presLayoutVars>
      </dgm:prSet>
      <dgm:spPr/>
    </dgm:pt>
    <dgm:pt modelId="{182FED63-F46C-4C7B-B98B-E3C09B111ED1}" type="pres">
      <dgm:prSet presAssocID="{A5B15DBA-713E-4AD5-BE23-B497E7786FFD}" presName="spaceBetweenRectangles" presStyleCnt="0"/>
      <dgm:spPr/>
    </dgm:pt>
    <dgm:pt modelId="{90F0BE68-683E-48B2-B175-759158768555}" type="pres">
      <dgm:prSet presAssocID="{D930770A-FAFD-4E3C-BDEE-47AA96B1FFFA}" presName="parentLin" presStyleCnt="0"/>
      <dgm:spPr/>
    </dgm:pt>
    <dgm:pt modelId="{DCB83AA2-9BAD-47B0-A8C0-274867596CED}" type="pres">
      <dgm:prSet presAssocID="{D930770A-FAFD-4E3C-BDEE-47AA96B1FFFA}" presName="parentLeftMargin" presStyleLbl="node1" presStyleIdx="0" presStyleCnt="4"/>
      <dgm:spPr/>
    </dgm:pt>
    <dgm:pt modelId="{5BEF18F2-F096-478C-BBFA-6A752F07EE1D}" type="pres">
      <dgm:prSet presAssocID="{D930770A-FAFD-4E3C-BDEE-47AA96B1FFF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9A8D9B5-B64D-472A-83A8-417DA2B856B1}" type="pres">
      <dgm:prSet presAssocID="{D930770A-FAFD-4E3C-BDEE-47AA96B1FFFA}" presName="negativeSpace" presStyleCnt="0"/>
      <dgm:spPr/>
    </dgm:pt>
    <dgm:pt modelId="{1B211F6E-C964-4AE2-9561-FA4DB8B42FAD}" type="pres">
      <dgm:prSet presAssocID="{D930770A-FAFD-4E3C-BDEE-47AA96B1FFFA}" presName="childText" presStyleLbl="conFgAcc1" presStyleIdx="1" presStyleCnt="4">
        <dgm:presLayoutVars>
          <dgm:bulletEnabled val="1"/>
        </dgm:presLayoutVars>
      </dgm:prSet>
      <dgm:spPr/>
    </dgm:pt>
    <dgm:pt modelId="{7150B037-7277-4967-89A1-22A7C3241B4D}" type="pres">
      <dgm:prSet presAssocID="{4E638CAC-0915-4592-BCA9-1A27F0068B99}" presName="spaceBetweenRectangles" presStyleCnt="0"/>
      <dgm:spPr/>
    </dgm:pt>
    <dgm:pt modelId="{FF6D629A-DDAA-4D03-9EE3-D788BDDFFE2C}" type="pres">
      <dgm:prSet presAssocID="{43EFB38D-9ACB-4D53-9829-F4C5FFC703FB}" presName="parentLin" presStyleCnt="0"/>
      <dgm:spPr/>
    </dgm:pt>
    <dgm:pt modelId="{AECD8737-4788-45C4-9BBC-356186470A53}" type="pres">
      <dgm:prSet presAssocID="{43EFB38D-9ACB-4D53-9829-F4C5FFC703FB}" presName="parentLeftMargin" presStyleLbl="node1" presStyleIdx="1" presStyleCnt="4"/>
      <dgm:spPr/>
    </dgm:pt>
    <dgm:pt modelId="{0C2BDD7D-8A9F-459C-A5A8-9D0126451A75}" type="pres">
      <dgm:prSet presAssocID="{43EFB38D-9ACB-4D53-9829-F4C5FFC703F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15F1DBA-9B7F-4312-8B46-34D260B1BC22}" type="pres">
      <dgm:prSet presAssocID="{43EFB38D-9ACB-4D53-9829-F4C5FFC703FB}" presName="negativeSpace" presStyleCnt="0"/>
      <dgm:spPr/>
    </dgm:pt>
    <dgm:pt modelId="{28CDF890-606B-4515-86E3-2F2E008A2726}" type="pres">
      <dgm:prSet presAssocID="{43EFB38D-9ACB-4D53-9829-F4C5FFC703FB}" presName="childText" presStyleLbl="conFgAcc1" presStyleIdx="2" presStyleCnt="4">
        <dgm:presLayoutVars>
          <dgm:bulletEnabled val="1"/>
        </dgm:presLayoutVars>
      </dgm:prSet>
      <dgm:spPr/>
    </dgm:pt>
    <dgm:pt modelId="{9A4CA559-1D85-4C12-BD74-0A687BC4ADC6}" type="pres">
      <dgm:prSet presAssocID="{7A13F92B-6430-4B36-919F-9FD94C75A796}" presName="spaceBetweenRectangles" presStyleCnt="0"/>
      <dgm:spPr/>
    </dgm:pt>
    <dgm:pt modelId="{CDCCF212-AB0F-4BC1-A04D-F73371078245}" type="pres">
      <dgm:prSet presAssocID="{27C7766E-590C-42DD-87F7-94C9EBEDFAAA}" presName="parentLin" presStyleCnt="0"/>
      <dgm:spPr/>
    </dgm:pt>
    <dgm:pt modelId="{AAE74FA0-BAFC-4CA5-923A-210F12764F0C}" type="pres">
      <dgm:prSet presAssocID="{27C7766E-590C-42DD-87F7-94C9EBEDFAAA}" presName="parentLeftMargin" presStyleLbl="node1" presStyleIdx="2" presStyleCnt="4"/>
      <dgm:spPr/>
    </dgm:pt>
    <dgm:pt modelId="{E8418359-F962-4DF7-B8E1-593EFDC29783}" type="pres">
      <dgm:prSet presAssocID="{27C7766E-590C-42DD-87F7-94C9EBEDFAA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3C32BD6-AB76-4328-9C38-5EF3326B444D}" type="pres">
      <dgm:prSet presAssocID="{27C7766E-590C-42DD-87F7-94C9EBEDFAAA}" presName="negativeSpace" presStyleCnt="0"/>
      <dgm:spPr/>
    </dgm:pt>
    <dgm:pt modelId="{A483F07A-584D-4AFE-9A53-4FD72755F575}" type="pres">
      <dgm:prSet presAssocID="{27C7766E-590C-42DD-87F7-94C9EBEDFAA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C6C7B07-1698-4B5E-AEC7-2E2903F72026}" srcId="{43EFB38D-9ACB-4D53-9829-F4C5FFC703FB}" destId="{5817D09B-3A14-4341-9C9D-79D45B6B82D3}" srcOrd="1" destOrd="0" parTransId="{B7829259-CA9F-45F5-BC86-5B4AD2AFC052}" sibTransId="{E0890F8B-781F-4AC4-AEB0-9E3110B7A8A9}"/>
    <dgm:cxn modelId="{9B98040A-E6E6-43F8-98EB-2C40270EAE93}" type="presOf" srcId="{55B6421B-0633-49CF-8F22-02203A5AA935}" destId="{1B211F6E-C964-4AE2-9561-FA4DB8B42FAD}" srcOrd="0" destOrd="1" presId="urn:microsoft.com/office/officeart/2005/8/layout/list1"/>
    <dgm:cxn modelId="{4DA7AA0E-EA10-4779-97D3-6FA443D0BE66}" srcId="{27C7766E-590C-42DD-87F7-94C9EBEDFAAA}" destId="{2C142B79-3E46-4175-84D2-3FE22309F838}" srcOrd="1" destOrd="0" parTransId="{B609772A-DDF5-4827-970C-E650824B4A77}" sibTransId="{FA344B77-FFCD-426C-BD7D-4645BD3AA006}"/>
    <dgm:cxn modelId="{1B85DA2A-697C-464C-95D5-2A4C40B9A529}" type="presOf" srcId="{27C7766E-590C-42DD-87F7-94C9EBEDFAAA}" destId="{AAE74FA0-BAFC-4CA5-923A-210F12764F0C}" srcOrd="0" destOrd="0" presId="urn:microsoft.com/office/officeart/2005/8/layout/list1"/>
    <dgm:cxn modelId="{3A321F2C-40DD-4283-A7E3-1269CF75A890}" type="presOf" srcId="{43EFB38D-9ACB-4D53-9829-F4C5FFC703FB}" destId="{AECD8737-4788-45C4-9BBC-356186470A53}" srcOrd="0" destOrd="0" presId="urn:microsoft.com/office/officeart/2005/8/layout/list1"/>
    <dgm:cxn modelId="{7C1D4D33-BC75-4820-882D-56E32F67C09E}" type="presOf" srcId="{D930770A-FAFD-4E3C-BDEE-47AA96B1FFFA}" destId="{5BEF18F2-F096-478C-BBFA-6A752F07EE1D}" srcOrd="1" destOrd="0" presId="urn:microsoft.com/office/officeart/2005/8/layout/list1"/>
    <dgm:cxn modelId="{5E69B734-EF91-430E-9803-1A4521442058}" srcId="{8F5B3A65-10E7-405C-ACA2-729D917F18F4}" destId="{F56B2B2A-D430-4948-A9CA-6E82D8933718}" srcOrd="0" destOrd="0" parTransId="{2902D3AD-243F-49AC-8CAB-F7E9E495524B}" sibTransId="{8A8D01A1-B71B-4223-BFC8-52249CEAE93E}"/>
    <dgm:cxn modelId="{30275C36-867D-44E1-881B-CFF428E3EE27}" srcId="{3E3D7536-3DAD-4A03-80A3-5BDAFBB2E2CF}" destId="{D930770A-FAFD-4E3C-BDEE-47AA96B1FFFA}" srcOrd="1" destOrd="0" parTransId="{8BD2F634-05A3-439C-AC50-F4C1A1676729}" sibTransId="{4E638CAC-0915-4592-BCA9-1A27F0068B99}"/>
    <dgm:cxn modelId="{56D1A439-66F8-4722-94CA-A9A4F4F5C68A}" type="presOf" srcId="{8F5B3A65-10E7-405C-ACA2-729D917F18F4}" destId="{60A6F1BE-7B1E-4166-BCFA-A7DC83AF84BF}" srcOrd="0" destOrd="0" presId="urn:microsoft.com/office/officeart/2005/8/layout/list1"/>
    <dgm:cxn modelId="{069BE540-A6A1-48CE-AF99-A76CAA8C3B51}" type="presOf" srcId="{2C142B79-3E46-4175-84D2-3FE22309F838}" destId="{A483F07A-584D-4AFE-9A53-4FD72755F575}" srcOrd="0" destOrd="1" presId="urn:microsoft.com/office/officeart/2005/8/layout/list1"/>
    <dgm:cxn modelId="{8BD86D5B-FBB1-4147-830A-25FCF0D84CAB}" srcId="{D930770A-FAFD-4E3C-BDEE-47AA96B1FFFA}" destId="{55B6421B-0633-49CF-8F22-02203A5AA935}" srcOrd="1" destOrd="0" parTransId="{3E2C85A3-7173-403A-B76F-E73D0DFBF722}" sibTransId="{B144BFFC-E75A-481D-B766-36007369E250}"/>
    <dgm:cxn modelId="{C98E054A-26B7-4818-9915-2412DA470040}" type="presOf" srcId="{3E3D7536-3DAD-4A03-80A3-5BDAFBB2E2CF}" destId="{297F7FD1-A663-4ADD-9477-944C8B30D62F}" srcOrd="0" destOrd="0" presId="urn:microsoft.com/office/officeart/2005/8/layout/list1"/>
    <dgm:cxn modelId="{94D2B673-4C1F-4136-9B1D-193D6AE0E470}" srcId="{D930770A-FAFD-4E3C-BDEE-47AA96B1FFFA}" destId="{DBB16FE1-C270-4D42-BC34-53C2F9A2E835}" srcOrd="0" destOrd="0" parTransId="{5A3F023F-1BF9-4361-87E6-6078654ADF48}" sibTransId="{39A78FE4-31D0-42BF-8FF8-8F350DF1CA2C}"/>
    <dgm:cxn modelId="{45040C81-46F9-4BC6-9D1B-F3F31060E062}" type="presOf" srcId="{8F5B3A65-10E7-405C-ACA2-729D917F18F4}" destId="{638EA0A2-6ABE-4675-A329-8CBFC85272B8}" srcOrd="1" destOrd="0" presId="urn:microsoft.com/office/officeart/2005/8/layout/list1"/>
    <dgm:cxn modelId="{02873A84-EB13-4A9C-A5CE-313C03C07C4C}" type="presOf" srcId="{DBB16FE1-C270-4D42-BC34-53C2F9A2E835}" destId="{1B211F6E-C964-4AE2-9561-FA4DB8B42FAD}" srcOrd="0" destOrd="0" presId="urn:microsoft.com/office/officeart/2005/8/layout/list1"/>
    <dgm:cxn modelId="{FAEA008A-5CCE-42A7-8738-B8BC2C0CFC49}" type="presOf" srcId="{216C8DE2-3E20-456B-A26E-4207DD28F610}" destId="{A483F07A-584D-4AFE-9A53-4FD72755F575}" srcOrd="0" destOrd="0" presId="urn:microsoft.com/office/officeart/2005/8/layout/list1"/>
    <dgm:cxn modelId="{A0DA2B97-B1E3-4990-AE5D-CAD5FE8417FF}" srcId="{43EFB38D-9ACB-4D53-9829-F4C5FFC703FB}" destId="{40D0AAAF-DC6F-446B-BABD-28B98AB9902F}" srcOrd="0" destOrd="0" parTransId="{A6A1CB37-33E0-47E4-9FBA-FCD971260497}" sibTransId="{C994415F-0C8C-4047-BD94-D44D8FA90394}"/>
    <dgm:cxn modelId="{157ED098-9D3E-4454-8F90-EA45EAAF4A29}" type="presOf" srcId="{43EFB38D-9ACB-4D53-9829-F4C5FFC703FB}" destId="{0C2BDD7D-8A9F-459C-A5A8-9D0126451A75}" srcOrd="1" destOrd="0" presId="urn:microsoft.com/office/officeart/2005/8/layout/list1"/>
    <dgm:cxn modelId="{103D879B-53FA-4BA7-92C1-FF01DB543581}" srcId="{8F5B3A65-10E7-405C-ACA2-729D917F18F4}" destId="{A512A678-68F5-4D2B-831B-575EE0055C00}" srcOrd="1" destOrd="0" parTransId="{844D5A33-1461-48AA-98D1-E811451BBBE8}" sibTransId="{47B7E7F8-94AE-49AC-9B2A-8829E722247C}"/>
    <dgm:cxn modelId="{D2ABF99B-FBE7-4D25-AE85-4CADA1BF339A}" srcId="{3E3D7536-3DAD-4A03-80A3-5BDAFBB2E2CF}" destId="{43EFB38D-9ACB-4D53-9829-F4C5FFC703FB}" srcOrd="2" destOrd="0" parTransId="{001C931E-A572-44C3-B57B-E91E0782A9F6}" sibTransId="{7A13F92B-6430-4B36-919F-9FD94C75A796}"/>
    <dgm:cxn modelId="{A32341B4-910C-4726-B5C1-2FC89F08A45E}" srcId="{3E3D7536-3DAD-4A03-80A3-5BDAFBB2E2CF}" destId="{27C7766E-590C-42DD-87F7-94C9EBEDFAAA}" srcOrd="3" destOrd="0" parTransId="{1511391B-2503-4E19-911E-6F7F4AB71DAA}" sibTransId="{9AB359A5-9DC9-41E2-90A6-D37057DEA0E2}"/>
    <dgm:cxn modelId="{6FC6E6BC-C8D9-48E4-9900-8F72BD6853DA}" type="presOf" srcId="{A512A678-68F5-4D2B-831B-575EE0055C00}" destId="{EBF929E6-908A-4ED5-BD5A-9B59F08D8476}" srcOrd="0" destOrd="1" presId="urn:microsoft.com/office/officeart/2005/8/layout/list1"/>
    <dgm:cxn modelId="{E6E5DAC5-43B0-461C-961B-79A59A00EC87}" type="presOf" srcId="{F56B2B2A-D430-4948-A9CA-6E82D8933718}" destId="{EBF929E6-908A-4ED5-BD5A-9B59F08D8476}" srcOrd="0" destOrd="0" presId="urn:microsoft.com/office/officeart/2005/8/layout/list1"/>
    <dgm:cxn modelId="{188CE6D7-95EA-47E6-ABE8-B567218506C6}" type="presOf" srcId="{40D0AAAF-DC6F-446B-BABD-28B98AB9902F}" destId="{28CDF890-606B-4515-86E3-2F2E008A2726}" srcOrd="0" destOrd="0" presId="urn:microsoft.com/office/officeart/2005/8/layout/list1"/>
    <dgm:cxn modelId="{6B4E86DC-4055-4590-ADD2-8669CA93E8B3}" srcId="{27C7766E-590C-42DD-87F7-94C9EBEDFAAA}" destId="{216C8DE2-3E20-456B-A26E-4207DD28F610}" srcOrd="0" destOrd="0" parTransId="{FB06F3F8-6D17-4A74-B46C-3EE233A8DF92}" sibTransId="{9EC844EA-1578-4748-93D3-195CF44D63CE}"/>
    <dgm:cxn modelId="{A1A6E0DC-E712-4611-8144-4242C7A726D2}" type="presOf" srcId="{5817D09B-3A14-4341-9C9D-79D45B6B82D3}" destId="{28CDF890-606B-4515-86E3-2F2E008A2726}" srcOrd="0" destOrd="1" presId="urn:microsoft.com/office/officeart/2005/8/layout/list1"/>
    <dgm:cxn modelId="{43886EE0-92F0-49D6-8BF9-5AACF1743D66}" type="presOf" srcId="{D930770A-FAFD-4E3C-BDEE-47AA96B1FFFA}" destId="{DCB83AA2-9BAD-47B0-A8C0-274867596CED}" srcOrd="0" destOrd="0" presId="urn:microsoft.com/office/officeart/2005/8/layout/list1"/>
    <dgm:cxn modelId="{D74E77EE-2B81-40D7-A8D2-F8E5606330C0}" srcId="{3E3D7536-3DAD-4A03-80A3-5BDAFBB2E2CF}" destId="{8F5B3A65-10E7-405C-ACA2-729D917F18F4}" srcOrd="0" destOrd="0" parTransId="{8F2D2418-B950-4193-AF4E-73F805AF2B0E}" sibTransId="{A5B15DBA-713E-4AD5-BE23-B497E7786FFD}"/>
    <dgm:cxn modelId="{C7A731F6-4EC5-4F38-B042-B172D9374E7F}" type="presOf" srcId="{27C7766E-590C-42DD-87F7-94C9EBEDFAAA}" destId="{E8418359-F962-4DF7-B8E1-593EFDC29783}" srcOrd="1" destOrd="0" presId="urn:microsoft.com/office/officeart/2005/8/layout/list1"/>
    <dgm:cxn modelId="{AB242C25-C7C1-4016-873E-B9679E87AF57}" type="presParOf" srcId="{297F7FD1-A663-4ADD-9477-944C8B30D62F}" destId="{76BB24F6-7CCA-4CB5-B858-EFD55D369166}" srcOrd="0" destOrd="0" presId="urn:microsoft.com/office/officeart/2005/8/layout/list1"/>
    <dgm:cxn modelId="{A0416570-B23D-4AC3-A621-AEAF55D2BA61}" type="presParOf" srcId="{76BB24F6-7CCA-4CB5-B858-EFD55D369166}" destId="{60A6F1BE-7B1E-4166-BCFA-A7DC83AF84BF}" srcOrd="0" destOrd="0" presId="urn:microsoft.com/office/officeart/2005/8/layout/list1"/>
    <dgm:cxn modelId="{4D57EDB5-B2A5-4483-AB9E-871BE5BBBADE}" type="presParOf" srcId="{76BB24F6-7CCA-4CB5-B858-EFD55D369166}" destId="{638EA0A2-6ABE-4675-A329-8CBFC85272B8}" srcOrd="1" destOrd="0" presId="urn:microsoft.com/office/officeart/2005/8/layout/list1"/>
    <dgm:cxn modelId="{D2CC51EC-BC00-41ED-8821-7391A8AAC72A}" type="presParOf" srcId="{297F7FD1-A663-4ADD-9477-944C8B30D62F}" destId="{CCB05548-185F-45C4-990C-1AF745A756F9}" srcOrd="1" destOrd="0" presId="urn:microsoft.com/office/officeart/2005/8/layout/list1"/>
    <dgm:cxn modelId="{EA34D123-2131-4BD2-8090-D9976ED11830}" type="presParOf" srcId="{297F7FD1-A663-4ADD-9477-944C8B30D62F}" destId="{EBF929E6-908A-4ED5-BD5A-9B59F08D8476}" srcOrd="2" destOrd="0" presId="urn:microsoft.com/office/officeart/2005/8/layout/list1"/>
    <dgm:cxn modelId="{5B00838A-3B6E-416E-957D-8A126F94513B}" type="presParOf" srcId="{297F7FD1-A663-4ADD-9477-944C8B30D62F}" destId="{182FED63-F46C-4C7B-B98B-E3C09B111ED1}" srcOrd="3" destOrd="0" presId="urn:microsoft.com/office/officeart/2005/8/layout/list1"/>
    <dgm:cxn modelId="{17C15404-4853-41ED-93AA-346C60B7FCA5}" type="presParOf" srcId="{297F7FD1-A663-4ADD-9477-944C8B30D62F}" destId="{90F0BE68-683E-48B2-B175-759158768555}" srcOrd="4" destOrd="0" presId="urn:microsoft.com/office/officeart/2005/8/layout/list1"/>
    <dgm:cxn modelId="{E1ABAEE3-4880-4731-B8D5-7DF2BDFB0179}" type="presParOf" srcId="{90F0BE68-683E-48B2-B175-759158768555}" destId="{DCB83AA2-9BAD-47B0-A8C0-274867596CED}" srcOrd="0" destOrd="0" presId="urn:microsoft.com/office/officeart/2005/8/layout/list1"/>
    <dgm:cxn modelId="{5993CA54-8150-49D5-ABBC-E18F46BFEC2A}" type="presParOf" srcId="{90F0BE68-683E-48B2-B175-759158768555}" destId="{5BEF18F2-F096-478C-BBFA-6A752F07EE1D}" srcOrd="1" destOrd="0" presId="urn:microsoft.com/office/officeart/2005/8/layout/list1"/>
    <dgm:cxn modelId="{0859E51B-C0D7-4FE3-B2C1-757D3FBEEAF9}" type="presParOf" srcId="{297F7FD1-A663-4ADD-9477-944C8B30D62F}" destId="{69A8D9B5-B64D-472A-83A8-417DA2B856B1}" srcOrd="5" destOrd="0" presId="urn:microsoft.com/office/officeart/2005/8/layout/list1"/>
    <dgm:cxn modelId="{B1E044F8-C909-4716-9BCC-398DC6812D48}" type="presParOf" srcId="{297F7FD1-A663-4ADD-9477-944C8B30D62F}" destId="{1B211F6E-C964-4AE2-9561-FA4DB8B42FAD}" srcOrd="6" destOrd="0" presId="urn:microsoft.com/office/officeart/2005/8/layout/list1"/>
    <dgm:cxn modelId="{662D349C-DBA8-442C-84B1-026BF5CD8B56}" type="presParOf" srcId="{297F7FD1-A663-4ADD-9477-944C8B30D62F}" destId="{7150B037-7277-4967-89A1-22A7C3241B4D}" srcOrd="7" destOrd="0" presId="urn:microsoft.com/office/officeart/2005/8/layout/list1"/>
    <dgm:cxn modelId="{161D0E00-E7F2-4BD3-9A24-D54FDA0B2F0E}" type="presParOf" srcId="{297F7FD1-A663-4ADD-9477-944C8B30D62F}" destId="{FF6D629A-DDAA-4D03-9EE3-D788BDDFFE2C}" srcOrd="8" destOrd="0" presId="urn:microsoft.com/office/officeart/2005/8/layout/list1"/>
    <dgm:cxn modelId="{4B16B82F-78FB-4FFA-A73A-5512E2323F6F}" type="presParOf" srcId="{FF6D629A-DDAA-4D03-9EE3-D788BDDFFE2C}" destId="{AECD8737-4788-45C4-9BBC-356186470A53}" srcOrd="0" destOrd="0" presId="urn:microsoft.com/office/officeart/2005/8/layout/list1"/>
    <dgm:cxn modelId="{CD665C83-4564-43AE-B599-109020F1E16B}" type="presParOf" srcId="{FF6D629A-DDAA-4D03-9EE3-D788BDDFFE2C}" destId="{0C2BDD7D-8A9F-459C-A5A8-9D0126451A75}" srcOrd="1" destOrd="0" presId="urn:microsoft.com/office/officeart/2005/8/layout/list1"/>
    <dgm:cxn modelId="{32DE27F3-46B6-45D5-918D-E3E65F10802B}" type="presParOf" srcId="{297F7FD1-A663-4ADD-9477-944C8B30D62F}" destId="{615F1DBA-9B7F-4312-8B46-34D260B1BC22}" srcOrd="9" destOrd="0" presId="urn:microsoft.com/office/officeart/2005/8/layout/list1"/>
    <dgm:cxn modelId="{69AD398D-20B6-439C-9D8B-57CC26643873}" type="presParOf" srcId="{297F7FD1-A663-4ADD-9477-944C8B30D62F}" destId="{28CDF890-606B-4515-86E3-2F2E008A2726}" srcOrd="10" destOrd="0" presId="urn:microsoft.com/office/officeart/2005/8/layout/list1"/>
    <dgm:cxn modelId="{0BC43B3E-2649-4471-AAAB-3EDF4DB90779}" type="presParOf" srcId="{297F7FD1-A663-4ADD-9477-944C8B30D62F}" destId="{9A4CA559-1D85-4C12-BD74-0A687BC4ADC6}" srcOrd="11" destOrd="0" presId="urn:microsoft.com/office/officeart/2005/8/layout/list1"/>
    <dgm:cxn modelId="{C2AB43EE-83A7-4792-8B24-9D2C0FB30A84}" type="presParOf" srcId="{297F7FD1-A663-4ADD-9477-944C8B30D62F}" destId="{CDCCF212-AB0F-4BC1-A04D-F73371078245}" srcOrd="12" destOrd="0" presId="urn:microsoft.com/office/officeart/2005/8/layout/list1"/>
    <dgm:cxn modelId="{7658DB9C-5C97-4F0A-A92E-82E436ECE7A5}" type="presParOf" srcId="{CDCCF212-AB0F-4BC1-A04D-F73371078245}" destId="{AAE74FA0-BAFC-4CA5-923A-210F12764F0C}" srcOrd="0" destOrd="0" presId="urn:microsoft.com/office/officeart/2005/8/layout/list1"/>
    <dgm:cxn modelId="{42983D4A-259A-43E0-A49C-6C2D0A4F1969}" type="presParOf" srcId="{CDCCF212-AB0F-4BC1-A04D-F73371078245}" destId="{E8418359-F962-4DF7-B8E1-593EFDC29783}" srcOrd="1" destOrd="0" presId="urn:microsoft.com/office/officeart/2005/8/layout/list1"/>
    <dgm:cxn modelId="{80A111CE-4004-4235-9C22-F35A8CD467BA}" type="presParOf" srcId="{297F7FD1-A663-4ADD-9477-944C8B30D62F}" destId="{43C32BD6-AB76-4328-9C38-5EF3326B444D}" srcOrd="13" destOrd="0" presId="urn:microsoft.com/office/officeart/2005/8/layout/list1"/>
    <dgm:cxn modelId="{550196AB-DE07-49F1-976C-677189039ECF}" type="presParOf" srcId="{297F7FD1-A663-4ADD-9477-944C8B30D62F}" destId="{A483F07A-584D-4AFE-9A53-4FD72755F57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4667061-6165-40FA-98B0-D40E736FA955}" type="doc">
      <dgm:prSet loTypeId="urn:microsoft.com/office/officeart/2005/8/layout/hList3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CA"/>
        </a:p>
      </dgm:t>
    </dgm:pt>
    <dgm:pt modelId="{DB0C8BBC-8F89-4F4F-B1EB-8A7CD9D13D83}">
      <dgm:prSet/>
      <dgm:spPr/>
      <dgm:t>
        <a:bodyPr/>
        <a:lstStyle/>
        <a:p>
          <a:r>
            <a:rPr lang="fr-CA" noProof="0" dirty="0"/>
            <a:t>Outils</a:t>
          </a:r>
        </a:p>
      </dgm:t>
    </dgm:pt>
    <dgm:pt modelId="{F76DAB24-1152-4C21-BFC8-F22E735D03A3}" type="parTrans" cxnId="{EAD2C19F-FF73-452D-93D7-38CEA5F958A2}">
      <dgm:prSet/>
      <dgm:spPr/>
      <dgm:t>
        <a:bodyPr/>
        <a:lstStyle/>
        <a:p>
          <a:endParaRPr lang="en-CA"/>
        </a:p>
      </dgm:t>
    </dgm:pt>
    <dgm:pt modelId="{136AE4A6-696F-4085-93C8-BCA111A7C2CF}" type="sibTrans" cxnId="{EAD2C19F-FF73-452D-93D7-38CEA5F958A2}">
      <dgm:prSet/>
      <dgm:spPr/>
      <dgm:t>
        <a:bodyPr/>
        <a:lstStyle/>
        <a:p>
          <a:endParaRPr lang="en-CA"/>
        </a:p>
      </dgm:t>
    </dgm:pt>
    <dgm:pt modelId="{4A96873F-D518-40AE-A686-FA6AF94A7A45}">
      <dgm:prSet/>
      <dgm:spPr/>
      <dgm:t>
        <a:bodyPr/>
        <a:lstStyle/>
        <a:p>
          <a:r>
            <a:rPr lang="fr-CA" baseline="0" noProof="0" dirty="0" err="1"/>
            <a:t>ps</a:t>
          </a:r>
          <a:endParaRPr lang="fr-CA" noProof="0" dirty="0"/>
        </a:p>
      </dgm:t>
    </dgm:pt>
    <dgm:pt modelId="{DA3CDF7D-5B12-41E1-A527-D11809A4153C}" type="parTrans" cxnId="{83E55884-D49D-4ABE-BE4F-54D83BEAA632}">
      <dgm:prSet/>
      <dgm:spPr/>
      <dgm:t>
        <a:bodyPr/>
        <a:lstStyle/>
        <a:p>
          <a:endParaRPr lang="en-CA"/>
        </a:p>
      </dgm:t>
    </dgm:pt>
    <dgm:pt modelId="{5F25A066-7FD1-4E6E-81FC-45EEB77F8A61}" type="sibTrans" cxnId="{83E55884-D49D-4ABE-BE4F-54D83BEAA632}">
      <dgm:prSet/>
      <dgm:spPr/>
      <dgm:t>
        <a:bodyPr/>
        <a:lstStyle/>
        <a:p>
          <a:endParaRPr lang="en-CA"/>
        </a:p>
      </dgm:t>
    </dgm:pt>
    <dgm:pt modelId="{D0072584-9E7C-4F1A-9509-84D9D00C0FE5}">
      <dgm:prSet/>
      <dgm:spPr/>
      <dgm:t>
        <a:bodyPr/>
        <a:lstStyle/>
        <a:p>
          <a:r>
            <a:rPr lang="fr-CA" baseline="0" noProof="0" dirty="0"/>
            <a:t>top</a:t>
          </a:r>
          <a:endParaRPr lang="fr-CA" noProof="0" dirty="0"/>
        </a:p>
      </dgm:t>
    </dgm:pt>
    <dgm:pt modelId="{3D4F0F2B-703D-44F8-AB77-F919F0288C85}" type="parTrans" cxnId="{1473D855-76A4-4595-84FF-C8D31977FC1B}">
      <dgm:prSet/>
      <dgm:spPr/>
      <dgm:t>
        <a:bodyPr/>
        <a:lstStyle/>
        <a:p>
          <a:endParaRPr lang="en-CA"/>
        </a:p>
      </dgm:t>
    </dgm:pt>
    <dgm:pt modelId="{E5AC5CF8-1F8D-46A4-A2C9-C789F804E363}" type="sibTrans" cxnId="{1473D855-76A4-4595-84FF-C8D31977FC1B}">
      <dgm:prSet/>
      <dgm:spPr/>
      <dgm:t>
        <a:bodyPr/>
        <a:lstStyle/>
        <a:p>
          <a:endParaRPr lang="en-CA"/>
        </a:p>
      </dgm:t>
    </dgm:pt>
    <dgm:pt modelId="{231E02B3-7A62-4F50-8838-30B29C9497A0}">
      <dgm:prSet/>
      <dgm:spPr/>
      <dgm:t>
        <a:bodyPr/>
        <a:lstStyle/>
        <a:p>
          <a:r>
            <a:rPr lang="fr-CA" baseline="0" noProof="0" dirty="0" err="1"/>
            <a:t>htop</a:t>
          </a:r>
          <a:endParaRPr lang="fr-CA" noProof="0" dirty="0"/>
        </a:p>
      </dgm:t>
    </dgm:pt>
    <dgm:pt modelId="{0E2724A7-1E80-4B3B-9D23-B1A9EAE00B9E}" type="parTrans" cxnId="{3A41DB20-2249-4FDE-9445-0AE168BB5B58}">
      <dgm:prSet/>
      <dgm:spPr/>
      <dgm:t>
        <a:bodyPr/>
        <a:lstStyle/>
        <a:p>
          <a:endParaRPr lang="en-CA"/>
        </a:p>
      </dgm:t>
    </dgm:pt>
    <dgm:pt modelId="{AA0C1274-5AFB-4F8F-A6D8-47775AD27331}" type="sibTrans" cxnId="{3A41DB20-2249-4FDE-9445-0AE168BB5B58}">
      <dgm:prSet/>
      <dgm:spPr/>
      <dgm:t>
        <a:bodyPr/>
        <a:lstStyle/>
        <a:p>
          <a:endParaRPr lang="en-CA"/>
        </a:p>
      </dgm:t>
    </dgm:pt>
    <dgm:pt modelId="{E7FBC9A8-DEA3-4F70-A1FB-8E504B7657D8}">
      <dgm:prSet/>
      <dgm:spPr/>
      <dgm:t>
        <a:bodyPr/>
        <a:lstStyle/>
        <a:p>
          <a:r>
            <a:rPr lang="fr-CA" baseline="0" noProof="0" dirty="0" err="1"/>
            <a:t>btop</a:t>
          </a:r>
          <a:endParaRPr lang="fr-CA" noProof="0" dirty="0"/>
        </a:p>
      </dgm:t>
    </dgm:pt>
    <dgm:pt modelId="{F74D4D56-3E87-43C2-BB32-6B15CEC2B168}" type="parTrans" cxnId="{E3522AE9-45DA-4304-9FB8-0B4A4651C7C5}">
      <dgm:prSet/>
      <dgm:spPr/>
      <dgm:t>
        <a:bodyPr/>
        <a:lstStyle/>
        <a:p>
          <a:endParaRPr lang="en-CA"/>
        </a:p>
      </dgm:t>
    </dgm:pt>
    <dgm:pt modelId="{59744DC0-5945-44BE-91E8-432EBA467273}" type="sibTrans" cxnId="{E3522AE9-45DA-4304-9FB8-0B4A4651C7C5}">
      <dgm:prSet/>
      <dgm:spPr/>
      <dgm:t>
        <a:bodyPr/>
        <a:lstStyle/>
        <a:p>
          <a:endParaRPr lang="en-CA"/>
        </a:p>
      </dgm:t>
    </dgm:pt>
    <dgm:pt modelId="{34AE518B-7534-4670-ACF1-508CC56C1D78}" type="pres">
      <dgm:prSet presAssocID="{C4667061-6165-40FA-98B0-D40E736FA955}" presName="composite" presStyleCnt="0">
        <dgm:presLayoutVars>
          <dgm:chMax val="1"/>
          <dgm:dir/>
          <dgm:resizeHandles val="exact"/>
        </dgm:presLayoutVars>
      </dgm:prSet>
      <dgm:spPr/>
    </dgm:pt>
    <dgm:pt modelId="{D6BFC8ED-7C4A-41C6-9F46-D43990E07BB8}" type="pres">
      <dgm:prSet presAssocID="{DB0C8BBC-8F89-4F4F-B1EB-8A7CD9D13D83}" presName="roof" presStyleLbl="dkBgShp" presStyleIdx="0" presStyleCnt="2"/>
      <dgm:spPr/>
    </dgm:pt>
    <dgm:pt modelId="{BD803725-45DF-4790-9AD3-FA93FB6674BB}" type="pres">
      <dgm:prSet presAssocID="{DB0C8BBC-8F89-4F4F-B1EB-8A7CD9D13D83}" presName="pillars" presStyleCnt="0"/>
      <dgm:spPr/>
    </dgm:pt>
    <dgm:pt modelId="{5795F86F-FF6D-4DB7-A530-AFDF756A4B99}" type="pres">
      <dgm:prSet presAssocID="{DB0C8BBC-8F89-4F4F-B1EB-8A7CD9D13D83}" presName="pillar1" presStyleLbl="node1" presStyleIdx="0" presStyleCnt="4">
        <dgm:presLayoutVars>
          <dgm:bulletEnabled val="1"/>
        </dgm:presLayoutVars>
      </dgm:prSet>
      <dgm:spPr/>
    </dgm:pt>
    <dgm:pt modelId="{0BE67803-A6ED-4BE6-8968-4A66CB6407DB}" type="pres">
      <dgm:prSet presAssocID="{D0072584-9E7C-4F1A-9509-84D9D00C0FE5}" presName="pillarX" presStyleLbl="node1" presStyleIdx="1" presStyleCnt="4">
        <dgm:presLayoutVars>
          <dgm:bulletEnabled val="1"/>
        </dgm:presLayoutVars>
      </dgm:prSet>
      <dgm:spPr/>
    </dgm:pt>
    <dgm:pt modelId="{EEDE8DE5-F5C4-4F92-9E61-7207B6F877C6}" type="pres">
      <dgm:prSet presAssocID="{231E02B3-7A62-4F50-8838-30B29C9497A0}" presName="pillarX" presStyleLbl="node1" presStyleIdx="2" presStyleCnt="4">
        <dgm:presLayoutVars>
          <dgm:bulletEnabled val="1"/>
        </dgm:presLayoutVars>
      </dgm:prSet>
      <dgm:spPr/>
    </dgm:pt>
    <dgm:pt modelId="{6508AF02-CED2-475F-AD2B-338E14D904B5}" type="pres">
      <dgm:prSet presAssocID="{E7FBC9A8-DEA3-4F70-A1FB-8E504B7657D8}" presName="pillarX" presStyleLbl="node1" presStyleIdx="3" presStyleCnt="4">
        <dgm:presLayoutVars>
          <dgm:bulletEnabled val="1"/>
        </dgm:presLayoutVars>
      </dgm:prSet>
      <dgm:spPr/>
    </dgm:pt>
    <dgm:pt modelId="{AC74EA96-FC0F-4CD5-8785-A5B28DB77646}" type="pres">
      <dgm:prSet presAssocID="{DB0C8BBC-8F89-4F4F-B1EB-8A7CD9D13D83}" presName="base" presStyleLbl="dkBgShp" presStyleIdx="1" presStyleCnt="2"/>
      <dgm:spPr/>
    </dgm:pt>
  </dgm:ptLst>
  <dgm:cxnLst>
    <dgm:cxn modelId="{0B01DA1C-00D9-4217-B5FB-2EBFA3EE2F18}" type="presOf" srcId="{E7FBC9A8-DEA3-4F70-A1FB-8E504B7657D8}" destId="{6508AF02-CED2-475F-AD2B-338E14D904B5}" srcOrd="0" destOrd="0" presId="urn:microsoft.com/office/officeart/2005/8/layout/hList3"/>
    <dgm:cxn modelId="{3A41DB20-2249-4FDE-9445-0AE168BB5B58}" srcId="{DB0C8BBC-8F89-4F4F-B1EB-8A7CD9D13D83}" destId="{231E02B3-7A62-4F50-8838-30B29C9497A0}" srcOrd="2" destOrd="0" parTransId="{0E2724A7-1E80-4B3B-9D23-B1A9EAE00B9E}" sibTransId="{AA0C1274-5AFB-4F8F-A6D8-47775AD27331}"/>
    <dgm:cxn modelId="{656E6832-5045-4E54-9C64-BC3AA31760F2}" type="presOf" srcId="{231E02B3-7A62-4F50-8838-30B29C9497A0}" destId="{EEDE8DE5-F5C4-4F92-9E61-7207B6F877C6}" srcOrd="0" destOrd="0" presId="urn:microsoft.com/office/officeart/2005/8/layout/hList3"/>
    <dgm:cxn modelId="{1473D855-76A4-4595-84FF-C8D31977FC1B}" srcId="{DB0C8BBC-8F89-4F4F-B1EB-8A7CD9D13D83}" destId="{D0072584-9E7C-4F1A-9509-84D9D00C0FE5}" srcOrd="1" destOrd="0" parTransId="{3D4F0F2B-703D-44F8-AB77-F919F0288C85}" sibTransId="{E5AC5CF8-1F8D-46A4-A2C9-C789F804E363}"/>
    <dgm:cxn modelId="{4FE7427C-D8EF-4507-8D69-52DFA1F8A3DD}" type="presOf" srcId="{DB0C8BBC-8F89-4F4F-B1EB-8A7CD9D13D83}" destId="{D6BFC8ED-7C4A-41C6-9F46-D43990E07BB8}" srcOrd="0" destOrd="0" presId="urn:microsoft.com/office/officeart/2005/8/layout/hList3"/>
    <dgm:cxn modelId="{83E55884-D49D-4ABE-BE4F-54D83BEAA632}" srcId="{DB0C8BBC-8F89-4F4F-B1EB-8A7CD9D13D83}" destId="{4A96873F-D518-40AE-A686-FA6AF94A7A45}" srcOrd="0" destOrd="0" parTransId="{DA3CDF7D-5B12-41E1-A527-D11809A4153C}" sibTransId="{5F25A066-7FD1-4E6E-81FC-45EEB77F8A61}"/>
    <dgm:cxn modelId="{386FDD93-CC77-413B-AF44-8680F6B68914}" type="presOf" srcId="{4A96873F-D518-40AE-A686-FA6AF94A7A45}" destId="{5795F86F-FF6D-4DB7-A530-AFDF756A4B99}" srcOrd="0" destOrd="0" presId="urn:microsoft.com/office/officeart/2005/8/layout/hList3"/>
    <dgm:cxn modelId="{EAD2C19F-FF73-452D-93D7-38CEA5F958A2}" srcId="{C4667061-6165-40FA-98B0-D40E736FA955}" destId="{DB0C8BBC-8F89-4F4F-B1EB-8A7CD9D13D83}" srcOrd="0" destOrd="0" parTransId="{F76DAB24-1152-4C21-BFC8-F22E735D03A3}" sibTransId="{136AE4A6-696F-4085-93C8-BCA111A7C2CF}"/>
    <dgm:cxn modelId="{3076E3BD-0AB2-4092-A486-4BC2F01B870D}" type="presOf" srcId="{C4667061-6165-40FA-98B0-D40E736FA955}" destId="{34AE518B-7534-4670-ACF1-508CC56C1D78}" srcOrd="0" destOrd="0" presId="urn:microsoft.com/office/officeart/2005/8/layout/hList3"/>
    <dgm:cxn modelId="{1F9157D3-12E4-4BB1-936E-D2067B5177FD}" type="presOf" srcId="{D0072584-9E7C-4F1A-9509-84D9D00C0FE5}" destId="{0BE67803-A6ED-4BE6-8968-4A66CB6407DB}" srcOrd="0" destOrd="0" presId="urn:microsoft.com/office/officeart/2005/8/layout/hList3"/>
    <dgm:cxn modelId="{E3522AE9-45DA-4304-9FB8-0B4A4651C7C5}" srcId="{DB0C8BBC-8F89-4F4F-B1EB-8A7CD9D13D83}" destId="{E7FBC9A8-DEA3-4F70-A1FB-8E504B7657D8}" srcOrd="3" destOrd="0" parTransId="{F74D4D56-3E87-43C2-BB32-6B15CEC2B168}" sibTransId="{59744DC0-5945-44BE-91E8-432EBA467273}"/>
    <dgm:cxn modelId="{147AE094-8926-43F8-B3A8-B45500847685}" type="presParOf" srcId="{34AE518B-7534-4670-ACF1-508CC56C1D78}" destId="{D6BFC8ED-7C4A-41C6-9F46-D43990E07BB8}" srcOrd="0" destOrd="0" presId="urn:microsoft.com/office/officeart/2005/8/layout/hList3"/>
    <dgm:cxn modelId="{C95014FB-76C4-4512-8C2D-7F45E579EAF3}" type="presParOf" srcId="{34AE518B-7534-4670-ACF1-508CC56C1D78}" destId="{BD803725-45DF-4790-9AD3-FA93FB6674BB}" srcOrd="1" destOrd="0" presId="urn:microsoft.com/office/officeart/2005/8/layout/hList3"/>
    <dgm:cxn modelId="{5069EF88-D560-471D-88FA-725EE5918261}" type="presParOf" srcId="{BD803725-45DF-4790-9AD3-FA93FB6674BB}" destId="{5795F86F-FF6D-4DB7-A530-AFDF756A4B99}" srcOrd="0" destOrd="0" presId="urn:microsoft.com/office/officeart/2005/8/layout/hList3"/>
    <dgm:cxn modelId="{4EAA5E16-FFCB-4412-9D9C-31A86954924C}" type="presParOf" srcId="{BD803725-45DF-4790-9AD3-FA93FB6674BB}" destId="{0BE67803-A6ED-4BE6-8968-4A66CB6407DB}" srcOrd="1" destOrd="0" presId="urn:microsoft.com/office/officeart/2005/8/layout/hList3"/>
    <dgm:cxn modelId="{0D17DE92-37BA-453F-B2BA-717A87DF9B50}" type="presParOf" srcId="{BD803725-45DF-4790-9AD3-FA93FB6674BB}" destId="{EEDE8DE5-F5C4-4F92-9E61-7207B6F877C6}" srcOrd="2" destOrd="0" presId="urn:microsoft.com/office/officeart/2005/8/layout/hList3"/>
    <dgm:cxn modelId="{B8AC9320-2709-4E88-A819-F65418279A6D}" type="presParOf" srcId="{BD803725-45DF-4790-9AD3-FA93FB6674BB}" destId="{6508AF02-CED2-475F-AD2B-338E14D904B5}" srcOrd="3" destOrd="0" presId="urn:microsoft.com/office/officeart/2005/8/layout/hList3"/>
    <dgm:cxn modelId="{D87F6466-EDC9-4FED-89C9-607907731BCB}" type="presParOf" srcId="{34AE518B-7534-4670-ACF1-508CC56C1D78}" destId="{AC74EA96-FC0F-4CD5-8785-A5B28DB77646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8DE2D5-F8F5-4CA1-A22E-D3EA41CD4F43}">
      <dsp:nvSpPr>
        <dsp:cNvPr id="0" name=""/>
        <dsp:cNvSpPr/>
      </dsp:nvSpPr>
      <dsp:spPr>
        <a:xfrm>
          <a:off x="0" y="398168"/>
          <a:ext cx="5913437" cy="289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948" tIns="416560" rIns="45894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b="1" kern="1200" noProof="0" dirty="0"/>
            <a:t>Clés privées ne sont pas transmises</a:t>
          </a:r>
          <a:endParaRPr lang="fr-CA" sz="2000" kern="1200" noProof="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b="1" kern="1200" noProof="0" dirty="0"/>
            <a:t>Complexité/Taille vs Très long mot de passe</a:t>
          </a:r>
          <a:endParaRPr lang="fr-CA" sz="2000" kern="1200" noProof="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b="1" kern="1200" noProof="0" dirty="0"/>
            <a:t>Immune aux attaques Brute Force / Dictionnaire</a:t>
          </a:r>
          <a:endParaRPr lang="fr-CA" sz="2000" kern="1200" noProof="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b="1" kern="1200" noProof="0" dirty="0"/>
            <a:t>Utilisateur ne gère pas mot de passe, donc pas de </a:t>
          </a:r>
          <a:r>
            <a:rPr lang="fr-CA" sz="2000" b="1" kern="1200" noProof="0" dirty="0" err="1"/>
            <a:t>mdp</a:t>
          </a:r>
          <a:r>
            <a:rPr lang="fr-CA" sz="2000" b="1" kern="1200" noProof="0" dirty="0"/>
            <a:t> faible/commun</a:t>
          </a:r>
          <a:endParaRPr lang="fr-CA" sz="2000" kern="1200" noProof="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b="1" kern="1200" noProof="0" dirty="0"/>
            <a:t>EXTRA: HASH, SALT, /</a:t>
          </a:r>
          <a:r>
            <a:rPr lang="fr-CA" sz="2000" b="1" kern="1200" noProof="0" dirty="0" err="1"/>
            <a:t>etc</a:t>
          </a:r>
          <a:r>
            <a:rPr lang="fr-CA" sz="2000" b="1" kern="1200" noProof="0" dirty="0"/>
            <a:t>/</a:t>
          </a:r>
          <a:r>
            <a:rPr lang="fr-CA" sz="2000" b="1" kern="1200" noProof="0" dirty="0" err="1"/>
            <a:t>shadow</a:t>
          </a:r>
          <a:endParaRPr lang="fr-CA" sz="2000" b="1" kern="1200" noProof="0" dirty="0"/>
        </a:p>
      </dsp:txBody>
      <dsp:txXfrm>
        <a:off x="0" y="398168"/>
        <a:ext cx="5913437" cy="2898000"/>
      </dsp:txXfrm>
    </dsp:sp>
    <dsp:sp modelId="{531C039F-55C7-436D-99D5-58DB2A61FE04}">
      <dsp:nvSpPr>
        <dsp:cNvPr id="0" name=""/>
        <dsp:cNvSpPr/>
      </dsp:nvSpPr>
      <dsp:spPr>
        <a:xfrm>
          <a:off x="295671" y="102968"/>
          <a:ext cx="4139405" cy="59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0" tIns="0" rIns="15646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noProof="0" dirty="0"/>
            <a:t>Avantages de </a:t>
          </a:r>
          <a:r>
            <a:rPr lang="fr-CA" sz="2000" kern="1200" noProof="0" dirty="0" err="1"/>
            <a:t>authentication</a:t>
          </a:r>
          <a:r>
            <a:rPr lang="fr-CA" sz="2000" kern="1200" noProof="0" dirty="0"/>
            <a:t> par clé vs mot de passe</a:t>
          </a:r>
        </a:p>
      </dsp:txBody>
      <dsp:txXfrm>
        <a:off x="324492" y="131789"/>
        <a:ext cx="4081763" cy="532758"/>
      </dsp:txXfrm>
    </dsp:sp>
    <dsp:sp modelId="{5A0013B5-F986-4A8C-9879-1F3D2A3B0C97}">
      <dsp:nvSpPr>
        <dsp:cNvPr id="0" name=""/>
        <dsp:cNvSpPr/>
      </dsp:nvSpPr>
      <dsp:spPr>
        <a:xfrm>
          <a:off x="0" y="3699369"/>
          <a:ext cx="5913437" cy="834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3392975"/>
              <a:satOff val="11185"/>
              <a:lumOff val="1196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948" tIns="416560" rIns="45894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kern="1200" noProof="0" dirty="0" err="1"/>
            <a:t>examples</a:t>
          </a:r>
          <a:r>
            <a:rPr lang="fr-CA" sz="2000" kern="1200" noProof="0" dirty="0"/>
            <a:t> avec Firefox et </a:t>
          </a:r>
          <a:r>
            <a:rPr lang="fr-CA" sz="2000" kern="1200" noProof="0" dirty="0" err="1"/>
            <a:t>IntellIJ</a:t>
          </a:r>
          <a:endParaRPr lang="fr-CA" sz="2000" kern="1200" noProof="0" dirty="0"/>
        </a:p>
      </dsp:txBody>
      <dsp:txXfrm>
        <a:off x="0" y="3699369"/>
        <a:ext cx="5913437" cy="834750"/>
      </dsp:txXfrm>
    </dsp:sp>
    <dsp:sp modelId="{1BB8E3A6-4461-4E41-80E8-6BDD95C3A790}">
      <dsp:nvSpPr>
        <dsp:cNvPr id="0" name=""/>
        <dsp:cNvSpPr/>
      </dsp:nvSpPr>
      <dsp:spPr>
        <a:xfrm>
          <a:off x="295671" y="3404169"/>
          <a:ext cx="4139405" cy="590400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0" tIns="0" rIns="15646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noProof="0" dirty="0"/>
            <a:t>SSH GUI (option X)</a:t>
          </a:r>
        </a:p>
      </dsp:txBody>
      <dsp:txXfrm>
        <a:off x="324492" y="3432990"/>
        <a:ext cx="4081763" cy="532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1E4CC7-BD3B-4FAC-A9E0-42F0675E55F7}">
      <dsp:nvSpPr>
        <dsp:cNvPr id="0" name=""/>
        <dsp:cNvSpPr/>
      </dsp:nvSpPr>
      <dsp:spPr>
        <a:xfrm>
          <a:off x="46" y="60682"/>
          <a:ext cx="4487981" cy="80399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300" kern="1200" noProof="0" dirty="0"/>
            <a:t>Processus - Instance de programme en cours d’exécution</a:t>
          </a:r>
        </a:p>
      </dsp:txBody>
      <dsp:txXfrm>
        <a:off x="46" y="60682"/>
        <a:ext cx="4487981" cy="803999"/>
      </dsp:txXfrm>
    </dsp:sp>
    <dsp:sp modelId="{9631E0A4-053A-4C17-89FF-E13F81A33E7E}">
      <dsp:nvSpPr>
        <dsp:cNvPr id="0" name=""/>
        <dsp:cNvSpPr/>
      </dsp:nvSpPr>
      <dsp:spPr>
        <a:xfrm>
          <a:off x="46" y="864681"/>
          <a:ext cx="4487981" cy="239912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300" kern="1200" baseline="0" noProof="0"/>
            <a:t>Peuvent avoir relations parents/enfants</a:t>
          </a:r>
          <a:endParaRPr lang="fr-CA" sz="2300" kern="1200" noProof="0" dirty="0"/>
        </a:p>
      </dsp:txBody>
      <dsp:txXfrm>
        <a:off x="46" y="864681"/>
        <a:ext cx="4487981" cy="2399129"/>
      </dsp:txXfrm>
    </dsp:sp>
    <dsp:sp modelId="{3ABDEE3F-D563-41FC-A15F-B3859ECDEAFF}">
      <dsp:nvSpPr>
        <dsp:cNvPr id="0" name=""/>
        <dsp:cNvSpPr/>
      </dsp:nvSpPr>
      <dsp:spPr>
        <a:xfrm>
          <a:off x="5116346" y="60682"/>
          <a:ext cx="4487981" cy="803999"/>
        </a:xfrm>
        <a:prstGeom prst="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3392975"/>
              <a:satOff val="11185"/>
              <a:lumOff val="1196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300" kern="1200" noProof="0"/>
            <a:t>Commandes Utiles</a:t>
          </a:r>
          <a:endParaRPr lang="fr-CA" sz="2300" kern="1200" noProof="0" dirty="0"/>
        </a:p>
      </dsp:txBody>
      <dsp:txXfrm>
        <a:off x="5116346" y="60682"/>
        <a:ext cx="4487981" cy="803999"/>
      </dsp:txXfrm>
    </dsp:sp>
    <dsp:sp modelId="{079D0327-AE9B-43F7-9725-2B37A37B2B82}">
      <dsp:nvSpPr>
        <dsp:cNvPr id="0" name=""/>
        <dsp:cNvSpPr/>
      </dsp:nvSpPr>
      <dsp:spPr>
        <a:xfrm>
          <a:off x="5116346" y="864681"/>
          <a:ext cx="4487981" cy="2399129"/>
        </a:xfrm>
        <a:prstGeom prst="rect">
          <a:avLst/>
        </a:prstGeom>
        <a:solidFill>
          <a:schemeClr val="accent2">
            <a:tint val="40000"/>
            <a:alpha val="90000"/>
            <a:hueOff val="-4192819"/>
            <a:satOff val="16804"/>
            <a:lumOff val="2495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4192819"/>
              <a:satOff val="16804"/>
              <a:lumOff val="249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300" kern="1200" baseline="0" noProof="0"/>
            <a:t>ps</a:t>
          </a:r>
          <a:endParaRPr lang="fr-CA" sz="2300" kern="1200" noProof="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300" kern="1200" baseline="0" noProof="0" dirty="0" err="1"/>
            <a:t>ps</a:t>
          </a:r>
          <a:r>
            <a:rPr lang="fr-CA" sz="2300" kern="1200" baseline="0" noProof="0" dirty="0"/>
            <a:t> –F</a:t>
          </a:r>
          <a:endParaRPr lang="fr-CA" sz="2300" kern="1200" noProof="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300" kern="1200" baseline="0" noProof="0" dirty="0"/>
            <a:t>jobs</a:t>
          </a:r>
          <a:endParaRPr lang="fr-CA" sz="2300" kern="1200" noProof="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300" kern="1200" baseline="0" noProof="0" dirty="0"/>
            <a:t>fg [JOB_SPEC]</a:t>
          </a:r>
          <a:endParaRPr lang="fr-CA" sz="2300" kern="1200" noProof="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300" kern="1200" baseline="0" noProof="0" dirty="0" err="1"/>
            <a:t>bg</a:t>
          </a:r>
          <a:r>
            <a:rPr lang="fr-CA" sz="2300" kern="1200" baseline="0" noProof="0" dirty="0"/>
            <a:t> [JOB_SPEC]</a:t>
          </a:r>
          <a:endParaRPr lang="fr-CA" sz="2300" kern="1200" noProof="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300" kern="1200" baseline="0" noProof="0" dirty="0" err="1"/>
            <a:t>kill</a:t>
          </a:r>
          <a:endParaRPr lang="fr-CA" sz="2300" kern="1200" noProof="0" dirty="0"/>
        </a:p>
      </dsp:txBody>
      <dsp:txXfrm>
        <a:off x="5116346" y="864681"/>
        <a:ext cx="4487981" cy="23991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DCB7E4-6D95-49DE-AD4D-8DE9B243417F}">
      <dsp:nvSpPr>
        <dsp:cNvPr id="0" name=""/>
        <dsp:cNvSpPr/>
      </dsp:nvSpPr>
      <dsp:spPr>
        <a:xfrm>
          <a:off x="0" y="419732"/>
          <a:ext cx="6470406" cy="1984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2175" tIns="416560" rIns="50217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kern="1200" baseline="0" noProof="0" dirty="0"/>
            <a:t>Le processus peut </a:t>
          </a:r>
          <a:r>
            <a:rPr lang="fr-CA" sz="2000" b="1" kern="1200" baseline="0" noProof="0" dirty="0"/>
            <a:t>intercepter</a:t>
          </a:r>
          <a:r>
            <a:rPr lang="fr-CA" sz="2000" kern="1200" baseline="0" noProof="0" dirty="0"/>
            <a:t> ce signal pour faire du nettoyage (fermer des fichiers, sauvegarder, etc.).</a:t>
          </a:r>
          <a:endParaRPr lang="fr-CA" sz="2000" kern="1200" noProof="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kern="1200" baseline="0" noProof="0" dirty="0"/>
            <a:t>Par défaut utilisé par la commande </a:t>
          </a:r>
          <a:r>
            <a:rPr lang="fr-CA" sz="2000" b="1" kern="1200" baseline="0" noProof="0" dirty="0" err="1"/>
            <a:t>kill</a:t>
          </a:r>
          <a:r>
            <a:rPr lang="fr-CA" sz="2000" kern="1200" baseline="0" noProof="0" dirty="0"/>
            <a:t>.</a:t>
          </a:r>
          <a:endParaRPr lang="fr-CA" sz="2000" kern="1200" noProof="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b="1" kern="1200" baseline="0" noProof="0" dirty="0"/>
            <a:t>Peut être ignoré</a:t>
          </a:r>
          <a:r>
            <a:rPr lang="fr-CA" sz="2000" kern="1200" baseline="0" noProof="0" dirty="0"/>
            <a:t> par le processus.</a:t>
          </a:r>
          <a:endParaRPr lang="fr-CA" sz="2000" kern="1200" noProof="0" dirty="0"/>
        </a:p>
      </dsp:txBody>
      <dsp:txXfrm>
        <a:off x="0" y="419732"/>
        <a:ext cx="6470406" cy="1984500"/>
      </dsp:txXfrm>
    </dsp:sp>
    <dsp:sp modelId="{F6F2EDE6-94C7-42D4-B447-2ABA3D8AD088}">
      <dsp:nvSpPr>
        <dsp:cNvPr id="0" name=""/>
        <dsp:cNvSpPr/>
      </dsp:nvSpPr>
      <dsp:spPr>
        <a:xfrm>
          <a:off x="323520" y="124532"/>
          <a:ext cx="6011492" cy="59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196" tIns="0" rIns="17119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noProof="0" dirty="0"/>
            <a:t>SIGTERM (#15) – Demande </a:t>
          </a:r>
          <a:r>
            <a:rPr lang="fr-CA" sz="2000" b="1" kern="1200" noProof="0" dirty="0"/>
            <a:t>poliment</a:t>
          </a:r>
          <a:r>
            <a:rPr lang="fr-CA" sz="2000" kern="1200" noProof="0" dirty="0"/>
            <a:t> à un processus de se terminer.</a:t>
          </a:r>
        </a:p>
      </dsp:txBody>
      <dsp:txXfrm>
        <a:off x="352341" y="153353"/>
        <a:ext cx="5953850" cy="532758"/>
      </dsp:txXfrm>
    </dsp:sp>
    <dsp:sp modelId="{782064F0-7A7D-4755-A4C0-32E647DBE330}">
      <dsp:nvSpPr>
        <dsp:cNvPr id="0" name=""/>
        <dsp:cNvSpPr/>
      </dsp:nvSpPr>
      <dsp:spPr>
        <a:xfrm>
          <a:off x="0" y="2807432"/>
          <a:ext cx="6470406" cy="1984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2175" tIns="416560" rIns="50217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kern="1200" baseline="0" noProof="0" dirty="0"/>
            <a:t>Ne peut </a:t>
          </a:r>
          <a:r>
            <a:rPr lang="fr-CA" sz="2000" b="1" kern="1200" baseline="0" noProof="0" dirty="0"/>
            <a:t>pas être intercepté, ignoré ou bloqué</a:t>
          </a:r>
          <a:r>
            <a:rPr lang="fr-CA" sz="2000" kern="1200" baseline="0" noProof="0" dirty="0"/>
            <a:t>.</a:t>
          </a:r>
          <a:endParaRPr lang="fr-CA" sz="2000" kern="1200" noProof="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kern="1200" baseline="0" noProof="0" dirty="0"/>
            <a:t>Le processus est stoppé </a:t>
          </a:r>
          <a:r>
            <a:rPr lang="fr-CA" sz="2000" b="1" kern="1200" baseline="0" noProof="0" dirty="0"/>
            <a:t>immédiatement</a:t>
          </a:r>
          <a:r>
            <a:rPr lang="fr-CA" sz="2000" kern="1200" baseline="0" noProof="0" dirty="0"/>
            <a:t>, sans possibilité de se préparer ou de sauvegarder.</a:t>
          </a:r>
          <a:endParaRPr lang="fr-CA" sz="2000" kern="1200" noProof="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kern="1200" baseline="0" noProof="0" dirty="0"/>
            <a:t>Utilisé avec : </a:t>
          </a:r>
          <a:r>
            <a:rPr lang="fr-CA" sz="2000" kern="1200" baseline="0" noProof="0" dirty="0" err="1"/>
            <a:t>kill</a:t>
          </a:r>
          <a:r>
            <a:rPr lang="fr-CA" sz="2000" kern="1200" baseline="0" noProof="0" dirty="0"/>
            <a:t> -9 &lt;PID&gt;</a:t>
          </a:r>
          <a:endParaRPr lang="fr-CA" sz="2000" kern="1200" noProof="0" dirty="0"/>
        </a:p>
      </dsp:txBody>
      <dsp:txXfrm>
        <a:off x="0" y="2807432"/>
        <a:ext cx="6470406" cy="1984500"/>
      </dsp:txXfrm>
    </dsp:sp>
    <dsp:sp modelId="{72AADFD5-0405-4C62-AF10-C7B9F33F8DF7}">
      <dsp:nvSpPr>
        <dsp:cNvPr id="0" name=""/>
        <dsp:cNvSpPr/>
      </dsp:nvSpPr>
      <dsp:spPr>
        <a:xfrm>
          <a:off x="323520" y="2512232"/>
          <a:ext cx="6009771" cy="5904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196" tIns="0" rIns="17119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noProof="0" dirty="0"/>
            <a:t>SIGKILL (#9) – </a:t>
          </a:r>
          <a:r>
            <a:rPr lang="fr-CA" sz="2000" b="1" kern="1200" noProof="0" dirty="0"/>
            <a:t>Tue immédiatement</a:t>
          </a:r>
          <a:r>
            <a:rPr lang="fr-CA" sz="2000" kern="1200" noProof="0" dirty="0"/>
            <a:t> un processus.</a:t>
          </a:r>
        </a:p>
      </dsp:txBody>
      <dsp:txXfrm>
        <a:off x="352341" y="2541053"/>
        <a:ext cx="5952129" cy="5327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4437C5-7726-4889-A20A-B5881B34AE00}">
      <dsp:nvSpPr>
        <dsp:cNvPr id="0" name=""/>
        <dsp:cNvSpPr/>
      </dsp:nvSpPr>
      <dsp:spPr>
        <a:xfrm>
          <a:off x="0" y="820716"/>
          <a:ext cx="6684894" cy="793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8822" tIns="395732" rIns="51882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baseline="0" noProof="0" dirty="0"/>
            <a:t>Le processus peut le gérer ou s'arrêter par défaut.</a:t>
          </a:r>
          <a:endParaRPr lang="fr-CA" sz="1900" kern="1200" noProof="0" dirty="0"/>
        </a:p>
      </dsp:txBody>
      <dsp:txXfrm>
        <a:off x="0" y="820716"/>
        <a:ext cx="6684894" cy="793012"/>
      </dsp:txXfrm>
    </dsp:sp>
    <dsp:sp modelId="{B1C49D03-43E7-42E0-A0C3-6FA26A297877}">
      <dsp:nvSpPr>
        <dsp:cNvPr id="0" name=""/>
        <dsp:cNvSpPr/>
      </dsp:nvSpPr>
      <dsp:spPr>
        <a:xfrm>
          <a:off x="334244" y="540276"/>
          <a:ext cx="4679426" cy="560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871" tIns="0" rIns="17687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noProof="0" dirty="0"/>
            <a:t>SIGINT (#2) – Utilisé pour </a:t>
          </a:r>
          <a:r>
            <a:rPr lang="fr-CA" sz="1900" b="1" kern="1200" noProof="0" dirty="0"/>
            <a:t>interrompre</a:t>
          </a:r>
          <a:r>
            <a:rPr lang="fr-CA" sz="1900" kern="1200" noProof="0" dirty="0"/>
            <a:t> un processus en cours – Ctrl-C</a:t>
          </a:r>
        </a:p>
      </dsp:txBody>
      <dsp:txXfrm>
        <a:off x="361624" y="567656"/>
        <a:ext cx="4624666" cy="506120"/>
      </dsp:txXfrm>
    </dsp:sp>
    <dsp:sp modelId="{77BFA64D-F0ED-42D2-9357-3B23ED0FD0A8}">
      <dsp:nvSpPr>
        <dsp:cNvPr id="0" name=""/>
        <dsp:cNvSpPr/>
      </dsp:nvSpPr>
      <dsp:spPr>
        <a:xfrm>
          <a:off x="0" y="1996769"/>
          <a:ext cx="6684894" cy="1675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8822" tIns="395732" rIns="51882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baseline="0" noProof="0" dirty="0"/>
            <a:t>Le processus est mis en </a:t>
          </a:r>
          <a:r>
            <a:rPr lang="fr-CA" sz="1900" b="1" kern="1200" baseline="0" noProof="0" dirty="0"/>
            <a:t>pause</a:t>
          </a:r>
          <a:r>
            <a:rPr lang="fr-CA" sz="1900" kern="1200" baseline="0" noProof="0" dirty="0"/>
            <a:t>, comme s’il était figé.</a:t>
          </a:r>
          <a:endParaRPr lang="fr-CA" sz="1900" kern="1200" noProof="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baseline="0" noProof="0" dirty="0"/>
            <a:t>Ne peut </a:t>
          </a:r>
          <a:r>
            <a:rPr lang="fr-CA" sz="1900" b="1" kern="1200" baseline="0" noProof="0" dirty="0"/>
            <a:t>pas être intercepté ou ignoré</a:t>
          </a:r>
          <a:r>
            <a:rPr lang="fr-CA" sz="1900" kern="1200" baseline="0" noProof="0" dirty="0"/>
            <a:t>.</a:t>
          </a:r>
          <a:endParaRPr lang="fr-CA" sz="1900" kern="1200" noProof="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noProof="0" dirty="0"/>
            <a:t>Peut être repris avec la commande fg ou </a:t>
          </a:r>
          <a:r>
            <a:rPr lang="fr-CA" sz="1900" kern="1200" noProof="0" dirty="0" err="1"/>
            <a:t>bg</a:t>
          </a:r>
          <a:r>
            <a:rPr lang="fr-CA" sz="1900" kern="1200" noProof="0" dirty="0"/>
            <a:t>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noProof="0" dirty="0"/>
            <a:t>Voir processus en arrière-plan avec jobs</a:t>
          </a:r>
        </a:p>
      </dsp:txBody>
      <dsp:txXfrm>
        <a:off x="0" y="1996769"/>
        <a:ext cx="6684894" cy="1675800"/>
      </dsp:txXfrm>
    </dsp:sp>
    <dsp:sp modelId="{F443CADB-86BF-4397-9FDA-8D6785A9F1A3}">
      <dsp:nvSpPr>
        <dsp:cNvPr id="0" name=""/>
        <dsp:cNvSpPr/>
      </dsp:nvSpPr>
      <dsp:spPr>
        <a:xfrm>
          <a:off x="334244" y="1716329"/>
          <a:ext cx="4679426" cy="56088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871" tIns="0" rIns="17687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noProof="0" dirty="0"/>
            <a:t>SIGSTOP (#19) – </a:t>
          </a:r>
          <a:r>
            <a:rPr lang="fr-CA" sz="1900" b="1" kern="1200" noProof="0" dirty="0"/>
            <a:t>Stoppe (suspend) un processus</a:t>
          </a:r>
          <a:r>
            <a:rPr lang="fr-CA" sz="1900" kern="1200" noProof="0" dirty="0"/>
            <a:t> immédiatement. – Ctrl-Z</a:t>
          </a:r>
        </a:p>
      </dsp:txBody>
      <dsp:txXfrm>
        <a:off x="361624" y="1743709"/>
        <a:ext cx="4624666" cy="506120"/>
      </dsp:txXfrm>
    </dsp:sp>
    <dsp:sp modelId="{4CA07F17-537A-4EB3-A23A-F3D48F82AE1B}">
      <dsp:nvSpPr>
        <dsp:cNvPr id="0" name=""/>
        <dsp:cNvSpPr/>
      </dsp:nvSpPr>
      <dsp:spPr>
        <a:xfrm>
          <a:off x="0" y="4055609"/>
          <a:ext cx="6684894" cy="793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8822" tIns="395732" rIns="518822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900" kern="1200" noProof="0" dirty="0"/>
            <a:t>man signal</a:t>
          </a:r>
        </a:p>
      </dsp:txBody>
      <dsp:txXfrm>
        <a:off x="0" y="4055609"/>
        <a:ext cx="6684894" cy="793012"/>
      </dsp:txXfrm>
    </dsp:sp>
    <dsp:sp modelId="{255C72AD-3185-44AF-BADA-16DFD701E8EF}">
      <dsp:nvSpPr>
        <dsp:cNvPr id="0" name=""/>
        <dsp:cNvSpPr/>
      </dsp:nvSpPr>
      <dsp:spPr>
        <a:xfrm>
          <a:off x="334244" y="3775169"/>
          <a:ext cx="4679426" cy="5608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4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871" tIns="0" rIns="17687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 noProof="0" dirty="0"/>
            <a:t>Autres Signaux</a:t>
          </a:r>
        </a:p>
      </dsp:txBody>
      <dsp:txXfrm>
        <a:off x="361624" y="3802549"/>
        <a:ext cx="4624666" cy="5061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F929E6-908A-4ED5-BD5A-9B59F08D8476}">
      <dsp:nvSpPr>
        <dsp:cNvPr id="0" name=""/>
        <dsp:cNvSpPr/>
      </dsp:nvSpPr>
      <dsp:spPr>
        <a:xfrm>
          <a:off x="0" y="242324"/>
          <a:ext cx="6265509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273" tIns="333248" rIns="48627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baseline="0" noProof="0" dirty="0" err="1"/>
            <a:t>kill</a:t>
          </a:r>
          <a:r>
            <a:rPr lang="fr-CA" sz="1600" kern="1200" baseline="0" noProof="0" dirty="0"/>
            <a:t> PID</a:t>
          </a:r>
          <a:endParaRPr lang="fr-CA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baseline="0" noProof="0" dirty="0" err="1"/>
            <a:t>kill</a:t>
          </a:r>
          <a:r>
            <a:rPr lang="fr-CA" sz="1600" kern="1200" baseline="0" noProof="0" dirty="0"/>
            <a:t> -#SIG PID</a:t>
          </a:r>
          <a:endParaRPr lang="fr-CA" sz="1600" kern="1200" noProof="0" dirty="0"/>
        </a:p>
      </dsp:txBody>
      <dsp:txXfrm>
        <a:off x="0" y="242324"/>
        <a:ext cx="6265509" cy="907200"/>
      </dsp:txXfrm>
    </dsp:sp>
    <dsp:sp modelId="{638EA0A2-6ABE-4675-A329-8CBFC85272B8}">
      <dsp:nvSpPr>
        <dsp:cNvPr id="0" name=""/>
        <dsp:cNvSpPr/>
      </dsp:nvSpPr>
      <dsp:spPr>
        <a:xfrm>
          <a:off x="313275" y="10349"/>
          <a:ext cx="4385856" cy="4723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775" tIns="0" rIns="16577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 err="1"/>
            <a:t>kill</a:t>
          </a:r>
          <a:endParaRPr lang="fr-CA" sz="1600" kern="1200" noProof="0" dirty="0"/>
        </a:p>
      </dsp:txBody>
      <dsp:txXfrm>
        <a:off x="336332" y="33406"/>
        <a:ext cx="4339742" cy="426206"/>
      </dsp:txXfrm>
    </dsp:sp>
    <dsp:sp modelId="{1B211F6E-C964-4AE2-9561-FA4DB8B42FAD}">
      <dsp:nvSpPr>
        <dsp:cNvPr id="0" name=""/>
        <dsp:cNvSpPr/>
      </dsp:nvSpPr>
      <dsp:spPr>
        <a:xfrm>
          <a:off x="0" y="1476269"/>
          <a:ext cx="6265509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273" tIns="333248" rIns="48627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noProof="0" dirty="0" err="1"/>
            <a:t>killall</a:t>
          </a:r>
          <a:r>
            <a:rPr lang="fr-CA" sz="1600" kern="1200" noProof="0" dirty="0"/>
            <a:t> nom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noProof="0" dirty="0" err="1"/>
            <a:t>pkill</a:t>
          </a:r>
          <a:r>
            <a:rPr lang="fr-CA" sz="1600" kern="1200" noProof="0" dirty="0"/>
            <a:t> accepte aussi expression régulière</a:t>
          </a:r>
        </a:p>
      </dsp:txBody>
      <dsp:txXfrm>
        <a:off x="0" y="1476269"/>
        <a:ext cx="6265509" cy="907200"/>
      </dsp:txXfrm>
    </dsp:sp>
    <dsp:sp modelId="{5BEF18F2-F096-478C-BBFA-6A752F07EE1D}">
      <dsp:nvSpPr>
        <dsp:cNvPr id="0" name=""/>
        <dsp:cNvSpPr/>
      </dsp:nvSpPr>
      <dsp:spPr>
        <a:xfrm>
          <a:off x="313275" y="1240109"/>
          <a:ext cx="4385856" cy="4723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775" tIns="0" rIns="16577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 err="1"/>
            <a:t>pkill</a:t>
          </a:r>
          <a:r>
            <a:rPr lang="fr-CA" sz="1600" kern="1200" noProof="0" dirty="0"/>
            <a:t> et </a:t>
          </a:r>
          <a:r>
            <a:rPr lang="fr-CA" sz="1600" kern="1200" noProof="0" dirty="0" err="1"/>
            <a:t>killall</a:t>
          </a:r>
          <a:endParaRPr lang="fr-CA" sz="1600" kern="1200" noProof="0" dirty="0"/>
        </a:p>
      </dsp:txBody>
      <dsp:txXfrm>
        <a:off x="336332" y="1263166"/>
        <a:ext cx="4339742" cy="426206"/>
      </dsp:txXfrm>
    </dsp:sp>
    <dsp:sp modelId="{28CDF890-606B-4515-86E3-2F2E008A2726}">
      <dsp:nvSpPr>
        <dsp:cNvPr id="0" name=""/>
        <dsp:cNvSpPr/>
      </dsp:nvSpPr>
      <dsp:spPr>
        <a:xfrm>
          <a:off x="0" y="2706029"/>
          <a:ext cx="6265509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273" tIns="333248" rIns="48627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noProof="0" dirty="0"/>
            <a:t>Visualiser l’arbre de processus.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noProof="0" dirty="0" err="1"/>
            <a:t>pstree</a:t>
          </a:r>
          <a:r>
            <a:rPr lang="fr-CA" sz="1600" kern="1200" noProof="0" dirty="0"/>
            <a:t> PID</a:t>
          </a:r>
        </a:p>
      </dsp:txBody>
      <dsp:txXfrm>
        <a:off x="0" y="2706029"/>
        <a:ext cx="6265509" cy="907200"/>
      </dsp:txXfrm>
    </dsp:sp>
    <dsp:sp modelId="{0C2BDD7D-8A9F-459C-A5A8-9D0126451A75}">
      <dsp:nvSpPr>
        <dsp:cNvPr id="0" name=""/>
        <dsp:cNvSpPr/>
      </dsp:nvSpPr>
      <dsp:spPr>
        <a:xfrm>
          <a:off x="313275" y="2469869"/>
          <a:ext cx="4385856" cy="4723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4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775" tIns="0" rIns="16577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 err="1"/>
            <a:t>pstree</a:t>
          </a:r>
          <a:endParaRPr lang="fr-CA" sz="1600" kern="1200" noProof="0" dirty="0"/>
        </a:p>
      </dsp:txBody>
      <dsp:txXfrm>
        <a:off x="336332" y="2492926"/>
        <a:ext cx="4339742" cy="426206"/>
      </dsp:txXfrm>
    </dsp:sp>
    <dsp:sp modelId="{A483F07A-584D-4AFE-9A53-4FD72755F575}">
      <dsp:nvSpPr>
        <dsp:cNvPr id="0" name=""/>
        <dsp:cNvSpPr/>
      </dsp:nvSpPr>
      <dsp:spPr>
        <a:xfrm>
          <a:off x="0" y="3935789"/>
          <a:ext cx="6265509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273" tIns="333248" rIns="48627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baseline="0" noProof="0" dirty="0" err="1"/>
            <a:t>ps</a:t>
          </a:r>
          <a:r>
            <a:rPr lang="fr-CA" sz="1600" kern="1200" baseline="0" noProof="0" dirty="0"/>
            <a:t> –</a:t>
          </a:r>
          <a:r>
            <a:rPr lang="fr-CA" sz="1600" kern="1200" baseline="0" noProof="0" dirty="0" err="1"/>
            <a:t>eF</a:t>
          </a:r>
          <a:r>
            <a:rPr lang="fr-CA" sz="1600" kern="1200" baseline="0" noProof="0" dirty="0"/>
            <a:t> | </a:t>
          </a:r>
          <a:r>
            <a:rPr lang="fr-CA" sz="1600" kern="1200" baseline="0" noProof="0" dirty="0" err="1"/>
            <a:t>grep</a:t>
          </a:r>
          <a:r>
            <a:rPr lang="fr-CA" sz="1600" kern="1200" baseline="0" noProof="0" dirty="0"/>
            <a:t> nom</a:t>
          </a:r>
          <a:endParaRPr lang="fr-CA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baseline="0" noProof="0" dirty="0" err="1"/>
            <a:t>pgrep</a:t>
          </a:r>
          <a:r>
            <a:rPr lang="fr-CA" sz="1600" kern="1200" baseline="0" noProof="0" dirty="0"/>
            <a:t> –f nom</a:t>
          </a:r>
          <a:endParaRPr lang="fr-CA" sz="1600" kern="1200" noProof="0" dirty="0"/>
        </a:p>
      </dsp:txBody>
      <dsp:txXfrm>
        <a:off x="0" y="3935789"/>
        <a:ext cx="6265509" cy="907200"/>
      </dsp:txXfrm>
    </dsp:sp>
    <dsp:sp modelId="{E8418359-F962-4DF7-B8E1-593EFDC29783}">
      <dsp:nvSpPr>
        <dsp:cNvPr id="0" name=""/>
        <dsp:cNvSpPr/>
      </dsp:nvSpPr>
      <dsp:spPr>
        <a:xfrm>
          <a:off x="313275" y="3699629"/>
          <a:ext cx="4385856" cy="4723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775" tIns="0" rIns="16577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 dirty="0"/>
            <a:t>Vérifier qu’un processus est terminé</a:t>
          </a:r>
        </a:p>
      </dsp:txBody>
      <dsp:txXfrm>
        <a:off x="336332" y="3722686"/>
        <a:ext cx="4339742" cy="4262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BFC8ED-7C4A-41C6-9F46-D43990E07BB8}">
      <dsp:nvSpPr>
        <dsp:cNvPr id="0" name=""/>
        <dsp:cNvSpPr/>
      </dsp:nvSpPr>
      <dsp:spPr>
        <a:xfrm>
          <a:off x="0" y="0"/>
          <a:ext cx="4645152" cy="1032456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4900" kern="1200" noProof="0" dirty="0"/>
            <a:t>Outils</a:t>
          </a:r>
        </a:p>
      </dsp:txBody>
      <dsp:txXfrm>
        <a:off x="0" y="0"/>
        <a:ext cx="4645152" cy="1032456"/>
      </dsp:txXfrm>
    </dsp:sp>
    <dsp:sp modelId="{5795F86F-FF6D-4DB7-A530-AFDF756A4B99}">
      <dsp:nvSpPr>
        <dsp:cNvPr id="0" name=""/>
        <dsp:cNvSpPr/>
      </dsp:nvSpPr>
      <dsp:spPr>
        <a:xfrm>
          <a:off x="0" y="1032456"/>
          <a:ext cx="1161287" cy="21681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600" kern="1200" baseline="0" noProof="0" dirty="0" err="1"/>
            <a:t>ps</a:t>
          </a:r>
          <a:endParaRPr lang="fr-CA" sz="3600" kern="1200" noProof="0" dirty="0"/>
        </a:p>
      </dsp:txBody>
      <dsp:txXfrm>
        <a:off x="0" y="1032456"/>
        <a:ext cx="1161287" cy="2168157"/>
      </dsp:txXfrm>
    </dsp:sp>
    <dsp:sp modelId="{0BE67803-A6ED-4BE6-8968-4A66CB6407DB}">
      <dsp:nvSpPr>
        <dsp:cNvPr id="0" name=""/>
        <dsp:cNvSpPr/>
      </dsp:nvSpPr>
      <dsp:spPr>
        <a:xfrm>
          <a:off x="1161288" y="1032456"/>
          <a:ext cx="1161287" cy="21681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600" kern="1200" baseline="0" noProof="0" dirty="0"/>
            <a:t>top</a:t>
          </a:r>
          <a:endParaRPr lang="fr-CA" sz="3600" kern="1200" noProof="0" dirty="0"/>
        </a:p>
      </dsp:txBody>
      <dsp:txXfrm>
        <a:off x="1161288" y="1032456"/>
        <a:ext cx="1161287" cy="2168157"/>
      </dsp:txXfrm>
    </dsp:sp>
    <dsp:sp modelId="{EEDE8DE5-F5C4-4F92-9E61-7207B6F877C6}">
      <dsp:nvSpPr>
        <dsp:cNvPr id="0" name=""/>
        <dsp:cNvSpPr/>
      </dsp:nvSpPr>
      <dsp:spPr>
        <a:xfrm>
          <a:off x="2322576" y="1032456"/>
          <a:ext cx="1161287" cy="21681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600" kern="1200" baseline="0" noProof="0" dirty="0" err="1"/>
            <a:t>htop</a:t>
          </a:r>
          <a:endParaRPr lang="fr-CA" sz="3600" kern="1200" noProof="0" dirty="0"/>
        </a:p>
      </dsp:txBody>
      <dsp:txXfrm>
        <a:off x="2322576" y="1032456"/>
        <a:ext cx="1161287" cy="2168157"/>
      </dsp:txXfrm>
    </dsp:sp>
    <dsp:sp modelId="{6508AF02-CED2-475F-AD2B-338E14D904B5}">
      <dsp:nvSpPr>
        <dsp:cNvPr id="0" name=""/>
        <dsp:cNvSpPr/>
      </dsp:nvSpPr>
      <dsp:spPr>
        <a:xfrm>
          <a:off x="3483864" y="1032456"/>
          <a:ext cx="1161287" cy="216815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600" kern="1200" baseline="0" noProof="0" dirty="0" err="1"/>
            <a:t>btop</a:t>
          </a:r>
          <a:endParaRPr lang="fr-CA" sz="3600" kern="1200" noProof="0" dirty="0"/>
        </a:p>
      </dsp:txBody>
      <dsp:txXfrm>
        <a:off x="3483864" y="1032456"/>
        <a:ext cx="1161287" cy="2168157"/>
      </dsp:txXfrm>
    </dsp:sp>
    <dsp:sp modelId="{AC74EA96-FC0F-4CD5-8785-A5B28DB77646}">
      <dsp:nvSpPr>
        <dsp:cNvPr id="0" name=""/>
        <dsp:cNvSpPr/>
      </dsp:nvSpPr>
      <dsp:spPr>
        <a:xfrm>
          <a:off x="0" y="3200613"/>
          <a:ext cx="4645152" cy="240906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30FF-3A20-498F-AE6D-3A1226837D94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6CA8A-3D01-4D8F-90CC-20D44CF0E7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7042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CA" dirty="0"/>
              <a:t>Clé </a:t>
            </a:r>
            <a:r>
              <a:rPr lang="en-CA" dirty="0" err="1"/>
              <a:t>privée</a:t>
            </a:r>
            <a:r>
              <a:rPr lang="en-CA" dirty="0"/>
              <a:t> </a:t>
            </a:r>
            <a:r>
              <a:rPr lang="en-CA" dirty="0" err="1"/>
              <a:t>n’est</a:t>
            </a:r>
            <a:r>
              <a:rPr lang="en-CA" dirty="0"/>
              <a:t> pas </a:t>
            </a:r>
            <a:r>
              <a:rPr lang="en-CA" dirty="0" err="1"/>
              <a:t>transmise</a:t>
            </a:r>
            <a:r>
              <a:rPr lang="en-CA" dirty="0"/>
              <a:t> au </a:t>
            </a:r>
            <a:r>
              <a:rPr lang="en-CA" dirty="0" err="1"/>
              <a:t>serveur</a:t>
            </a:r>
            <a:r>
              <a:rPr lang="en-CA" dirty="0"/>
              <a:t>. </a:t>
            </a:r>
            <a:r>
              <a:rPr lang="en-CA" dirty="0" err="1"/>
              <a:t>Serveur</a:t>
            </a:r>
            <a:r>
              <a:rPr lang="en-CA" dirty="0"/>
              <a:t> utilise </a:t>
            </a:r>
            <a:r>
              <a:rPr lang="en-CA" dirty="0" err="1"/>
              <a:t>clé</a:t>
            </a:r>
            <a:r>
              <a:rPr lang="en-CA" dirty="0"/>
              <a:t> </a:t>
            </a:r>
            <a:r>
              <a:rPr lang="en-CA" dirty="0" err="1"/>
              <a:t>publique</a:t>
            </a:r>
            <a:r>
              <a:rPr lang="en-CA" dirty="0"/>
              <a:t> pour </a:t>
            </a:r>
            <a:r>
              <a:rPr lang="fr-CA" noProof="0" dirty="0"/>
              <a:t>générer</a:t>
            </a:r>
            <a:r>
              <a:rPr lang="en-CA" dirty="0"/>
              <a:t> un </a:t>
            </a:r>
            <a:r>
              <a:rPr lang="en-CA" dirty="0" err="1"/>
              <a:t>défi</a:t>
            </a:r>
            <a:endParaRPr lang="en-CA" dirty="0"/>
          </a:p>
          <a:p>
            <a:pPr marL="628650" lvl="1" indent="-171450">
              <a:buFontTx/>
              <a:buChar char="-"/>
            </a:pPr>
            <a:r>
              <a:rPr lang="en-CA" dirty="0"/>
              <a:t>(</a:t>
            </a:r>
            <a:r>
              <a:rPr lang="da-DK" dirty="0"/>
              <a:t>P = g^x mod n</a:t>
            </a:r>
            <a:r>
              <a:rPr lang="en-CA" dirty="0"/>
              <a:t>) Clé Public P, </a:t>
            </a:r>
            <a:r>
              <a:rPr lang="en-CA" dirty="0" err="1"/>
              <a:t>Privée</a:t>
            </a:r>
            <a:r>
              <a:rPr lang="en-CA" dirty="0"/>
              <a:t> x</a:t>
            </a:r>
          </a:p>
          <a:p>
            <a:pPr marL="628650" lvl="1" indent="-171450">
              <a:buFontTx/>
              <a:buChar char="-"/>
            </a:pPr>
            <a:r>
              <a:rPr lang="en-CA" dirty="0" err="1"/>
              <a:t>Défis</a:t>
            </a:r>
            <a:r>
              <a:rPr lang="en-CA" dirty="0"/>
              <a:t> o</a:t>
            </a:r>
            <a:r>
              <a:rPr lang="fr-CA" dirty="0"/>
              <a:t>ù on donne nouvelle valeur au lieu de g et demande nouveau résultat</a:t>
            </a:r>
          </a:p>
          <a:p>
            <a:pPr marL="628650" lvl="1" indent="-171450">
              <a:buFontTx/>
              <a:buChar char="-"/>
            </a:pPr>
            <a:r>
              <a:rPr lang="fr-CA" dirty="0"/>
              <a:t>Pratiquement impossible à calculer avec x de grand-taille. Problème de log discret - https://fr.wikipedia.org/wiki/Logarithme_discret</a:t>
            </a:r>
          </a:p>
          <a:p>
            <a:pPr marL="628650" lvl="1" indent="-171450">
              <a:buFontTx/>
              <a:buChar char="-"/>
            </a:pPr>
            <a:r>
              <a:rPr lang="fr-CA" dirty="0"/>
              <a:t>https://siv2r.hashnode.dev/discrete-log-problem-can-we-derive-the-private-key</a:t>
            </a:r>
          </a:p>
          <a:p>
            <a:pPr marL="171450" lvl="0" indent="-171450">
              <a:buFontTx/>
              <a:buChar char="-"/>
            </a:pPr>
            <a:r>
              <a:rPr lang="en-CA" dirty="0"/>
              <a:t>Clé a </a:t>
            </a:r>
            <a:r>
              <a:rPr lang="en-CA" dirty="0" err="1"/>
              <a:t>une</a:t>
            </a:r>
            <a:r>
              <a:rPr lang="en-CA" dirty="0"/>
              <a:t> taille/</a:t>
            </a:r>
            <a:r>
              <a:rPr lang="en-CA" dirty="0" err="1"/>
              <a:t>complexit</a:t>
            </a:r>
            <a:r>
              <a:rPr lang="fr-CA" dirty="0"/>
              <a:t>é plus </a:t>
            </a:r>
            <a:r>
              <a:rPr lang="fr-CA" dirty="0" err="1"/>
              <a:t>élévé</a:t>
            </a:r>
            <a:r>
              <a:rPr lang="fr-CA" dirty="0"/>
              <a:t> qu’un très long mot de passe.</a:t>
            </a:r>
          </a:p>
          <a:p>
            <a:pPr marL="171450" lvl="0" indent="-171450">
              <a:buFontTx/>
              <a:buChar char="-"/>
            </a:pPr>
            <a:r>
              <a:rPr lang="fr-CA" dirty="0"/>
              <a:t>Pas de mot de passe avec faible entropie comme </a:t>
            </a:r>
            <a:r>
              <a:rPr lang="fr-CA" dirty="0" err="1"/>
              <a:t>password</a:t>
            </a:r>
            <a:r>
              <a:rPr lang="fr-CA" dirty="0"/>
              <a:t> ou 123456. </a:t>
            </a:r>
            <a:r>
              <a:rPr lang="fr-FR" dirty="0"/>
              <a:t>La clé est générée de manière vraiment aléatoire.</a:t>
            </a:r>
          </a:p>
          <a:p>
            <a:pPr marL="0" lvl="0" indent="0">
              <a:buFontTx/>
              <a:buNone/>
            </a:pPr>
            <a:br>
              <a:rPr lang="en-CA" b="1" dirty="0"/>
            </a:br>
            <a:r>
              <a:rPr lang="en-CA" b="1" dirty="0"/>
              <a:t>Extra </a:t>
            </a:r>
            <a:r>
              <a:rPr lang="en-CA" b="1" dirty="0" err="1"/>
              <a:t>si</a:t>
            </a:r>
            <a:r>
              <a:rPr lang="en-CA" b="1" dirty="0"/>
              <a:t> temps </a:t>
            </a:r>
            <a:r>
              <a:rPr lang="en-CA" b="1" dirty="0" err="1"/>
              <a:t>permet</a:t>
            </a:r>
            <a:r>
              <a:rPr lang="en-CA" b="1" dirty="0"/>
              <a:t>:</a:t>
            </a:r>
          </a:p>
          <a:p>
            <a:r>
              <a:rPr lang="en-CA" dirty="0"/>
              <a:t>-   On </a:t>
            </a:r>
            <a:r>
              <a:rPr lang="en-CA" dirty="0" err="1"/>
              <a:t>peut</a:t>
            </a:r>
            <a:r>
              <a:rPr lang="en-CA" dirty="0"/>
              <a:t> essayer un </a:t>
            </a:r>
            <a:r>
              <a:rPr lang="en-CA" dirty="0" err="1"/>
              <a:t>attaque</a:t>
            </a:r>
            <a:r>
              <a:rPr lang="en-CA" dirty="0"/>
              <a:t> </a:t>
            </a:r>
            <a:r>
              <a:rPr lang="en-CA" dirty="0" err="1"/>
              <a:t>dictionnaire</a:t>
            </a:r>
            <a:r>
              <a:rPr lang="en-CA" dirty="0"/>
              <a:t>/brute force hors-</a:t>
            </a:r>
            <a:r>
              <a:rPr lang="en-CA" dirty="0" err="1"/>
              <a:t>ligne</a:t>
            </a:r>
            <a:r>
              <a:rPr lang="en-CA" dirty="0"/>
              <a:t> (example avec john) sur list de mot de passe </a:t>
            </a:r>
            <a:r>
              <a:rPr lang="en-CA" dirty="0" err="1"/>
              <a:t>hashé</a:t>
            </a:r>
            <a:r>
              <a:rPr lang="en-CA" dirty="0"/>
              <a:t>, </a:t>
            </a:r>
            <a:r>
              <a:rPr lang="en-CA" dirty="0" err="1"/>
              <a:t>ce</a:t>
            </a:r>
            <a:r>
              <a:rPr lang="en-CA" dirty="0"/>
              <a:t> </a:t>
            </a:r>
            <a:r>
              <a:rPr lang="en-CA" dirty="0" err="1"/>
              <a:t>n’est</a:t>
            </a:r>
            <a:r>
              <a:rPr lang="en-CA" dirty="0"/>
              <a:t> pas </a:t>
            </a:r>
            <a:r>
              <a:rPr lang="en-CA" dirty="0" err="1"/>
              <a:t>vraiement</a:t>
            </a:r>
            <a:r>
              <a:rPr lang="en-CA" dirty="0"/>
              <a:t> pas le </a:t>
            </a:r>
            <a:r>
              <a:rPr lang="en-CA" dirty="0" err="1"/>
              <a:t>cas</a:t>
            </a:r>
            <a:r>
              <a:rPr lang="en-CA" dirty="0"/>
              <a:t> pour </a:t>
            </a:r>
            <a:r>
              <a:rPr lang="en-CA" dirty="0" err="1"/>
              <a:t>une</a:t>
            </a:r>
            <a:r>
              <a:rPr lang="en-CA" dirty="0"/>
              <a:t> </a:t>
            </a:r>
            <a:r>
              <a:rPr lang="en-CA" dirty="0" err="1"/>
              <a:t>clé</a:t>
            </a:r>
            <a:r>
              <a:rPr lang="en-CA" dirty="0"/>
              <a:t> </a:t>
            </a:r>
            <a:r>
              <a:rPr lang="en-CA" dirty="0" err="1"/>
              <a:t>publique</a:t>
            </a:r>
            <a:endParaRPr lang="en-CA" dirty="0"/>
          </a:p>
          <a:p>
            <a:pPr marL="628650" lvl="1" indent="-171450">
              <a:buFontTx/>
              <a:buChar char="-"/>
            </a:pPr>
            <a:r>
              <a:rPr lang="en-CA" dirty="0"/>
              <a:t>EX avec john: </a:t>
            </a:r>
          </a:p>
          <a:p>
            <a:pPr marL="1085850" lvl="2" indent="-171450">
              <a:buFontTx/>
              <a:buChar char="-"/>
            </a:pPr>
            <a:r>
              <a:rPr lang="en-CA" dirty="0"/>
              <a:t>unshadow /</a:t>
            </a:r>
            <a:r>
              <a:rPr lang="en-CA" dirty="0" err="1"/>
              <a:t>etc</a:t>
            </a:r>
            <a:r>
              <a:rPr lang="en-CA" dirty="0"/>
              <a:t>/passwd /</a:t>
            </a:r>
            <a:r>
              <a:rPr lang="en-CA" dirty="0" err="1"/>
              <a:t>etc</a:t>
            </a:r>
            <a:r>
              <a:rPr lang="en-CA" dirty="0"/>
              <a:t>/shadow &gt; file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john --wordlist=list --format=crypt passwd.txt # changer format </a:t>
            </a:r>
            <a:r>
              <a:rPr lang="en-US" dirty="0" err="1"/>
              <a:t>si</a:t>
            </a:r>
            <a:r>
              <a:rPr lang="en-US" dirty="0"/>
              <a:t> necessaire</a:t>
            </a:r>
            <a:endParaRPr lang="en-CA" dirty="0"/>
          </a:p>
          <a:p>
            <a:pPr marL="1085850" lvl="2" indent="-171450">
              <a:buFontTx/>
              <a:buChar char="-"/>
            </a:pPr>
            <a:r>
              <a:rPr lang="en-US" dirty="0"/>
              <a:t>john --show passwd.txt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CA" dirty="0"/>
              <a:t>Hashing </a:t>
            </a:r>
            <a:r>
              <a:rPr lang="en-CA" dirty="0" err="1"/>
              <a:t>est</a:t>
            </a:r>
            <a:r>
              <a:rPr lang="en-CA" dirty="0"/>
              <a:t> </a:t>
            </a:r>
            <a:r>
              <a:rPr lang="en-CA" dirty="0" err="1"/>
              <a:t>une</a:t>
            </a:r>
            <a:r>
              <a:rPr lang="en-CA" dirty="0"/>
              <a:t> function irreversible (non-injective, </a:t>
            </a:r>
            <a:r>
              <a:rPr lang="en-CA" dirty="0" err="1"/>
              <a:t>d’autres</a:t>
            </a:r>
            <a:r>
              <a:rPr lang="en-CA" dirty="0"/>
              <a:t> principes </a:t>
            </a:r>
            <a:r>
              <a:rPr lang="en-CA" dirty="0" err="1"/>
              <a:t>qu’on</a:t>
            </a:r>
            <a:r>
              <a:rPr lang="en-CA" dirty="0"/>
              <a:t> ne verra pas). Prend </a:t>
            </a:r>
            <a:r>
              <a:rPr lang="en-CA" dirty="0" err="1"/>
              <a:t>entr</a:t>
            </a:r>
            <a:r>
              <a:rPr lang="fr-CA" dirty="0" err="1"/>
              <a:t>ée</a:t>
            </a:r>
            <a:r>
              <a:rPr lang="fr-CA" dirty="0"/>
              <a:t> et sort une sortie de taille limitée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CA" dirty="0"/>
              <a:t>Salt ajoute une partie au mot de passe  / hash pour qu’un hackeur n’a pas de </a:t>
            </a:r>
            <a:r>
              <a:rPr lang="fr-CA" dirty="0" err="1"/>
              <a:t>rainbow</a:t>
            </a:r>
            <a:r>
              <a:rPr lang="fr-CA" dirty="0"/>
              <a:t> table applicable.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CA" dirty="0"/>
              <a:t>S</a:t>
            </a:r>
            <a:r>
              <a:rPr lang="en-CA" dirty="0"/>
              <a:t>alt unique </a:t>
            </a:r>
            <a:r>
              <a:rPr lang="fr-CA" dirty="0"/>
              <a:t>à chaque utilisateur pour rendre difficile création/utilisation de </a:t>
            </a:r>
            <a:r>
              <a:rPr lang="fr-CA" dirty="0" err="1"/>
              <a:t>rainbow</a:t>
            </a:r>
            <a:r>
              <a:rPr lang="fr-CA" dirty="0"/>
              <a:t> table.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fr-CA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CA" dirty="0"/>
              <a:t>Si vous trouvez ces sujets intéressants, vous pouvez les explorer dans les cours : INF4471 et INF600C</a:t>
            </a:r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b="1" dirty="0"/>
              <a:t>NOTE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i="1" dirty="0"/>
              <a:t>Ce sont des simplifications pour illustrer les idées principales — il existe aussi des moyens d’utiliser des mots de passe de façon plus sécurisée (ex. avec des protocoles comme SRP ou l’ajout de facteurs d’authentification).</a:t>
            </a:r>
            <a:endParaRPr lang="en-CA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/>
          </a:p>
          <a:p>
            <a:pPr marL="1085850" lvl="2" indent="-171450">
              <a:buFontTx/>
              <a:buChar char="-"/>
            </a:pPr>
            <a:endParaRPr lang="en-CA" dirty="0"/>
          </a:p>
          <a:p>
            <a:pPr marL="1085850" lvl="2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6CA8A-3D01-4D8F-90CC-20D44CF0E71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0955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 </a:t>
            </a:r>
            <a:r>
              <a:rPr lang="fr-FR" b="1" dirty="0"/>
              <a:t>processus</a:t>
            </a:r>
            <a:r>
              <a:rPr lang="fr-FR" dirty="0"/>
              <a:t>, c’est une </a:t>
            </a:r>
            <a:r>
              <a:rPr lang="fr-FR" b="1" dirty="0"/>
              <a:t>instance active d’un programme</a:t>
            </a:r>
            <a:r>
              <a:rPr lang="fr-FR" dirty="0"/>
              <a:t>. Autrement dit, c’est ce qui est lancé et qui s’exécute réellement en mémoire.</a:t>
            </a:r>
          </a:p>
          <a:p>
            <a:r>
              <a:rPr lang="fr-FR" dirty="0"/>
              <a:t>Chaque processus peut être </a:t>
            </a:r>
            <a:r>
              <a:rPr lang="fr-FR" b="1" dirty="0"/>
              <a:t>indépendant</a:t>
            </a:r>
            <a:r>
              <a:rPr lang="fr-FR" dirty="0"/>
              <a:t>, mais il peut aussi avoir une </a:t>
            </a:r>
            <a:r>
              <a:rPr lang="fr-FR" b="1" dirty="0"/>
              <a:t>relation parent/enfant</a:t>
            </a:r>
            <a:r>
              <a:rPr lang="fr-FR" dirty="0"/>
              <a:t>.</a:t>
            </a:r>
          </a:p>
          <a:p>
            <a:r>
              <a:rPr lang="fr-FR" dirty="0"/>
              <a:t>Par exemple, quand vous exécutez un script ou un programme, le terminal crée un </a:t>
            </a:r>
            <a:r>
              <a:rPr lang="fr-FR" b="1" dirty="0"/>
              <a:t>processus parent</a:t>
            </a:r>
            <a:r>
              <a:rPr lang="fr-FR" dirty="0"/>
              <a:t>, qui peut ensuite lancer d'autres </a:t>
            </a:r>
            <a:r>
              <a:rPr lang="fr-FR" b="1" dirty="0"/>
              <a:t>processus enfants</a:t>
            </a:r>
            <a:r>
              <a:rPr lang="fr-FR" dirty="0"/>
              <a:t> (comme une commande ou un éditeur)</a:t>
            </a:r>
          </a:p>
          <a:p>
            <a:endParaRPr lang="fr-FR" dirty="0"/>
          </a:p>
          <a:p>
            <a:r>
              <a:rPr lang="fr-FR" b="1" dirty="0" err="1"/>
              <a:t>bash</a:t>
            </a:r>
            <a:r>
              <a:rPr lang="fr-FR" dirty="0"/>
              <a:t> est souvent le parent de beaucoup de processus dans un terminal.</a:t>
            </a:r>
          </a:p>
          <a:p>
            <a:endParaRPr lang="en-CA" dirty="0"/>
          </a:p>
          <a:p>
            <a:pPr>
              <a:buNone/>
            </a:pPr>
            <a:r>
              <a:rPr lang="fr-FR" dirty="0"/>
              <a:t>Voici quelques commandes très utiles pour observer et contrôler les processus dans un système Unix/Linux :</a:t>
            </a:r>
          </a:p>
          <a:p>
            <a:pPr>
              <a:buFont typeface="Arial" panose="020B0604020202020204" pitchFamily="34" charset="0"/>
              <a:buNone/>
            </a:pPr>
            <a:r>
              <a:rPr lang="fr-FR" dirty="0"/>
              <a:t>- </a:t>
            </a:r>
            <a:r>
              <a:rPr lang="fr-FR" dirty="0" err="1"/>
              <a:t>ps</a:t>
            </a:r>
            <a:r>
              <a:rPr lang="fr-FR" dirty="0"/>
              <a:t> : Affiche les processus actifs dans votre terminal actuel.</a:t>
            </a:r>
          </a:p>
          <a:p>
            <a:pPr>
              <a:buFont typeface="Arial" panose="020B0604020202020204" pitchFamily="34" charset="0"/>
              <a:buNone/>
            </a:pPr>
            <a:r>
              <a:rPr lang="fr-FR" dirty="0"/>
              <a:t>- </a:t>
            </a:r>
            <a:r>
              <a:rPr lang="fr-FR" dirty="0" err="1"/>
              <a:t>ps</a:t>
            </a:r>
            <a:r>
              <a:rPr lang="fr-FR" dirty="0"/>
              <a:t> -F : Version plus détaillée avec </a:t>
            </a:r>
            <a:r>
              <a:rPr lang="fr-FR" b="1" dirty="0"/>
              <a:t>plus d'informations</a:t>
            </a:r>
            <a:r>
              <a:rPr lang="fr-FR" dirty="0"/>
              <a:t> comme UID, PPID (parent process ID), temps CPU, etc.</a:t>
            </a:r>
          </a:p>
          <a:p>
            <a:pPr>
              <a:buFont typeface="Arial" panose="020B0604020202020204" pitchFamily="34" charset="0"/>
              <a:buNone/>
            </a:pPr>
            <a:r>
              <a:rPr lang="fr-FR" dirty="0"/>
              <a:t>- jobs : Affiche les processus </a:t>
            </a:r>
            <a:r>
              <a:rPr lang="fr-FR" b="1" dirty="0"/>
              <a:t>en arrière-plan</a:t>
            </a:r>
            <a:r>
              <a:rPr lang="fr-FR" dirty="0"/>
              <a:t> lancés depuis le terminal.</a:t>
            </a:r>
          </a:p>
          <a:p>
            <a:pPr>
              <a:buFont typeface="Arial" panose="020B0604020202020204" pitchFamily="34" charset="0"/>
              <a:buNone/>
            </a:pPr>
            <a:r>
              <a:rPr lang="fr-FR" dirty="0"/>
              <a:t>- fg : Remet un job </a:t>
            </a:r>
            <a:r>
              <a:rPr lang="fr-FR" b="1" dirty="0"/>
              <a:t>en avant-plan</a:t>
            </a:r>
            <a:r>
              <a:rPr lang="fr-FR" dirty="0"/>
              <a:t> (</a:t>
            </a:r>
            <a:r>
              <a:rPr lang="fr-FR" dirty="0" err="1"/>
              <a:t>foreground</a:t>
            </a:r>
            <a:r>
              <a:rPr lang="fr-FR" dirty="0"/>
              <a:t>).</a:t>
            </a:r>
          </a:p>
          <a:p>
            <a:pPr>
              <a:buFont typeface="Arial" panose="020B0604020202020204" pitchFamily="34" charset="0"/>
              <a:buNone/>
            </a:pPr>
            <a:r>
              <a:rPr lang="fr-FR" dirty="0"/>
              <a:t>- </a:t>
            </a:r>
            <a:r>
              <a:rPr lang="fr-FR" dirty="0" err="1"/>
              <a:t>bg</a:t>
            </a:r>
            <a:r>
              <a:rPr lang="fr-FR" dirty="0"/>
              <a:t> : Reprend un job suspendu en </a:t>
            </a:r>
            <a:r>
              <a:rPr lang="fr-FR" b="1" dirty="0"/>
              <a:t>arrière-plan</a:t>
            </a:r>
            <a:r>
              <a:rPr lang="fr-FR" dirty="0"/>
              <a:t> (background).</a:t>
            </a:r>
          </a:p>
          <a:p>
            <a:pPr>
              <a:buFont typeface="Arial" panose="020B0604020202020204" pitchFamily="34" charset="0"/>
              <a:buNone/>
            </a:pPr>
            <a:r>
              <a:rPr lang="fr-FR" dirty="0"/>
              <a:t>- </a:t>
            </a:r>
            <a:r>
              <a:rPr lang="fr-FR" dirty="0" err="1"/>
              <a:t>kill</a:t>
            </a:r>
            <a:r>
              <a:rPr lang="fr-FR" dirty="0"/>
              <a:t> : Permet d’</a:t>
            </a:r>
            <a:r>
              <a:rPr lang="fr-FR" b="1" dirty="0"/>
              <a:t>envoyer un signal</a:t>
            </a:r>
            <a:r>
              <a:rPr lang="fr-FR" dirty="0"/>
              <a:t> à un processus, souvent utilisé pour </a:t>
            </a:r>
            <a:r>
              <a:rPr lang="fr-FR" b="1" dirty="0"/>
              <a:t>l’arrêter</a:t>
            </a:r>
            <a:r>
              <a:rPr lang="fr-FR" dirty="0"/>
              <a:t> (</a:t>
            </a:r>
            <a:r>
              <a:rPr lang="fr-FR" dirty="0" err="1"/>
              <a:t>kill</a:t>
            </a:r>
            <a:r>
              <a:rPr lang="fr-FR" dirty="0"/>
              <a:t> PID).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6CA8A-3D01-4D8F-90CC-20D44CF0E71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4668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6CA8A-3D01-4D8F-90CC-20D44CF0E71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8129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Lorsqu’on veut arrêter un processus, on peut lui envoyer un </a:t>
            </a:r>
            <a:r>
              <a:rPr lang="fr-FR" b="1" dirty="0"/>
              <a:t>signal</a:t>
            </a:r>
            <a:r>
              <a:rPr lang="fr-FR" dirty="0"/>
              <a:t>. Il en existe plusieurs, mais deux des plus importants sont </a:t>
            </a:r>
            <a:r>
              <a:rPr lang="fr-FR" b="1" dirty="0"/>
              <a:t>SIGTERM</a:t>
            </a:r>
            <a:r>
              <a:rPr lang="fr-FR" dirty="0"/>
              <a:t> et </a:t>
            </a:r>
            <a:r>
              <a:rPr lang="fr-FR" b="1" dirty="0"/>
              <a:t>SIGKILL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Ils sont tous les deux utilisés pour </a:t>
            </a:r>
            <a:r>
              <a:rPr lang="fr-FR" b="1" dirty="0"/>
              <a:t>terminer des processus</a:t>
            </a:r>
            <a:r>
              <a:rPr lang="fr-FR" dirty="0"/>
              <a:t>, mais leur comportement est très différent.</a:t>
            </a:r>
          </a:p>
          <a:p>
            <a:endParaRPr lang="fr-FR" dirty="0"/>
          </a:p>
          <a:p>
            <a:r>
              <a:rPr lang="en-CA" b="1" dirty="0"/>
              <a:t>SIGTERM  </a:t>
            </a:r>
            <a:r>
              <a:rPr lang="en-CA" dirty="0"/>
              <a:t>🧯</a:t>
            </a:r>
            <a:endParaRPr lang="fr-FR" b="1" dirty="0"/>
          </a:p>
          <a:p>
            <a:pPr marL="171450" indent="-171450">
              <a:buFontTx/>
              <a:buChar char="-"/>
            </a:pPr>
            <a:r>
              <a:rPr lang="fr-FR" dirty="0"/>
              <a:t>Demande poliment au processus de se terminer</a:t>
            </a:r>
            <a:endParaRPr lang="fr-FR" b="1" dirty="0"/>
          </a:p>
          <a:p>
            <a:pPr marL="171450" indent="-171450">
              <a:buFontTx/>
              <a:buChar char="-"/>
            </a:pPr>
            <a:r>
              <a:rPr lang="fr-FR" dirty="0"/>
              <a:t>C’est le signal par </a:t>
            </a:r>
            <a:r>
              <a:rPr lang="fr-FR" b="1" dirty="0"/>
              <a:t>défaut</a:t>
            </a:r>
            <a:r>
              <a:rPr lang="fr-FR" dirty="0"/>
              <a:t> quand on utilise la commande </a:t>
            </a:r>
            <a:r>
              <a:rPr lang="fr-FR" dirty="0" err="1"/>
              <a:t>kill</a:t>
            </a:r>
            <a:endParaRPr lang="fr-FR" dirty="0"/>
          </a:p>
          <a:p>
            <a:pPr marL="171450" indent="-171450">
              <a:buFontTx/>
              <a:buChar char="-"/>
            </a:pPr>
            <a:r>
              <a:rPr lang="fr-FR" dirty="0"/>
              <a:t>Très utile pour arrêter un programme </a:t>
            </a:r>
            <a:r>
              <a:rPr lang="fr-FR" b="1" dirty="0"/>
              <a:t>proprement</a:t>
            </a:r>
          </a:p>
          <a:p>
            <a:pPr marL="171450" indent="-171450">
              <a:buFontTx/>
              <a:buChar char="-"/>
            </a:pPr>
            <a:r>
              <a:rPr lang="fr-FR" dirty="0"/>
              <a:t>Mais il peut aussi </a:t>
            </a:r>
            <a:r>
              <a:rPr lang="fr-FR" b="1" dirty="0"/>
              <a:t>ignorer</a:t>
            </a:r>
            <a:r>
              <a:rPr lang="fr-FR" dirty="0"/>
              <a:t> le signal</a:t>
            </a:r>
          </a:p>
          <a:p>
            <a:pPr marL="171450" indent="-171450">
              <a:buFontTx/>
              <a:buChar char="-"/>
            </a:pPr>
            <a:endParaRPr lang="fr-FR" dirty="0"/>
          </a:p>
          <a:p>
            <a:pPr marL="0" indent="0">
              <a:buFontTx/>
              <a:buNone/>
            </a:pPr>
            <a:r>
              <a:rPr lang="en-CA" b="1" dirty="0"/>
              <a:t>SIGKILL </a:t>
            </a:r>
            <a:r>
              <a:rPr lang="fr-FR" b="1" dirty="0"/>
              <a:t> </a:t>
            </a:r>
            <a:r>
              <a:rPr lang="en-CA" dirty="0"/>
              <a:t>💀</a:t>
            </a:r>
            <a:endParaRPr lang="fr-FR" dirty="0"/>
          </a:p>
          <a:p>
            <a:pPr marL="171450" indent="-171450">
              <a:buFontTx/>
              <a:buChar char="-"/>
            </a:pPr>
            <a:r>
              <a:rPr lang="en-CA" dirty="0"/>
              <a:t>Tue </a:t>
            </a:r>
            <a:r>
              <a:rPr lang="en-CA" dirty="0" err="1"/>
              <a:t>immédiatement</a:t>
            </a:r>
            <a:r>
              <a:rPr lang="en-CA" dirty="0"/>
              <a:t> un processus</a:t>
            </a:r>
            <a:endParaRPr lang="fr-FR" dirty="0"/>
          </a:p>
          <a:p>
            <a:pPr marL="171450" indent="-171450">
              <a:buFontTx/>
              <a:buChar char="-"/>
            </a:pPr>
            <a:r>
              <a:rPr lang="fr-FR" b="1" dirty="0"/>
              <a:t>Force l’arrêt immédiat</a:t>
            </a:r>
            <a:r>
              <a:rPr lang="fr-FR" dirty="0"/>
              <a:t> du processus.</a:t>
            </a:r>
          </a:p>
          <a:p>
            <a:pPr marL="171450" indent="-171450">
              <a:buFontTx/>
              <a:buChar char="-"/>
            </a:pPr>
            <a:r>
              <a:rPr lang="fr-FR" b="1" dirty="0"/>
              <a:t>Aucune chance</a:t>
            </a:r>
            <a:r>
              <a:rPr lang="fr-FR" dirty="0"/>
              <a:t> de nettoyage ou sauvegarde : le processus est supprimé brutalement</a:t>
            </a:r>
          </a:p>
          <a:p>
            <a:pPr marL="171450" indent="-171450">
              <a:buFontTx/>
              <a:buChar char="-"/>
            </a:pPr>
            <a:r>
              <a:rPr lang="fr-FR" dirty="0"/>
              <a:t>Il </a:t>
            </a:r>
            <a:r>
              <a:rPr lang="fr-FR" b="1" dirty="0"/>
              <a:t>ne peut pas être intercepté, ignoré ou bloqué</a:t>
            </a:r>
            <a:r>
              <a:rPr lang="fr-FR" dirty="0"/>
              <a:t>.</a:t>
            </a:r>
          </a:p>
          <a:p>
            <a:pPr marL="171450" indent="-171450">
              <a:buFontTx/>
              <a:buChar char="-"/>
            </a:pPr>
            <a:endParaRPr lang="fr-FR" dirty="0"/>
          </a:p>
          <a:p>
            <a:pPr marL="171450" indent="-171450">
              <a:buFontTx/>
              <a:buChar char="-"/>
            </a:pPr>
            <a:endParaRPr lang="fr-FR" dirty="0"/>
          </a:p>
          <a:p>
            <a:pPr marL="171450" indent="-171450">
              <a:buFontTx/>
              <a:buChar char="-"/>
            </a:pPr>
            <a:endParaRPr lang="fr-FR" dirty="0"/>
          </a:p>
          <a:p>
            <a:pPr marL="171450" indent="-171450">
              <a:buFontTx/>
              <a:buChar char="-"/>
            </a:pPr>
            <a:endParaRPr lang="fr-FR" b="1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6CA8A-3D01-4D8F-90CC-20D44CF0E71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2554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🛑 </a:t>
            </a:r>
            <a:r>
              <a:rPr lang="fr-FR" b="1" dirty="0"/>
              <a:t>SIGINT (#2) – Interruption du processus</a:t>
            </a:r>
          </a:p>
          <a:p>
            <a:pPr marL="171450" indent="-171450">
              <a:buFontTx/>
              <a:buChar char="-"/>
            </a:pPr>
            <a:r>
              <a:rPr lang="fr-FR" dirty="0"/>
              <a:t>Envoyé quand on appuie sur </a:t>
            </a:r>
            <a:r>
              <a:rPr lang="fr-FR" b="1" dirty="0"/>
              <a:t>Ctrl-C</a:t>
            </a:r>
            <a:r>
              <a:rPr lang="fr-FR" dirty="0"/>
              <a:t> dans le terminal</a:t>
            </a:r>
          </a:p>
          <a:p>
            <a:pPr marL="171450" indent="-171450">
              <a:buFontTx/>
              <a:buChar char="-"/>
            </a:pPr>
            <a:r>
              <a:rPr lang="fr-FR" dirty="0"/>
              <a:t>Il sert à </a:t>
            </a:r>
            <a:r>
              <a:rPr lang="fr-FR" b="1" dirty="0"/>
              <a:t>interrompre un processus en cours d’exécution</a:t>
            </a:r>
            <a:r>
              <a:rPr lang="fr-FR" dirty="0"/>
              <a:t>.</a:t>
            </a:r>
          </a:p>
          <a:p>
            <a:pPr marL="171450" indent="-171450">
              <a:buFontTx/>
              <a:buChar char="-"/>
            </a:pPr>
            <a:r>
              <a:rPr lang="fr-FR" dirty="0"/>
              <a:t>Le processus peut soit : </a:t>
            </a:r>
            <a:r>
              <a:rPr lang="fr-FR" b="1" dirty="0"/>
              <a:t>Gérer ce signal</a:t>
            </a:r>
            <a:r>
              <a:rPr lang="fr-FR" dirty="0"/>
              <a:t> lui-même comme SIGTERM o</a:t>
            </a:r>
            <a:r>
              <a:rPr lang="en-CA" dirty="0"/>
              <a:t>u </a:t>
            </a:r>
            <a:r>
              <a:rPr lang="en-CA" b="1" dirty="0" err="1"/>
              <a:t>s’arrêter</a:t>
            </a:r>
            <a:r>
              <a:rPr lang="en-CA" b="1" dirty="0"/>
              <a:t> </a:t>
            </a:r>
            <a:r>
              <a:rPr lang="en-CA" b="1" dirty="0" err="1"/>
              <a:t>immédiatement</a:t>
            </a:r>
            <a:r>
              <a:rPr lang="en-CA" dirty="0"/>
              <a:t> </a:t>
            </a:r>
          </a:p>
          <a:p>
            <a:pPr marL="171450" indent="-171450">
              <a:buFontTx/>
              <a:buChar char="-"/>
            </a:pPr>
            <a:endParaRPr lang="en-CA" dirty="0"/>
          </a:p>
          <a:p>
            <a:pPr marL="0" indent="0">
              <a:buFontTx/>
              <a:buNone/>
            </a:pPr>
            <a:r>
              <a:rPr lang="fr-FR" dirty="0"/>
              <a:t>💤 </a:t>
            </a:r>
            <a:r>
              <a:rPr lang="fr-FR" b="1" dirty="0"/>
              <a:t>SIGSTOP (#19) – Suspension du processus (Ctrl-Z)</a:t>
            </a:r>
            <a:endParaRPr lang="fr-FR" dirty="0"/>
          </a:p>
          <a:p>
            <a:pPr marL="171450" indent="-171450">
              <a:buFontTx/>
              <a:buChar char="-"/>
            </a:pPr>
            <a:r>
              <a:rPr lang="fr-FR" dirty="0"/>
              <a:t>Ce signal est déclenché par </a:t>
            </a:r>
            <a:r>
              <a:rPr lang="fr-FR" b="1" dirty="0"/>
              <a:t>Ctrl-Z</a:t>
            </a:r>
            <a:r>
              <a:rPr lang="fr-FR" dirty="0"/>
              <a:t> dans le terminal.</a:t>
            </a:r>
          </a:p>
          <a:p>
            <a:pPr marL="171450" indent="-171450">
              <a:buFontTx/>
              <a:buChar char="-"/>
            </a:pPr>
            <a:r>
              <a:rPr lang="fr-FR" dirty="0"/>
              <a:t>Il </a:t>
            </a:r>
            <a:r>
              <a:rPr lang="fr-FR" b="1" dirty="0"/>
              <a:t>met le processus en pause</a:t>
            </a:r>
            <a:r>
              <a:rPr lang="fr-FR" dirty="0"/>
              <a:t>, comme s’il était “gelé”.</a:t>
            </a:r>
          </a:p>
          <a:p>
            <a:pPr marL="171450" indent="-171450">
              <a:buFontTx/>
              <a:buChar char="-"/>
            </a:pPr>
            <a:r>
              <a:rPr lang="fr-FR" dirty="0"/>
              <a:t>Contrairement à SIGINT, il </a:t>
            </a:r>
            <a:r>
              <a:rPr lang="fr-FR" b="1" dirty="0"/>
              <a:t>ne peut pas être intercepté ou ignoré</a:t>
            </a:r>
            <a:r>
              <a:rPr lang="fr-FR" dirty="0"/>
              <a:t> — il est forcé.</a:t>
            </a:r>
          </a:p>
          <a:p>
            <a:pPr marL="171450" indent="-171450">
              <a:buFontTx/>
              <a:buChar char="-"/>
            </a:pPr>
            <a:r>
              <a:rPr lang="fr-FR" dirty="0"/>
              <a:t>Le processus </a:t>
            </a:r>
            <a:r>
              <a:rPr lang="fr-FR" b="1" dirty="0"/>
              <a:t>n’est pas arrêté définitivement</a:t>
            </a:r>
            <a:r>
              <a:rPr lang="fr-FR" dirty="0"/>
              <a:t>, il est juste suspendu.</a:t>
            </a:r>
          </a:p>
          <a:p>
            <a:pPr marL="171450" indent="-171450">
              <a:buFontTx/>
              <a:buChar char="-"/>
            </a:pPr>
            <a:r>
              <a:rPr lang="fr-FR" dirty="0"/>
              <a:t>On peut :</a:t>
            </a:r>
          </a:p>
          <a:p>
            <a:pPr marL="628650" lvl="1" indent="-171450">
              <a:buFontTx/>
              <a:buChar char="-"/>
            </a:pPr>
            <a:r>
              <a:rPr lang="fr-FR" dirty="0"/>
              <a:t>Le </a:t>
            </a:r>
            <a:r>
              <a:rPr lang="fr-FR" b="1" dirty="0"/>
              <a:t>reprendre au premier plan</a:t>
            </a:r>
            <a:r>
              <a:rPr lang="fr-FR" dirty="0"/>
              <a:t> avec fg</a:t>
            </a:r>
          </a:p>
          <a:p>
            <a:pPr marL="628650" lvl="1" indent="-171450">
              <a:buFontTx/>
              <a:buChar char="-"/>
            </a:pPr>
            <a:r>
              <a:rPr lang="fr-FR" dirty="0"/>
              <a:t>Le </a:t>
            </a:r>
            <a:r>
              <a:rPr lang="fr-FR" b="1" dirty="0"/>
              <a:t>reprendre en arrière-plan</a:t>
            </a:r>
            <a:r>
              <a:rPr lang="fr-FR" dirty="0"/>
              <a:t> avec </a:t>
            </a:r>
            <a:r>
              <a:rPr lang="fr-FR" dirty="0" err="1"/>
              <a:t>bg</a:t>
            </a:r>
            <a:endParaRPr lang="fr-FR" dirty="0"/>
          </a:p>
          <a:p>
            <a:pPr marL="628650" lvl="1" indent="-171450">
              <a:buFontTx/>
              <a:buChar char="-"/>
            </a:pPr>
            <a:r>
              <a:rPr lang="fr-FR" dirty="0"/>
              <a:t>Le </a:t>
            </a:r>
            <a:r>
              <a:rPr lang="fr-FR" b="1" dirty="0"/>
              <a:t>lister</a:t>
            </a:r>
            <a:r>
              <a:rPr lang="fr-FR" dirty="0"/>
              <a:t> avec jobs</a:t>
            </a:r>
          </a:p>
          <a:p>
            <a:pPr marL="457200" lvl="1" indent="0">
              <a:buFontTx/>
              <a:buNone/>
            </a:pPr>
            <a:endParaRPr lang="fr-FR" dirty="0"/>
          </a:p>
          <a:p>
            <a:pPr marL="0" indent="0">
              <a:buFontTx/>
              <a:buNone/>
            </a:pPr>
            <a:r>
              <a:rPr lang="en-CA" b="1" dirty="0" err="1"/>
              <a:t>Autres</a:t>
            </a:r>
            <a:r>
              <a:rPr lang="en-CA" b="1" dirty="0"/>
              <a:t> </a:t>
            </a:r>
            <a:r>
              <a:rPr lang="en-CA" b="1" dirty="0" err="1"/>
              <a:t>signaux</a:t>
            </a:r>
            <a:endParaRPr lang="en-CA" b="1" dirty="0"/>
          </a:p>
          <a:p>
            <a:pPr marL="171450" indent="-171450">
              <a:buFontTx/>
              <a:buChar char="-"/>
            </a:pPr>
            <a:r>
              <a:rPr lang="fr-FR" dirty="0"/>
              <a:t>Il existe </a:t>
            </a:r>
            <a:r>
              <a:rPr lang="fr-FR" b="1" dirty="0"/>
              <a:t>plein d’autres signaux</a:t>
            </a:r>
            <a:r>
              <a:rPr lang="fr-FR" dirty="0"/>
              <a:t> disponibles dans le système. Pour en voir la liste complète, utilisez :</a:t>
            </a:r>
          </a:p>
          <a:p>
            <a:pPr marL="628650" lvl="1" indent="-171450">
              <a:buFontTx/>
              <a:buChar char="-"/>
            </a:pPr>
            <a:r>
              <a:rPr lang="en-CA" dirty="0"/>
              <a:t>man signal</a:t>
            </a:r>
          </a:p>
          <a:p>
            <a:pPr marL="17145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6CA8A-3D01-4D8F-90CC-20D44CF0E71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9165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🔫 </a:t>
            </a:r>
            <a:r>
              <a:rPr lang="en-CA" b="1" dirty="0"/>
              <a:t>kill</a:t>
            </a:r>
          </a:p>
          <a:p>
            <a:pPr marL="171450" indent="-171450">
              <a:buFontTx/>
              <a:buChar char="-"/>
            </a:pPr>
            <a:r>
              <a:rPr lang="fr-FR" dirty="0"/>
              <a:t>La commande </a:t>
            </a:r>
            <a:r>
              <a:rPr lang="fr-FR" dirty="0" err="1"/>
              <a:t>kill</a:t>
            </a:r>
            <a:r>
              <a:rPr lang="fr-FR" dirty="0"/>
              <a:t> permet d’envoyer un </a:t>
            </a:r>
            <a:r>
              <a:rPr lang="fr-FR" b="1" dirty="0"/>
              <a:t>signal</a:t>
            </a:r>
            <a:r>
              <a:rPr lang="fr-FR" dirty="0"/>
              <a:t> à un processus via son </a:t>
            </a:r>
            <a:r>
              <a:rPr lang="fr-FR" b="1" dirty="0"/>
              <a:t>PID</a:t>
            </a:r>
            <a:r>
              <a:rPr lang="fr-FR" dirty="0"/>
              <a:t> (Process ID)</a:t>
            </a:r>
            <a:endParaRPr lang="en-CA" b="1" dirty="0"/>
          </a:p>
          <a:p>
            <a:pPr marL="171450" indent="-171450">
              <a:buFontTx/>
              <a:buChar char="-"/>
            </a:pPr>
            <a:r>
              <a:rPr lang="fr-FR" dirty="0"/>
              <a:t>Par défaut, si on écrit juste </a:t>
            </a:r>
            <a:r>
              <a:rPr lang="fr-FR" dirty="0" err="1"/>
              <a:t>kill</a:t>
            </a:r>
            <a:r>
              <a:rPr lang="fr-FR" dirty="0"/>
              <a:t> PID, ça envoie </a:t>
            </a:r>
            <a:r>
              <a:rPr lang="fr-FR" b="1" dirty="0"/>
              <a:t>SIGTERM</a:t>
            </a:r>
            <a:r>
              <a:rPr lang="fr-FR" dirty="0"/>
              <a:t> (signal 15), donc une demande "propre" d’arrêt.</a:t>
            </a:r>
            <a:endParaRPr lang="en-CA" b="1" dirty="0"/>
          </a:p>
          <a:p>
            <a:pPr marL="171450" indent="-171450">
              <a:buFontTx/>
              <a:buChar char="-"/>
            </a:pPr>
            <a:r>
              <a:rPr lang="fr-FR" dirty="0"/>
              <a:t>On peut aussi spécifier un signal manuellement</a:t>
            </a:r>
          </a:p>
          <a:p>
            <a:pPr marL="0" indent="0">
              <a:buFontTx/>
              <a:buNone/>
            </a:pPr>
            <a:endParaRPr lang="en-CA" dirty="0"/>
          </a:p>
          <a:p>
            <a:pPr marL="0" indent="0">
              <a:buFontTx/>
              <a:buNone/>
            </a:pPr>
            <a:r>
              <a:rPr lang="en-CA" dirty="0"/>
              <a:t>🧠 </a:t>
            </a:r>
            <a:r>
              <a:rPr lang="en-CA" b="1" dirty="0" err="1"/>
              <a:t>pkill</a:t>
            </a:r>
            <a:r>
              <a:rPr lang="en-CA" b="1" dirty="0"/>
              <a:t> et </a:t>
            </a:r>
            <a:r>
              <a:rPr lang="en-CA" b="1" dirty="0" err="1"/>
              <a:t>killall</a:t>
            </a:r>
            <a:endParaRPr lang="fr-FR" dirty="0"/>
          </a:p>
          <a:p>
            <a:pPr marL="171450" indent="-171450">
              <a:buFontTx/>
              <a:buChar char="-"/>
            </a:pPr>
            <a:r>
              <a:rPr lang="fr-FR" dirty="0" err="1"/>
              <a:t>killall</a:t>
            </a:r>
            <a:r>
              <a:rPr lang="fr-FR" dirty="0"/>
              <a:t> nom arrête </a:t>
            </a:r>
            <a:r>
              <a:rPr lang="fr-FR" b="1" dirty="0"/>
              <a:t>tous les processus</a:t>
            </a:r>
            <a:r>
              <a:rPr lang="fr-FR" dirty="0"/>
              <a:t> qui correspondent exactement au </a:t>
            </a:r>
            <a:r>
              <a:rPr lang="fr-FR" b="1" dirty="0"/>
              <a:t>nom du programme</a:t>
            </a:r>
            <a:r>
              <a:rPr lang="fr-FR" dirty="0"/>
              <a:t>.</a:t>
            </a:r>
          </a:p>
          <a:p>
            <a:pPr marL="171450" indent="-171450">
              <a:buFontTx/>
              <a:buChar char="-"/>
            </a:pPr>
            <a:r>
              <a:rPr lang="fr-FR" dirty="0" err="1"/>
              <a:t>pkill</a:t>
            </a:r>
            <a:r>
              <a:rPr lang="fr-FR" dirty="0"/>
              <a:t> est plus puissant car il accepte des </a:t>
            </a:r>
            <a:r>
              <a:rPr lang="fr-FR" b="1" dirty="0"/>
              <a:t>expressions régulières</a:t>
            </a:r>
            <a:r>
              <a:rPr lang="fr-FR" dirty="0"/>
              <a:t> (regex).</a:t>
            </a:r>
          </a:p>
          <a:p>
            <a:pPr marL="628650" lvl="1" indent="-171450">
              <a:buFontTx/>
              <a:buChar char="-"/>
            </a:pPr>
            <a:r>
              <a:rPr lang="fr-FR" dirty="0"/>
              <a:t>Exemple : </a:t>
            </a:r>
            <a:r>
              <a:rPr lang="fr-FR" dirty="0" err="1"/>
              <a:t>pkill</a:t>
            </a:r>
            <a:r>
              <a:rPr lang="fr-FR" dirty="0"/>
              <a:t> </a:t>
            </a:r>
            <a:r>
              <a:rPr lang="fr-FR" dirty="0" err="1"/>
              <a:t>firefox</a:t>
            </a:r>
            <a:r>
              <a:rPr lang="fr-FR" dirty="0"/>
              <a:t> arrête tous les processus liés à Firefox.</a:t>
            </a:r>
          </a:p>
          <a:p>
            <a:pPr marL="0" lvl="0" indent="0">
              <a:buFontTx/>
              <a:buNone/>
            </a:pPr>
            <a:r>
              <a:rPr lang="en-CA" dirty="0"/>
              <a:t>🌳</a:t>
            </a:r>
            <a:r>
              <a:rPr lang="en-CA" b="1" dirty="0" err="1"/>
              <a:t>pstree</a:t>
            </a:r>
            <a:endParaRPr lang="fr-FR" dirty="0"/>
          </a:p>
          <a:p>
            <a:pPr marL="171450" lvl="0" indent="-171450">
              <a:buFontTx/>
              <a:buChar char="-"/>
            </a:pPr>
            <a:r>
              <a:rPr lang="fr-FR" dirty="0" err="1"/>
              <a:t>pstree</a:t>
            </a:r>
            <a:r>
              <a:rPr lang="fr-FR" dirty="0"/>
              <a:t> permet de </a:t>
            </a:r>
            <a:r>
              <a:rPr lang="fr-FR" b="1" dirty="0"/>
              <a:t>visualiser l’arborescence des processus</a:t>
            </a:r>
            <a:r>
              <a:rPr lang="fr-FR" dirty="0"/>
              <a:t> — très utile pour voir </a:t>
            </a:r>
            <a:r>
              <a:rPr lang="fr-FR" b="1" dirty="0"/>
              <a:t>qui a lancé quoi</a:t>
            </a:r>
          </a:p>
          <a:p>
            <a:pPr marL="171450" lvl="0" indent="-171450">
              <a:buFontTx/>
              <a:buChar char="-"/>
            </a:pPr>
            <a:r>
              <a:rPr lang="fr-FR" b="1" dirty="0"/>
              <a:t>Prend un PID</a:t>
            </a:r>
          </a:p>
          <a:p>
            <a:pPr marL="171450" lvl="0" indent="-171450">
              <a:buFontTx/>
              <a:buChar char="-"/>
            </a:pPr>
            <a:endParaRPr lang="fr-FR" b="1" dirty="0"/>
          </a:p>
          <a:p>
            <a:pPr>
              <a:buNone/>
            </a:pPr>
            <a:r>
              <a:rPr lang="fr-FR" b="1" dirty="0"/>
              <a:t>Vérifier qu’un processus est terminé</a:t>
            </a:r>
          </a:p>
          <a:p>
            <a:pPr marL="171450" indent="-171450">
              <a:buFontTx/>
              <a:buChar char="-"/>
            </a:pPr>
            <a:r>
              <a:rPr lang="fr-FR" dirty="0"/>
              <a:t>Pour s’assurer qu’un processus est bien arrêté, on peut utiliser :</a:t>
            </a:r>
          </a:p>
          <a:p>
            <a:pPr marL="628650" lvl="1" indent="-171450">
              <a:buFontTx/>
              <a:buChar char="-"/>
            </a:pPr>
            <a:r>
              <a:rPr lang="fr-FR" dirty="0" err="1"/>
              <a:t>ps</a:t>
            </a:r>
            <a:r>
              <a:rPr lang="fr-FR" dirty="0"/>
              <a:t> -</a:t>
            </a:r>
            <a:r>
              <a:rPr lang="fr-FR" dirty="0" err="1"/>
              <a:t>eF</a:t>
            </a:r>
            <a:r>
              <a:rPr lang="fr-FR" dirty="0"/>
              <a:t> | </a:t>
            </a:r>
            <a:r>
              <a:rPr lang="fr-FR" dirty="0" err="1"/>
              <a:t>grep</a:t>
            </a:r>
            <a:r>
              <a:rPr lang="fr-FR" dirty="0"/>
              <a:t> nom → liste tous les processus et filtre par nom</a:t>
            </a:r>
          </a:p>
          <a:p>
            <a:pPr marL="628650" lvl="1" indent="-171450">
              <a:buFontTx/>
              <a:buChar char="-"/>
            </a:pPr>
            <a:r>
              <a:rPr lang="fr-FR" dirty="0" err="1"/>
              <a:t>pgrep</a:t>
            </a:r>
            <a:r>
              <a:rPr lang="fr-FR" dirty="0"/>
              <a:t> -f nom → donne directement les </a:t>
            </a:r>
            <a:r>
              <a:rPr lang="fr-FR" dirty="0" err="1"/>
              <a:t>PIDs</a:t>
            </a:r>
            <a:r>
              <a:rPr lang="fr-FR" dirty="0"/>
              <a:t> des processus contenant ce nom</a:t>
            </a:r>
          </a:p>
          <a:p>
            <a:pPr marL="171450" lvl="0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6CA8A-3D01-4D8F-90CC-20D44CF0E71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7652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 récursivité, </a:t>
            </a:r>
            <a:r>
              <a:rPr lang="fr-FR" b="1" dirty="0"/>
              <a:t>chaque appel de fonction</a:t>
            </a:r>
            <a:r>
              <a:rPr lang="fr-FR" dirty="0"/>
              <a:t> peut déclencher un </a:t>
            </a:r>
            <a:r>
              <a:rPr lang="fr-FR" b="1" dirty="0"/>
              <a:t>nouveau processus</a:t>
            </a:r>
            <a:r>
              <a:rPr lang="fr-FR" dirty="0"/>
              <a:t>, surtout si on utilise des appels système ou des scripts qui forment une nouvelle instance à chaque appel.</a:t>
            </a:r>
          </a:p>
          <a:p>
            <a:endParaRPr lang="fr-FR" dirty="0"/>
          </a:p>
          <a:p>
            <a:r>
              <a:rPr lang="fr-FR" dirty="0"/>
              <a:t>Ce comportement peut </a:t>
            </a:r>
            <a:r>
              <a:rPr lang="fr-FR" b="1" dirty="0"/>
              <a:t>exploser très vite</a:t>
            </a:r>
            <a:r>
              <a:rPr lang="fr-FR" dirty="0"/>
              <a:t>, car les appels se multiplient à chaque niveau de récursion.</a:t>
            </a:r>
          </a:p>
          <a:p>
            <a:endParaRPr lang="fr-FR" b="1" dirty="0"/>
          </a:p>
          <a:p>
            <a:r>
              <a:rPr lang="en-CA" dirty="0"/>
              <a:t>🧰 </a:t>
            </a:r>
            <a:r>
              <a:rPr lang="en-CA" b="1" dirty="0" err="1"/>
              <a:t>Commandes</a:t>
            </a:r>
            <a:r>
              <a:rPr lang="en-CA" b="1" dirty="0"/>
              <a:t> </a:t>
            </a:r>
            <a:r>
              <a:rPr lang="en-CA" b="1" dirty="0" err="1"/>
              <a:t>utiles</a:t>
            </a:r>
            <a:endParaRPr lang="fr-FR" b="1" dirty="0"/>
          </a:p>
          <a:p>
            <a:pPr marL="171450" indent="-171450">
              <a:buFontTx/>
              <a:buChar char="-"/>
            </a:pPr>
            <a:r>
              <a:rPr lang="fr-FR" dirty="0"/>
              <a:t>Pour </a:t>
            </a:r>
            <a:r>
              <a:rPr lang="fr-FR" b="1" dirty="0"/>
              <a:t>visualiser l’arborescence des processus créés</a:t>
            </a:r>
            <a:r>
              <a:rPr lang="fr-FR" dirty="0"/>
              <a:t> :</a:t>
            </a:r>
            <a:endParaRPr lang="en-CA" b="1" dirty="0"/>
          </a:p>
          <a:p>
            <a:pPr marL="628650" lvl="1" indent="-171450">
              <a:buFontTx/>
              <a:buChar char="-"/>
            </a:pPr>
            <a:r>
              <a:rPr lang="fr-FR" dirty="0" err="1"/>
              <a:t>pstree</a:t>
            </a:r>
            <a:r>
              <a:rPr lang="fr-FR" dirty="0"/>
              <a:t> → montre clairement les processus parents/enfants</a:t>
            </a:r>
            <a:endParaRPr lang="en-CA" b="1" dirty="0"/>
          </a:p>
          <a:p>
            <a:pPr marL="171450" lvl="0" indent="-171450">
              <a:buFontTx/>
              <a:buChar char="-"/>
            </a:pPr>
            <a:r>
              <a:rPr lang="fr-FR" dirty="0"/>
              <a:t>Pour </a:t>
            </a:r>
            <a:r>
              <a:rPr lang="fr-FR" b="1" dirty="0"/>
              <a:t>terminer tous les processus créés</a:t>
            </a:r>
            <a:r>
              <a:rPr lang="fr-FR" dirty="0"/>
              <a:t> :</a:t>
            </a:r>
            <a:endParaRPr lang="en-CA" b="1" dirty="0"/>
          </a:p>
          <a:p>
            <a:pPr marL="628650" lvl="1" indent="-171450">
              <a:buFontTx/>
              <a:buChar char="-"/>
            </a:pPr>
            <a:r>
              <a:rPr lang="fr-FR" dirty="0" err="1"/>
              <a:t>pkill</a:t>
            </a:r>
            <a:r>
              <a:rPr lang="fr-FR" dirty="0"/>
              <a:t> → termine par motif ou nom</a:t>
            </a:r>
          </a:p>
          <a:p>
            <a:pPr marL="628650" lvl="1" indent="-171450">
              <a:buFontTx/>
              <a:buChar char="-"/>
            </a:pPr>
            <a:r>
              <a:rPr lang="fr-FR" dirty="0" err="1"/>
              <a:t>killall</a:t>
            </a:r>
            <a:r>
              <a:rPr lang="fr-FR" dirty="0"/>
              <a:t> → termine tous les processus d’un même nom</a:t>
            </a:r>
          </a:p>
          <a:p>
            <a:pPr marL="628650" lvl="1" indent="-171450">
              <a:buFontTx/>
              <a:buChar char="-"/>
            </a:pPr>
            <a:endParaRPr lang="fr-FR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6CA8A-3D01-4D8F-90CC-20D44CF0E71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6625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Chaque processus, peu importe sa taille, utilise des </a:t>
            </a:r>
            <a:r>
              <a:rPr lang="fr-FR" b="1" dirty="0"/>
              <a:t>ressources matérielles</a:t>
            </a:r>
            <a:r>
              <a:rPr lang="fr-FR" dirty="0"/>
              <a:t> : CPU, RAM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🧪 Cas Pratiques</a:t>
            </a:r>
          </a:p>
          <a:p>
            <a:pPr marL="171450" indent="-171450">
              <a:buFontTx/>
              <a:buChar char="-"/>
            </a:pPr>
            <a:r>
              <a:rPr lang="fr-FR" b="1" dirty="0"/>
              <a:t>Plusieurs onglets d’un navigateur</a:t>
            </a:r>
            <a:r>
              <a:rPr lang="fr-FR" dirty="0"/>
              <a:t> (comme Chrome ou Firefox) → chaque onglet peut être un </a:t>
            </a:r>
            <a:r>
              <a:rPr lang="fr-FR" b="1" dirty="0"/>
              <a:t>processus séparé</a:t>
            </a:r>
            <a:r>
              <a:rPr lang="fr-FR" dirty="0"/>
              <a:t> et consommer beaucoup de RAM.</a:t>
            </a:r>
          </a:p>
          <a:p>
            <a:pPr marL="171450" indent="-171450">
              <a:buFontTx/>
              <a:buChar char="-"/>
            </a:pPr>
            <a:r>
              <a:rPr lang="fr-FR" b="1" dirty="0"/>
              <a:t>Un gros document dans LibreOffice</a:t>
            </a:r>
            <a:r>
              <a:rPr lang="fr-FR" dirty="0"/>
              <a:t> (ou Word, PDF, etc.) peut entraîner une forte utilisation de mémoire ou de CPU, surtout lors de la sauvegarde automatique, du chargement, etc.</a:t>
            </a:r>
          </a:p>
          <a:p>
            <a:pPr marL="171450" indent="-171450">
              <a:buFontTx/>
              <a:buChar char="-"/>
            </a:pPr>
            <a:endParaRPr lang="fr-FR" dirty="0"/>
          </a:p>
          <a:p>
            <a:pPr marL="0" indent="0">
              <a:buFontTx/>
              <a:buNone/>
            </a:pPr>
            <a:r>
              <a:rPr lang="fr-FR" dirty="0"/>
              <a:t>🛠️ </a:t>
            </a:r>
            <a:r>
              <a:rPr lang="fr-FR" b="1" dirty="0"/>
              <a:t>Outils pour observer l’utilisation des ressources</a:t>
            </a:r>
          </a:p>
          <a:p>
            <a:pPr marL="171450" indent="-171450">
              <a:buFontTx/>
              <a:buChar char="-"/>
            </a:pPr>
            <a:r>
              <a:rPr lang="fr-FR" dirty="0" err="1"/>
              <a:t>ps</a:t>
            </a:r>
            <a:r>
              <a:rPr lang="fr-FR" dirty="0"/>
              <a:t> : permet de voir la </a:t>
            </a:r>
            <a:r>
              <a:rPr lang="fr-FR" b="1" dirty="0"/>
              <a:t>liste des processus</a:t>
            </a:r>
            <a:r>
              <a:rPr lang="fr-FR" dirty="0"/>
              <a:t>, mais statique (pas en temps réel).</a:t>
            </a:r>
          </a:p>
          <a:p>
            <a:pPr marL="171450" indent="-171450">
              <a:buFontTx/>
              <a:buChar char="-"/>
            </a:pPr>
            <a:r>
              <a:rPr lang="fr-FR" dirty="0"/>
              <a:t>top : affiche en temps réel l’utilisation CPU/mémoire des processus.</a:t>
            </a:r>
          </a:p>
          <a:p>
            <a:pPr marL="171450" indent="-171450">
              <a:buFontTx/>
              <a:buChar char="-"/>
            </a:pPr>
            <a:r>
              <a:rPr lang="fr-FR" dirty="0" err="1"/>
              <a:t>htop</a:t>
            </a:r>
            <a:r>
              <a:rPr lang="fr-FR" dirty="0"/>
              <a:t> : version </a:t>
            </a:r>
            <a:r>
              <a:rPr lang="fr-FR" b="1" dirty="0"/>
              <a:t>interactive et améliorée</a:t>
            </a:r>
            <a:r>
              <a:rPr lang="fr-FR" dirty="0"/>
              <a:t> de top, avec une meilleure interface.</a:t>
            </a:r>
          </a:p>
          <a:p>
            <a:pPr marL="171450" indent="-171450">
              <a:buFontTx/>
              <a:buChar char="-"/>
            </a:pPr>
            <a:r>
              <a:rPr lang="fr-FR" dirty="0" err="1"/>
              <a:t>btop</a:t>
            </a:r>
            <a:r>
              <a:rPr lang="fr-FR" dirty="0"/>
              <a:t> : encore plus graphique, très lisible, affiche CPU, RAM, disques, réseau, etc.</a:t>
            </a:r>
          </a:p>
          <a:p>
            <a:pPr marL="0" indent="0">
              <a:buFontTx/>
              <a:buNone/>
            </a:pPr>
            <a:endParaRPr lang="fr-FR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6CA8A-3D01-4D8F-90CC-20D44CF0E71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8782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01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933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73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720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23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353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351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341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7736193-EDE3-4BB5-AE5F-E6E5472AB8BE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788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07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781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36193-EDE3-4BB5-AE5F-E6E5472AB8BE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462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e.kahoot.it/share/inf1070-lab-10/1b41bc26-cc62-475b-aec5-0492fe1bb74d" TargetMode="Externa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095B41-7312-4603-9F0F-93387C35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pic>
        <p:nvPicPr>
          <p:cNvPr id="4" name="Picture 3" descr="A red and green gradient&#10;&#10;AI-generated content may be incorrect.">
            <a:extLst>
              <a:ext uri="{FF2B5EF4-FFF2-40B4-BE49-F238E27FC236}">
                <a16:creationId xmlns:a16="http://schemas.microsoft.com/office/drawing/2014/main" id="{EA6933DF-3B6F-6ED7-2CCA-F8E1ECFF2B9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t="18594" r="-1" b="25154"/>
          <a:stretch/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042C936-444C-4F0D-9737-291EAFE1E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A7A0F-D3D4-083C-E54C-50E752B80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>
            <a:normAutofit/>
          </a:bodyPr>
          <a:lstStyle/>
          <a:p>
            <a:r>
              <a:rPr lang="fr-CA" noProof="0" dirty="0"/>
              <a:t>INF1070 </a:t>
            </a:r>
            <a:r>
              <a:rPr lang="fr-CA" noProof="0" dirty="0" err="1"/>
              <a:t>Lab</a:t>
            </a:r>
            <a:r>
              <a:rPr lang="fr-CA" noProof="0" dirty="0"/>
              <a:t> 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5E738-719F-75F9-CB14-14311997B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>
            <a:normAutofit/>
          </a:bodyPr>
          <a:lstStyle/>
          <a:p>
            <a:r>
              <a:rPr lang="fr-CA" noProof="0" dirty="0"/>
              <a:t>George Fam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1C4D9F-F4AF-4ED2-9310-56EB2E19C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3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419FDB25-3050-4009-9806-3000DDD1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63EF0F-7BC0-4CFB-AB98-20A8DD91D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31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CA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0131B2-0A4D-1B2B-5EDE-D71BA8FF2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fr-CA" noProof="0" dirty="0"/>
              <a:t>Infos extras sur </a:t>
            </a:r>
            <a:r>
              <a:rPr lang="fr-CA" noProof="0" dirty="0" err="1"/>
              <a:t>lab</a:t>
            </a:r>
            <a:r>
              <a:rPr lang="fr-CA" noProof="0" dirty="0"/>
              <a:t> 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fr-CA" noProof="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5668D5-745F-DCA4-C94D-405AA1F91C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7494880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11555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DA5A-29FC-C790-9234-88B1FFEBC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fr-CA" noProof="0" dirty="0"/>
              <a:t>Processus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46B4AC-74E2-BD77-C20A-3116F5397C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8056624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58287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73CE-C934-90AF-6851-530F41FAD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Job Spec pour </a:t>
            </a:r>
            <a:r>
              <a:rPr lang="en-CA" dirty="0" err="1"/>
              <a:t>fg</a:t>
            </a:r>
            <a:r>
              <a:rPr lang="en-CA" dirty="0"/>
              <a:t> et </a:t>
            </a:r>
            <a:r>
              <a:rPr lang="en-CA"/>
              <a:t>bg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B63EC-B8E9-1488-83C7-B29D0D2FB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%n		o</a:t>
            </a:r>
            <a:r>
              <a:rPr lang="fr-CA" sz="2400" dirty="0"/>
              <a:t>ù n est le numéro du job</a:t>
            </a:r>
            <a:endParaRPr lang="en-CA" sz="2400" dirty="0"/>
          </a:p>
          <a:p>
            <a:r>
              <a:rPr lang="en-CA" sz="2400" dirty="0"/>
              <a:t>%</a:t>
            </a:r>
            <a:r>
              <a:rPr lang="en-CA" sz="2400" dirty="0" err="1"/>
              <a:t>abc</a:t>
            </a:r>
            <a:r>
              <a:rPr lang="en-CA" sz="2400" dirty="0"/>
              <a:t>		</a:t>
            </a:r>
            <a:r>
              <a:rPr lang="en-CA" sz="2400" dirty="0" err="1"/>
              <a:t>où</a:t>
            </a:r>
            <a:r>
              <a:rPr lang="en-CA" sz="2400" dirty="0"/>
              <a:t> la </a:t>
            </a:r>
            <a:r>
              <a:rPr lang="en-CA" sz="2400" dirty="0" err="1"/>
              <a:t>commande</a:t>
            </a:r>
            <a:r>
              <a:rPr lang="en-CA" sz="2400" dirty="0"/>
              <a:t> du job commence par </a:t>
            </a:r>
            <a:r>
              <a:rPr lang="en-CA" sz="2400" dirty="0" err="1"/>
              <a:t>abc</a:t>
            </a:r>
            <a:endParaRPr lang="en-CA" sz="2400" dirty="0"/>
          </a:p>
          <a:p>
            <a:r>
              <a:rPr lang="en-CA" sz="2400" dirty="0"/>
              <a:t>%?</a:t>
            </a:r>
            <a:r>
              <a:rPr lang="en-CA" sz="2400" dirty="0" err="1"/>
              <a:t>abc</a:t>
            </a:r>
            <a:r>
              <a:rPr lang="en-CA" sz="2400" dirty="0"/>
              <a:t>	</a:t>
            </a:r>
            <a:r>
              <a:rPr lang="en-CA" sz="2400" dirty="0" err="1"/>
              <a:t>où</a:t>
            </a:r>
            <a:r>
              <a:rPr lang="en-CA" sz="2400" dirty="0"/>
              <a:t> la </a:t>
            </a:r>
            <a:r>
              <a:rPr lang="en-CA" sz="2400" dirty="0" err="1"/>
              <a:t>commande</a:t>
            </a:r>
            <a:r>
              <a:rPr lang="en-CA" sz="2400" dirty="0"/>
              <a:t> du job </a:t>
            </a:r>
            <a:r>
              <a:rPr lang="en-CA" sz="2400" dirty="0" err="1"/>
              <a:t>contient</a:t>
            </a:r>
            <a:r>
              <a:rPr lang="en-CA" sz="2400" dirty="0"/>
              <a:t> </a:t>
            </a:r>
            <a:r>
              <a:rPr lang="en-CA" sz="2400" dirty="0" err="1"/>
              <a:t>abc</a:t>
            </a:r>
            <a:endParaRPr lang="en-CA" sz="2400" dirty="0"/>
          </a:p>
          <a:p>
            <a:r>
              <a:rPr lang="en-CA" sz="2400" dirty="0"/>
              <a:t>%-		La </a:t>
            </a:r>
            <a:r>
              <a:rPr lang="en-CA" sz="2400" dirty="0" err="1"/>
              <a:t>dernière</a:t>
            </a:r>
            <a:r>
              <a:rPr lang="en-CA" sz="2400" dirty="0"/>
              <a:t> job</a:t>
            </a:r>
          </a:p>
        </p:txBody>
      </p:sp>
    </p:spTree>
    <p:extLst>
      <p:ext uri="{BB962C8B-B14F-4D97-AF65-F5344CB8AC3E}">
        <p14:creationId xmlns:p14="http://schemas.microsoft.com/office/powerpoint/2010/main" val="3876165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79DE37-B1F6-7BC4-2B1A-734D69406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lang="fr-CA" noProof="0" dirty="0">
                <a:solidFill>
                  <a:srgbClr val="FFFFFF"/>
                </a:solidFill>
              </a:rPr>
              <a:t>Signaux (1/2)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453D644-0236-E75B-010D-F26E925ED8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4668980"/>
              </p:ext>
            </p:extLst>
          </p:nvPr>
        </p:nvGraphicFramePr>
        <p:xfrm>
          <a:off x="4705594" y="1240077"/>
          <a:ext cx="6470406" cy="4916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63356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A7304-CDC6-79F5-3F1A-4E234EC88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lang="fr-CA" noProof="0" dirty="0">
                <a:solidFill>
                  <a:srgbClr val="FFFFFF"/>
                </a:solidFill>
              </a:rPr>
              <a:t>SIGNAUX (2/2)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705AEB2-A6AA-4DD4-E349-4CD6936A8E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0769774"/>
              </p:ext>
            </p:extLst>
          </p:nvPr>
        </p:nvGraphicFramePr>
        <p:xfrm>
          <a:off x="4705594" y="767645"/>
          <a:ext cx="6684895" cy="53888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1321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CA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8B2E74-3252-14FA-A6B2-BC47DA7D9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fr-CA" noProof="0" dirty="0"/>
              <a:t>Terminer Processus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fr-CA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81BC2E7-2809-86E7-A735-A7A69430F3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6025406"/>
              </p:ext>
            </p:extLst>
          </p:nvPr>
        </p:nvGraphicFramePr>
        <p:xfrm>
          <a:off x="5141913" y="587024"/>
          <a:ext cx="6265509" cy="4853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59820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32BE7-7C75-1E79-76D1-5AD3E83EE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 dirty="0"/>
              <a:t>Récursivité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67277-FCD5-0D88-37A1-63F5226D6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noProof="0" dirty="0"/>
              <a:t>Chaque appel crée </a:t>
            </a:r>
            <a:r>
              <a:rPr lang="fr-CA" b="1" noProof="0" dirty="0"/>
              <a:t>plusieurs processus</a:t>
            </a:r>
          </a:p>
          <a:p>
            <a:r>
              <a:rPr lang="fr-CA" noProof="0" dirty="0"/>
              <a:t>Commandes utiles :</a:t>
            </a:r>
            <a:endParaRPr lang="fr-CA" b="1" noProof="0" dirty="0"/>
          </a:p>
          <a:p>
            <a:pPr lvl="1"/>
            <a:r>
              <a:rPr lang="fr-CA" b="1" noProof="0" dirty="0" err="1"/>
              <a:t>pstree</a:t>
            </a:r>
            <a:r>
              <a:rPr lang="fr-CA" b="1" noProof="0" dirty="0"/>
              <a:t>, </a:t>
            </a:r>
            <a:r>
              <a:rPr lang="fr-CA" b="1" noProof="0" dirty="0" err="1"/>
              <a:t>pkill</a:t>
            </a:r>
            <a:r>
              <a:rPr lang="fr-CA" b="1" noProof="0" dirty="0"/>
              <a:t>, </a:t>
            </a:r>
            <a:r>
              <a:rPr lang="fr-CA" b="1" noProof="0" dirty="0" err="1"/>
              <a:t>killall</a:t>
            </a:r>
            <a:endParaRPr lang="fr-CA" b="1" noProof="0" dirty="0"/>
          </a:p>
          <a:p>
            <a:r>
              <a:rPr lang="fr-CA" noProof="0" dirty="0"/>
              <a:t>Déduire formule pour nbr de processus crée selon n</a:t>
            </a:r>
          </a:p>
        </p:txBody>
      </p:sp>
    </p:spTree>
    <p:extLst>
      <p:ext uri="{BB962C8B-B14F-4D97-AF65-F5344CB8AC3E}">
        <p14:creationId xmlns:p14="http://schemas.microsoft.com/office/powerpoint/2010/main" val="1520346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81BC3-631C-D64C-FC0C-6B99B41C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 dirty="0"/>
              <a:t>Ressources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8BF8E-3FEE-C5A4-18FA-8952B8FCE1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noProof="0" dirty="0"/>
              <a:t>Tous processus utilise des ressources </a:t>
            </a:r>
            <a:r>
              <a:rPr lang="fr-CA" noProof="0" dirty="0" err="1"/>
              <a:t>commem</a:t>
            </a:r>
            <a:r>
              <a:rPr lang="fr-CA" noProof="0" dirty="0"/>
              <a:t> mémoire vive et processeur (CPU)</a:t>
            </a:r>
          </a:p>
          <a:p>
            <a:r>
              <a:rPr lang="fr-CA" noProof="0" dirty="0"/>
              <a:t>Cas Pratiques</a:t>
            </a:r>
          </a:p>
          <a:p>
            <a:pPr lvl="1"/>
            <a:r>
              <a:rPr lang="fr-CA" noProof="0" dirty="0"/>
              <a:t>Plusieurs onglets d’un fureteur (Chrome, Firefox, </a:t>
            </a:r>
            <a:r>
              <a:rPr lang="fr-CA" noProof="0" dirty="0" err="1"/>
              <a:t>etc</a:t>
            </a:r>
            <a:r>
              <a:rPr lang="fr-CA" noProof="0" dirty="0"/>
              <a:t>)</a:t>
            </a:r>
          </a:p>
          <a:p>
            <a:pPr lvl="1"/>
            <a:r>
              <a:rPr lang="fr-CA" noProof="0" dirty="0"/>
              <a:t>Gros Document dans LibreOffice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9604050-7685-9677-ABE0-FFF55DA8637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05155430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39904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BC298DB-2D5C-40A1-9A78-6B4A12198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C2355B-7CE9-4192-9142-A41CA0A0C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CA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CFC05B-9728-EEBB-0DBC-D65769E79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200" y="967167"/>
            <a:ext cx="4151306" cy="2374516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fr-CA" sz="4800" noProof="0" dirty="0"/>
              <a:t>Quiz </a:t>
            </a:r>
            <a:r>
              <a:rPr lang="fr-CA" sz="4800" noProof="0" dirty="0" err="1"/>
              <a:t>Kahoot</a:t>
            </a:r>
            <a:endParaRPr lang="fr-CA" sz="4800" noProof="0" dirty="0"/>
          </a:p>
        </p:txBody>
      </p:sp>
      <p:pic>
        <p:nvPicPr>
          <p:cNvPr id="9" name="Graphic 8" descr="Questionnaire">
            <a:extLst>
              <a:ext uri="{FF2B5EF4-FFF2-40B4-BE49-F238E27FC236}">
                <a16:creationId xmlns:a16="http://schemas.microsoft.com/office/drawing/2014/main" id="{65050A32-EAD1-6E52-230D-EED90960E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9869" y="805583"/>
            <a:ext cx="4660762" cy="4660762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6D05ED8-39E4-42F8-92CB-704C2BD0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79647" y="3526496"/>
            <a:ext cx="414993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45CE2E7C-6AA3-4710-825D-4CDDF788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256C6C3-0EDC-4651-AB37-9F26CFAA6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AE0F256-A854-A701-9EE4-AA6E38099C0F}"/>
              </a:ext>
            </a:extLst>
          </p:cNvPr>
          <p:cNvSpPr txBox="1"/>
          <p:nvPr/>
        </p:nvSpPr>
        <p:spPr>
          <a:xfrm>
            <a:off x="6727710" y="3785521"/>
            <a:ext cx="40018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noProof="0" dirty="0">
                <a:hlinkClick r:id="rId5"/>
              </a:rPr>
              <a:t>https://create.kahoot.it/share/inf1070-lab-10/1b41bc26-cc62-475b-aec5-0492fe1bb74d</a:t>
            </a:r>
            <a:r>
              <a:rPr lang="fr-CA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0979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B4A67-350C-C42B-4D5C-16E82B97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Discord</a:t>
            </a:r>
          </a:p>
        </p:txBody>
      </p:sp>
      <p:pic>
        <p:nvPicPr>
          <p:cNvPr id="5" name="Content Placeholder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240F0E17-3AE2-7DE1-AE27-B736F42CC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343" y="2016125"/>
            <a:ext cx="3449638" cy="3449638"/>
          </a:xfrm>
        </p:spPr>
      </p:pic>
    </p:spTree>
    <p:extLst>
      <p:ext uri="{BB962C8B-B14F-4D97-AF65-F5344CB8AC3E}">
        <p14:creationId xmlns:p14="http://schemas.microsoft.com/office/powerpoint/2010/main" val="41734413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Custom 4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92D050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1243</TotalTime>
  <Words>1646</Words>
  <Application>Microsoft Office PowerPoint</Application>
  <PresentationFormat>Widescreen</PresentationFormat>
  <Paragraphs>190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Gill Sans MT</vt:lpstr>
      <vt:lpstr>Gallery</vt:lpstr>
      <vt:lpstr>INF1070 Lab 10</vt:lpstr>
      <vt:lpstr>Infos extras sur lab 9</vt:lpstr>
      <vt:lpstr>Processus</vt:lpstr>
      <vt:lpstr>Job Spec pour fg et bg</vt:lpstr>
      <vt:lpstr>Signaux (1/2)</vt:lpstr>
      <vt:lpstr>SIGNAUX (2/2)</vt:lpstr>
      <vt:lpstr>Terminer Processus</vt:lpstr>
      <vt:lpstr>Récursivité</vt:lpstr>
      <vt:lpstr>Ressources</vt:lpstr>
      <vt:lpstr>Quiz Kahoot</vt:lpstr>
      <vt:lpstr>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Fam</dc:creator>
  <cp:lastModifiedBy>George Fam</cp:lastModifiedBy>
  <cp:revision>8</cp:revision>
  <dcterms:created xsi:type="dcterms:W3CDTF">2025-03-21T04:49:37Z</dcterms:created>
  <dcterms:modified xsi:type="dcterms:W3CDTF">2025-03-28T05:22:42Z</dcterms:modified>
</cp:coreProperties>
</file>