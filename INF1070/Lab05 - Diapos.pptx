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3" r:id="rId5"/>
    <p:sldId id="299" r:id="rId6"/>
    <p:sldId id="298" r:id="rId7"/>
    <p:sldId id="297" r:id="rId8"/>
    <p:sldId id="296" r:id="rId9"/>
    <p:sldId id="300" r:id="rId10"/>
    <p:sldId id="30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1" autoAdjust="0"/>
    <p:restoredTop sz="66859" autoAdjust="0"/>
  </p:normalViewPr>
  <p:slideViewPr>
    <p:cSldViewPr snapToGrid="0">
      <p:cViewPr varScale="1">
        <p:scale>
          <a:sx n="81" d="100"/>
          <a:sy n="81" d="100"/>
        </p:scale>
        <p:origin x="1385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hyperlink" Target="https://inf1070.uqam.ca/04-regex.pdf" TargetMode="Externa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hyperlink" Target="https://inf1070.uqam.ca/04-regex.pdf" TargetMode="External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hyperlink" Target="https://inf1070.uqam.ca/04-regex.pdf" TargetMode="External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hyperlink" Target="https://inf1070.uqam.ca/04-regex.pdf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202C33-9630-476D-9F9C-256F39F5A75D}" type="doc">
      <dgm:prSet loTypeId="urn:microsoft.com/office/officeart/2005/8/layout/vList5" loCatId="list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4BE5A2EC-4E9C-4644-AADB-942763EEB1C2}">
      <dgm:prSet/>
      <dgm:spPr/>
      <dgm:t>
        <a:bodyPr/>
        <a:lstStyle/>
        <a:p>
          <a:r>
            <a:rPr lang="en-CA" dirty="0" err="1"/>
            <a:t>Caractères</a:t>
          </a:r>
          <a:r>
            <a:rPr lang="en-CA" dirty="0"/>
            <a:t> </a:t>
          </a:r>
          <a:r>
            <a:rPr lang="en-CA" dirty="0" err="1"/>
            <a:t>spéciaux</a:t>
          </a:r>
          <a:r>
            <a:rPr lang="en-CA" dirty="0"/>
            <a:t>:</a:t>
          </a:r>
          <a:endParaRPr lang="en-US" dirty="0"/>
        </a:p>
      </dgm:t>
    </dgm:pt>
    <dgm:pt modelId="{AC1406E9-C19C-4451-A856-55A3663317F1}" type="parTrans" cxnId="{77B49BE4-E134-4F8A-A1D1-07EA86BEB19D}">
      <dgm:prSet/>
      <dgm:spPr/>
      <dgm:t>
        <a:bodyPr/>
        <a:lstStyle/>
        <a:p>
          <a:endParaRPr lang="en-US"/>
        </a:p>
      </dgm:t>
    </dgm:pt>
    <dgm:pt modelId="{1D5A21CA-A78C-441E-89D0-B8DC032BD98E}" type="sibTrans" cxnId="{77B49BE4-E134-4F8A-A1D1-07EA86BEB19D}">
      <dgm:prSet/>
      <dgm:spPr/>
      <dgm:t>
        <a:bodyPr/>
        <a:lstStyle/>
        <a:p>
          <a:endParaRPr lang="en-US"/>
        </a:p>
      </dgm:t>
    </dgm:pt>
    <dgm:pt modelId="{7D0B2926-CE73-4F1F-9789-22364E74E0DC}">
      <dgm:prSet/>
      <dgm:spPr/>
      <dgm:t>
        <a:bodyPr/>
        <a:lstStyle/>
        <a:p>
          <a:r>
            <a:rPr lang="en-CA" dirty="0"/>
            <a:t>Le point .</a:t>
          </a:r>
          <a:endParaRPr lang="en-US" dirty="0"/>
        </a:p>
      </dgm:t>
    </dgm:pt>
    <dgm:pt modelId="{F59919BE-7761-4B42-925D-917FEA4A3994}" type="parTrans" cxnId="{5012E25C-A51F-419C-BDD2-CDB34E9EA5BE}">
      <dgm:prSet/>
      <dgm:spPr/>
      <dgm:t>
        <a:bodyPr/>
        <a:lstStyle/>
        <a:p>
          <a:endParaRPr lang="en-CA"/>
        </a:p>
      </dgm:t>
    </dgm:pt>
    <dgm:pt modelId="{0F763938-67A7-4F17-A1C5-155917B17DA3}" type="sibTrans" cxnId="{5012E25C-A51F-419C-BDD2-CDB34E9EA5BE}">
      <dgm:prSet/>
      <dgm:spPr/>
      <dgm:t>
        <a:bodyPr/>
        <a:lstStyle/>
        <a:p>
          <a:endParaRPr lang="en-CA"/>
        </a:p>
      </dgm:t>
    </dgm:pt>
    <dgm:pt modelId="{BA254B6D-2B89-461E-BD09-54575047CFF9}">
      <dgm:prSet/>
      <dgm:spPr/>
      <dgm:t>
        <a:bodyPr/>
        <a:lstStyle/>
        <a:p>
          <a:r>
            <a:rPr lang="fr-FR" dirty="0"/>
            <a:t>Correspond à n’importe quel caractère sauf NUL</a:t>
          </a:r>
          <a:endParaRPr lang="en-US" dirty="0"/>
        </a:p>
      </dgm:t>
    </dgm:pt>
    <dgm:pt modelId="{5327466E-E66D-401C-A066-0A94ABF932DD}" type="parTrans" cxnId="{9DAA436D-4B67-4770-9102-5ED84D4BD9D8}">
      <dgm:prSet/>
      <dgm:spPr/>
      <dgm:t>
        <a:bodyPr/>
        <a:lstStyle/>
        <a:p>
          <a:endParaRPr lang="en-CA"/>
        </a:p>
      </dgm:t>
    </dgm:pt>
    <dgm:pt modelId="{18EA3F0A-34B3-4D5F-A576-3386A309320B}" type="sibTrans" cxnId="{9DAA436D-4B67-4770-9102-5ED84D4BD9D8}">
      <dgm:prSet/>
      <dgm:spPr/>
      <dgm:t>
        <a:bodyPr/>
        <a:lstStyle/>
        <a:p>
          <a:endParaRPr lang="en-CA"/>
        </a:p>
      </dgm:t>
    </dgm:pt>
    <dgm:pt modelId="{22804064-48D9-4E41-BEFA-F4E10BA54440}">
      <dgm:prSet/>
      <dgm:spPr/>
      <dgm:t>
        <a:bodyPr/>
        <a:lstStyle/>
        <a:p>
          <a:r>
            <a:rPr lang="en-CA" dirty="0" err="1"/>
            <a:t>Équivalent</a:t>
          </a:r>
          <a:r>
            <a:rPr lang="en-CA" dirty="0"/>
            <a:t> au « ? » </a:t>
          </a:r>
          <a:r>
            <a:rPr lang="en-CA" dirty="0" err="1"/>
            <a:t>en</a:t>
          </a:r>
          <a:r>
            <a:rPr lang="en-CA" dirty="0"/>
            <a:t> glob</a:t>
          </a:r>
          <a:endParaRPr lang="en-US" dirty="0"/>
        </a:p>
      </dgm:t>
    </dgm:pt>
    <dgm:pt modelId="{F6353B15-B578-47F3-B42B-55FCFFBBF70D}" type="parTrans" cxnId="{4671AE17-6F4D-448A-A9E3-ABACDF0B961C}">
      <dgm:prSet/>
      <dgm:spPr/>
      <dgm:t>
        <a:bodyPr/>
        <a:lstStyle/>
        <a:p>
          <a:endParaRPr lang="en-CA"/>
        </a:p>
      </dgm:t>
    </dgm:pt>
    <dgm:pt modelId="{9F41930B-AC8E-4578-A11B-2603318894AF}" type="sibTrans" cxnId="{4671AE17-6F4D-448A-A9E3-ABACDF0B961C}">
      <dgm:prSet/>
      <dgm:spPr/>
      <dgm:t>
        <a:bodyPr/>
        <a:lstStyle/>
        <a:p>
          <a:endParaRPr lang="en-CA"/>
        </a:p>
      </dgm:t>
    </dgm:pt>
    <dgm:pt modelId="{CE09E189-8526-4D3F-AFE2-5EDF427B5B8A}">
      <dgm:prSet/>
      <dgm:spPr/>
      <dgm:t>
        <a:bodyPr/>
        <a:lstStyle/>
        <a:p>
          <a:r>
            <a:rPr lang="fr-FR" dirty="0"/>
            <a:t>Utiliser « \. » pour reconnaître un point</a:t>
          </a:r>
          <a:endParaRPr lang="en-US" dirty="0"/>
        </a:p>
      </dgm:t>
    </dgm:pt>
    <dgm:pt modelId="{CF9E16B4-DD21-47CC-AAF4-25DC91A10AA5}" type="parTrans" cxnId="{74B967BE-C623-4F2D-A284-687DE27394C9}">
      <dgm:prSet/>
      <dgm:spPr/>
      <dgm:t>
        <a:bodyPr/>
        <a:lstStyle/>
        <a:p>
          <a:endParaRPr lang="en-CA"/>
        </a:p>
      </dgm:t>
    </dgm:pt>
    <dgm:pt modelId="{69C0AB81-CA0F-4A24-8F6A-1A9E898DB4B8}" type="sibTrans" cxnId="{74B967BE-C623-4F2D-A284-687DE27394C9}">
      <dgm:prSet/>
      <dgm:spPr/>
      <dgm:t>
        <a:bodyPr/>
        <a:lstStyle/>
        <a:p>
          <a:endParaRPr lang="en-CA"/>
        </a:p>
      </dgm:t>
    </dgm:pt>
    <dgm:pt modelId="{E846C9E2-116E-4A40-97B1-7EA6DF40CBBC}">
      <dgm:prSet/>
      <dgm:spPr/>
      <dgm:t>
        <a:bodyPr/>
        <a:lstStyle/>
        <a:p>
          <a:r>
            <a:rPr lang="en-CA" dirty="0"/>
            <a:t>Les crochets []</a:t>
          </a:r>
          <a:endParaRPr lang="en-US" dirty="0"/>
        </a:p>
      </dgm:t>
    </dgm:pt>
    <dgm:pt modelId="{1D929A3D-E047-46B8-B267-F1E4590BEAE4}" type="parTrans" cxnId="{A743224D-D9A7-4439-B3AB-56638CAF9703}">
      <dgm:prSet/>
      <dgm:spPr/>
      <dgm:t>
        <a:bodyPr/>
        <a:lstStyle/>
        <a:p>
          <a:endParaRPr lang="en-CA"/>
        </a:p>
      </dgm:t>
    </dgm:pt>
    <dgm:pt modelId="{0DF73669-CDA6-45E5-B53F-560061707906}" type="sibTrans" cxnId="{A743224D-D9A7-4439-B3AB-56638CAF9703}">
      <dgm:prSet/>
      <dgm:spPr/>
      <dgm:t>
        <a:bodyPr/>
        <a:lstStyle/>
        <a:p>
          <a:endParaRPr lang="en-CA"/>
        </a:p>
      </dgm:t>
    </dgm:pt>
    <dgm:pt modelId="{2829B835-43F2-4DAC-8F07-12C3AB14416D}">
      <dgm:prSet/>
      <dgm:spPr/>
      <dgm:t>
        <a:bodyPr/>
        <a:lstStyle/>
        <a:p>
          <a:r>
            <a:rPr lang="fr-FR"/>
            <a:t>Listent un choix parmi plusieurs caractères</a:t>
          </a:r>
          <a:endParaRPr lang="en-US"/>
        </a:p>
      </dgm:t>
    </dgm:pt>
    <dgm:pt modelId="{5ADDD6A3-145C-462C-89E1-6FAA731D5324}" type="parTrans" cxnId="{894F8413-A881-446A-B6E2-DFF451682ADC}">
      <dgm:prSet/>
      <dgm:spPr/>
      <dgm:t>
        <a:bodyPr/>
        <a:lstStyle/>
        <a:p>
          <a:endParaRPr lang="en-CA"/>
        </a:p>
      </dgm:t>
    </dgm:pt>
    <dgm:pt modelId="{1CD8F8DE-F1E3-4076-AF3E-65CA5AD648D2}" type="sibTrans" cxnId="{894F8413-A881-446A-B6E2-DFF451682ADC}">
      <dgm:prSet/>
      <dgm:spPr/>
      <dgm:t>
        <a:bodyPr/>
        <a:lstStyle/>
        <a:p>
          <a:endParaRPr lang="en-CA"/>
        </a:p>
      </dgm:t>
    </dgm:pt>
    <dgm:pt modelId="{7057F58D-3226-4187-909E-30863E15FED7}">
      <dgm:prSet/>
      <dgm:spPr/>
      <dgm:t>
        <a:bodyPr/>
        <a:lstStyle/>
        <a:p>
          <a:r>
            <a:rPr lang="fr-FR" dirty="0"/>
            <a:t>Protéger crochets du </a:t>
          </a:r>
          <a:r>
            <a:rPr lang="fr-FR" dirty="0" err="1"/>
            <a:t>shell</a:t>
          </a:r>
          <a:r>
            <a:rPr lang="fr-FR" dirty="0"/>
            <a:t> avec guillemets</a:t>
          </a:r>
          <a:endParaRPr lang="en-US" dirty="0"/>
        </a:p>
      </dgm:t>
    </dgm:pt>
    <dgm:pt modelId="{9BEF5136-871D-468C-A5EA-375240BC7D50}" type="parTrans" cxnId="{6511CBDC-B9AA-4C82-B006-FA633D8CB928}">
      <dgm:prSet/>
      <dgm:spPr/>
      <dgm:t>
        <a:bodyPr/>
        <a:lstStyle/>
        <a:p>
          <a:endParaRPr lang="en-CA"/>
        </a:p>
      </dgm:t>
    </dgm:pt>
    <dgm:pt modelId="{25734FFA-0FC0-4E8B-9B7B-44757C74038E}" type="sibTrans" cxnId="{6511CBDC-B9AA-4C82-B006-FA633D8CB928}">
      <dgm:prSet/>
      <dgm:spPr/>
      <dgm:t>
        <a:bodyPr/>
        <a:lstStyle/>
        <a:p>
          <a:endParaRPr lang="en-CA"/>
        </a:p>
      </dgm:t>
    </dgm:pt>
    <dgm:pt modelId="{098F6CCD-DA6C-4107-8286-644AFA510E52}">
      <dgm:prSet/>
      <dgm:spPr/>
      <dgm:t>
        <a:bodyPr/>
        <a:lstStyle/>
        <a:p>
          <a:r>
            <a:rPr lang="fr-FR" dirty="0"/>
            <a:t>Circonflexe </a:t>
          </a:r>
          <a:r>
            <a:rPr lang="en-CA" dirty="0"/>
            <a:t>^ </a:t>
          </a:r>
          <a:r>
            <a:rPr lang="fr-FR" dirty="0"/>
            <a:t>indique négation (tout autre caractères)</a:t>
          </a:r>
          <a:endParaRPr lang="en-US" dirty="0"/>
        </a:p>
      </dgm:t>
    </dgm:pt>
    <dgm:pt modelId="{C010D549-7F6B-4E6D-89FB-992A7571C019}" type="parTrans" cxnId="{63E54DB9-D61A-43FA-B372-1F026942829B}">
      <dgm:prSet/>
      <dgm:spPr/>
      <dgm:t>
        <a:bodyPr/>
        <a:lstStyle/>
        <a:p>
          <a:endParaRPr lang="en-CA"/>
        </a:p>
      </dgm:t>
    </dgm:pt>
    <dgm:pt modelId="{8249750E-2858-48C5-9D97-B3FA8D77B817}" type="sibTrans" cxnId="{63E54DB9-D61A-43FA-B372-1F026942829B}">
      <dgm:prSet/>
      <dgm:spPr/>
      <dgm:t>
        <a:bodyPr/>
        <a:lstStyle/>
        <a:p>
          <a:endParaRPr lang="en-CA"/>
        </a:p>
      </dgm:t>
    </dgm:pt>
    <dgm:pt modelId="{71B5AD1F-D214-4629-82DB-0760215F858F}" type="pres">
      <dgm:prSet presAssocID="{61202C33-9630-476D-9F9C-256F39F5A75D}" presName="Name0" presStyleCnt="0">
        <dgm:presLayoutVars>
          <dgm:dir/>
          <dgm:animLvl val="lvl"/>
          <dgm:resizeHandles val="exact"/>
        </dgm:presLayoutVars>
      </dgm:prSet>
      <dgm:spPr/>
    </dgm:pt>
    <dgm:pt modelId="{08C454F2-7F34-4D80-B30E-E08EB8B73A75}" type="pres">
      <dgm:prSet presAssocID="{4BE5A2EC-4E9C-4644-AADB-942763EEB1C2}" presName="linNode" presStyleCnt="0"/>
      <dgm:spPr/>
    </dgm:pt>
    <dgm:pt modelId="{F37EC304-7BCB-4B0C-BD0F-0A85C8B23734}" type="pres">
      <dgm:prSet presAssocID="{4BE5A2EC-4E9C-4644-AADB-942763EEB1C2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DE2E7458-4FF8-4663-9811-A7F777A356BE}" type="pres">
      <dgm:prSet presAssocID="{4BE5A2EC-4E9C-4644-AADB-942763EEB1C2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0FF33F02-9AB0-4333-B27A-814B81C7FD3C}" type="presOf" srcId="{61202C33-9630-476D-9F9C-256F39F5A75D}" destId="{71B5AD1F-D214-4629-82DB-0760215F858F}" srcOrd="0" destOrd="0" presId="urn:microsoft.com/office/officeart/2005/8/layout/vList5"/>
    <dgm:cxn modelId="{894F8413-A881-446A-B6E2-DFF451682ADC}" srcId="{E846C9E2-116E-4A40-97B1-7EA6DF40CBBC}" destId="{2829B835-43F2-4DAC-8F07-12C3AB14416D}" srcOrd="0" destOrd="0" parTransId="{5ADDD6A3-145C-462C-89E1-6FAA731D5324}" sibTransId="{1CD8F8DE-F1E3-4076-AF3E-65CA5AD648D2}"/>
    <dgm:cxn modelId="{4671AE17-6F4D-448A-A9E3-ABACDF0B961C}" srcId="{7D0B2926-CE73-4F1F-9789-22364E74E0DC}" destId="{22804064-48D9-4E41-BEFA-F4E10BA54440}" srcOrd="1" destOrd="0" parTransId="{F6353B15-B578-47F3-B42B-55FCFFBBF70D}" sibTransId="{9F41930B-AC8E-4578-A11B-2603318894AF}"/>
    <dgm:cxn modelId="{5012E25C-A51F-419C-BDD2-CDB34E9EA5BE}" srcId="{4BE5A2EC-4E9C-4644-AADB-942763EEB1C2}" destId="{7D0B2926-CE73-4F1F-9789-22364E74E0DC}" srcOrd="0" destOrd="0" parTransId="{F59919BE-7761-4B42-925D-917FEA4A3994}" sibTransId="{0F763938-67A7-4F17-A1C5-155917B17DA3}"/>
    <dgm:cxn modelId="{A743224D-D9A7-4439-B3AB-56638CAF9703}" srcId="{4BE5A2EC-4E9C-4644-AADB-942763EEB1C2}" destId="{E846C9E2-116E-4A40-97B1-7EA6DF40CBBC}" srcOrd="1" destOrd="0" parTransId="{1D929A3D-E047-46B8-B267-F1E4590BEAE4}" sibTransId="{0DF73669-CDA6-45E5-B53F-560061707906}"/>
    <dgm:cxn modelId="{9DAA436D-4B67-4770-9102-5ED84D4BD9D8}" srcId="{7D0B2926-CE73-4F1F-9789-22364E74E0DC}" destId="{BA254B6D-2B89-461E-BD09-54575047CFF9}" srcOrd="0" destOrd="0" parTransId="{5327466E-E66D-401C-A066-0A94ABF932DD}" sibTransId="{18EA3F0A-34B3-4D5F-A576-3386A309320B}"/>
    <dgm:cxn modelId="{47DBA754-CC53-4CA4-92EE-C82503550F10}" type="presOf" srcId="{098F6CCD-DA6C-4107-8286-644AFA510E52}" destId="{DE2E7458-4FF8-4663-9811-A7F777A356BE}" srcOrd="0" destOrd="7" presId="urn:microsoft.com/office/officeart/2005/8/layout/vList5"/>
    <dgm:cxn modelId="{271B3781-0880-44D5-A0C5-83D1BA2B99B7}" type="presOf" srcId="{22804064-48D9-4E41-BEFA-F4E10BA54440}" destId="{DE2E7458-4FF8-4663-9811-A7F777A356BE}" srcOrd="0" destOrd="2" presId="urn:microsoft.com/office/officeart/2005/8/layout/vList5"/>
    <dgm:cxn modelId="{8BAA858F-E742-4A4E-AE99-2203DC67DF41}" type="presOf" srcId="{CE09E189-8526-4D3F-AFE2-5EDF427B5B8A}" destId="{DE2E7458-4FF8-4663-9811-A7F777A356BE}" srcOrd="0" destOrd="3" presId="urn:microsoft.com/office/officeart/2005/8/layout/vList5"/>
    <dgm:cxn modelId="{9E3ABF95-9CCA-4C8E-A3FF-D4168CD940F0}" type="presOf" srcId="{E846C9E2-116E-4A40-97B1-7EA6DF40CBBC}" destId="{DE2E7458-4FF8-4663-9811-A7F777A356BE}" srcOrd="0" destOrd="4" presId="urn:microsoft.com/office/officeart/2005/8/layout/vList5"/>
    <dgm:cxn modelId="{8FD09C97-B584-4CB6-8BCA-2B29D82F6C06}" type="presOf" srcId="{2829B835-43F2-4DAC-8F07-12C3AB14416D}" destId="{DE2E7458-4FF8-4663-9811-A7F777A356BE}" srcOrd="0" destOrd="5" presId="urn:microsoft.com/office/officeart/2005/8/layout/vList5"/>
    <dgm:cxn modelId="{11D47AB7-F69B-449F-9D9F-78A3C78FBDDD}" type="presOf" srcId="{BA254B6D-2B89-461E-BD09-54575047CFF9}" destId="{DE2E7458-4FF8-4663-9811-A7F777A356BE}" srcOrd="0" destOrd="1" presId="urn:microsoft.com/office/officeart/2005/8/layout/vList5"/>
    <dgm:cxn modelId="{63E54DB9-D61A-43FA-B372-1F026942829B}" srcId="{E846C9E2-116E-4A40-97B1-7EA6DF40CBBC}" destId="{098F6CCD-DA6C-4107-8286-644AFA510E52}" srcOrd="2" destOrd="0" parTransId="{C010D549-7F6B-4E6D-89FB-992A7571C019}" sibTransId="{8249750E-2858-48C5-9D97-B3FA8D77B817}"/>
    <dgm:cxn modelId="{C147B7BB-900E-44BB-873B-B186663EB114}" type="presOf" srcId="{4BE5A2EC-4E9C-4644-AADB-942763EEB1C2}" destId="{F37EC304-7BCB-4B0C-BD0F-0A85C8B23734}" srcOrd="0" destOrd="0" presId="urn:microsoft.com/office/officeart/2005/8/layout/vList5"/>
    <dgm:cxn modelId="{74B967BE-C623-4F2D-A284-687DE27394C9}" srcId="{7D0B2926-CE73-4F1F-9789-22364E74E0DC}" destId="{CE09E189-8526-4D3F-AFE2-5EDF427B5B8A}" srcOrd="2" destOrd="0" parTransId="{CF9E16B4-DD21-47CC-AAF4-25DC91A10AA5}" sibTransId="{69C0AB81-CA0F-4A24-8F6A-1A9E898DB4B8}"/>
    <dgm:cxn modelId="{90112DC6-7CF5-4F10-A03B-CEA3D68A053B}" type="presOf" srcId="{7D0B2926-CE73-4F1F-9789-22364E74E0DC}" destId="{DE2E7458-4FF8-4663-9811-A7F777A356BE}" srcOrd="0" destOrd="0" presId="urn:microsoft.com/office/officeart/2005/8/layout/vList5"/>
    <dgm:cxn modelId="{365003CE-470C-4944-86B0-42765F7D9A8A}" type="presOf" srcId="{7057F58D-3226-4187-909E-30863E15FED7}" destId="{DE2E7458-4FF8-4663-9811-A7F777A356BE}" srcOrd="0" destOrd="6" presId="urn:microsoft.com/office/officeart/2005/8/layout/vList5"/>
    <dgm:cxn modelId="{6511CBDC-B9AA-4C82-B006-FA633D8CB928}" srcId="{E846C9E2-116E-4A40-97B1-7EA6DF40CBBC}" destId="{7057F58D-3226-4187-909E-30863E15FED7}" srcOrd="1" destOrd="0" parTransId="{9BEF5136-871D-468C-A5EA-375240BC7D50}" sibTransId="{25734FFA-0FC0-4E8B-9B7B-44757C74038E}"/>
    <dgm:cxn modelId="{77B49BE4-E134-4F8A-A1D1-07EA86BEB19D}" srcId="{61202C33-9630-476D-9F9C-256F39F5A75D}" destId="{4BE5A2EC-4E9C-4644-AADB-942763EEB1C2}" srcOrd="0" destOrd="0" parTransId="{AC1406E9-C19C-4451-A856-55A3663317F1}" sibTransId="{1D5A21CA-A78C-441E-89D0-B8DC032BD98E}"/>
    <dgm:cxn modelId="{6C23641C-9868-4E0D-81AF-776A9A62797C}" type="presParOf" srcId="{71B5AD1F-D214-4629-82DB-0760215F858F}" destId="{08C454F2-7F34-4D80-B30E-E08EB8B73A75}" srcOrd="0" destOrd="0" presId="urn:microsoft.com/office/officeart/2005/8/layout/vList5"/>
    <dgm:cxn modelId="{72851A54-BA15-4D54-BC2A-425DE3F2872D}" type="presParOf" srcId="{08C454F2-7F34-4D80-B30E-E08EB8B73A75}" destId="{F37EC304-7BCB-4B0C-BD0F-0A85C8B23734}" srcOrd="0" destOrd="0" presId="urn:microsoft.com/office/officeart/2005/8/layout/vList5"/>
    <dgm:cxn modelId="{DA297EA6-87CE-4D3B-A6FD-90D3B1F6ED35}" type="presParOf" srcId="{08C454F2-7F34-4D80-B30E-E08EB8B73A75}" destId="{DE2E7458-4FF8-4663-9811-A7F777A356B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1202C33-9630-476D-9F9C-256F39F5A75D}" type="doc">
      <dgm:prSet loTypeId="urn:microsoft.com/office/officeart/2005/8/layout/vList5" loCatId="list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4BE5A2EC-4E9C-4644-AADB-942763EEB1C2}">
      <dgm:prSet/>
      <dgm:spPr/>
      <dgm:t>
        <a:bodyPr/>
        <a:lstStyle/>
        <a:p>
          <a:r>
            <a:rPr lang="en-CA"/>
            <a:t>Caractères spéciaux:</a:t>
          </a:r>
          <a:endParaRPr lang="en-US"/>
        </a:p>
      </dgm:t>
    </dgm:pt>
    <dgm:pt modelId="{AC1406E9-C19C-4451-A856-55A3663317F1}" type="parTrans" cxnId="{77B49BE4-E134-4F8A-A1D1-07EA86BEB19D}">
      <dgm:prSet/>
      <dgm:spPr/>
      <dgm:t>
        <a:bodyPr/>
        <a:lstStyle/>
        <a:p>
          <a:endParaRPr lang="en-US"/>
        </a:p>
      </dgm:t>
    </dgm:pt>
    <dgm:pt modelId="{1D5A21CA-A78C-441E-89D0-B8DC032BD98E}" type="sibTrans" cxnId="{77B49BE4-E134-4F8A-A1D1-07EA86BEB19D}">
      <dgm:prSet/>
      <dgm:spPr/>
      <dgm:t>
        <a:bodyPr/>
        <a:lstStyle/>
        <a:p>
          <a:endParaRPr lang="en-US"/>
        </a:p>
      </dgm:t>
    </dgm:pt>
    <dgm:pt modelId="{8BF914B9-2A8B-4755-8B5E-3D0747054D27}">
      <dgm:prSet/>
      <dgm:spPr/>
      <dgm:t>
        <a:bodyPr/>
        <a:lstStyle/>
        <a:p>
          <a:r>
            <a:rPr lang="en-CA" dirty="0" err="1"/>
            <a:t>L’étoile</a:t>
          </a:r>
          <a:r>
            <a:rPr lang="en-CA" dirty="0"/>
            <a:t> *</a:t>
          </a:r>
        </a:p>
      </dgm:t>
    </dgm:pt>
    <dgm:pt modelId="{37F43BC4-A7AA-421A-8814-D795B5325017}" type="parTrans" cxnId="{DE4DD830-2933-49BE-B594-09150C9447E7}">
      <dgm:prSet/>
      <dgm:spPr/>
      <dgm:t>
        <a:bodyPr/>
        <a:lstStyle/>
        <a:p>
          <a:endParaRPr lang="en-CA"/>
        </a:p>
      </dgm:t>
    </dgm:pt>
    <dgm:pt modelId="{C0A0CE6B-9309-4FEF-BA3E-56EED3AF2CD5}" type="sibTrans" cxnId="{DE4DD830-2933-49BE-B594-09150C9447E7}">
      <dgm:prSet/>
      <dgm:spPr/>
      <dgm:t>
        <a:bodyPr/>
        <a:lstStyle/>
        <a:p>
          <a:endParaRPr lang="en-CA"/>
        </a:p>
      </dgm:t>
    </dgm:pt>
    <dgm:pt modelId="{32EBCEAF-A92E-4B71-9F3E-466C639B770F}">
      <dgm:prSet/>
      <dgm:spPr/>
      <dgm:t>
        <a:bodyPr/>
        <a:lstStyle/>
        <a:p>
          <a:r>
            <a:rPr lang="fr-FR" dirty="0"/>
            <a:t>Indique une répétition d’un motif 0+ fois</a:t>
          </a:r>
          <a:endParaRPr lang="en-CA" dirty="0"/>
        </a:p>
      </dgm:t>
    </dgm:pt>
    <dgm:pt modelId="{4BCC0DCA-87A5-4CAA-B15D-7D02DD4EE9F3}" type="parTrans" cxnId="{D62E1E3B-5C5E-42AB-8C1D-288525D9948C}">
      <dgm:prSet/>
      <dgm:spPr/>
      <dgm:t>
        <a:bodyPr/>
        <a:lstStyle/>
        <a:p>
          <a:endParaRPr lang="en-CA"/>
        </a:p>
      </dgm:t>
    </dgm:pt>
    <dgm:pt modelId="{68D9E040-2C90-4632-A09B-6F6C1C658DA8}" type="sibTrans" cxnId="{D62E1E3B-5C5E-42AB-8C1D-288525D9948C}">
      <dgm:prSet/>
      <dgm:spPr/>
      <dgm:t>
        <a:bodyPr/>
        <a:lstStyle/>
        <a:p>
          <a:endParaRPr lang="en-CA"/>
        </a:p>
      </dgm:t>
    </dgm:pt>
    <dgm:pt modelId="{258860F5-1F9F-4F34-AFC3-3DC48733BA37}">
      <dgm:prSet/>
      <dgm:spPr/>
      <dgm:t>
        <a:bodyPr/>
        <a:lstStyle/>
        <a:p>
          <a:r>
            <a:rPr lang="en-CA" dirty="0"/>
            <a:t>Le </a:t>
          </a:r>
          <a:r>
            <a:rPr lang="en-CA" dirty="0" err="1"/>
            <a:t>circonflexe</a:t>
          </a:r>
          <a:r>
            <a:rPr lang="en-CA" dirty="0"/>
            <a:t> ^</a:t>
          </a:r>
        </a:p>
      </dgm:t>
    </dgm:pt>
    <dgm:pt modelId="{317B725E-738B-47D3-B9A7-93925731D147}" type="parTrans" cxnId="{F13D6C89-0F31-400E-886F-E80FDFD4F727}">
      <dgm:prSet/>
      <dgm:spPr/>
      <dgm:t>
        <a:bodyPr/>
        <a:lstStyle/>
        <a:p>
          <a:endParaRPr lang="en-CA"/>
        </a:p>
      </dgm:t>
    </dgm:pt>
    <dgm:pt modelId="{8BA6BEAA-F093-4542-BF4A-B823F2881187}" type="sibTrans" cxnId="{F13D6C89-0F31-400E-886F-E80FDFD4F727}">
      <dgm:prSet/>
      <dgm:spPr/>
      <dgm:t>
        <a:bodyPr/>
        <a:lstStyle/>
        <a:p>
          <a:endParaRPr lang="en-CA"/>
        </a:p>
      </dgm:t>
    </dgm:pt>
    <dgm:pt modelId="{5A4F45E1-F634-41B2-8430-6F98BE83CCE7}">
      <dgm:prSet/>
      <dgm:spPr/>
      <dgm:t>
        <a:bodyPr/>
        <a:lstStyle/>
        <a:p>
          <a:r>
            <a:rPr lang="fr-FR" dirty="0"/>
            <a:t>Indique début de chaine ou (ligne)</a:t>
          </a:r>
          <a:endParaRPr lang="en-CA" dirty="0"/>
        </a:p>
      </dgm:t>
    </dgm:pt>
    <dgm:pt modelId="{DA10C406-02B0-4659-AA87-D57A4A828B9F}" type="parTrans" cxnId="{CBA5E827-8C97-4B9C-AF92-783A6418009C}">
      <dgm:prSet/>
      <dgm:spPr/>
      <dgm:t>
        <a:bodyPr/>
        <a:lstStyle/>
        <a:p>
          <a:endParaRPr lang="en-CA"/>
        </a:p>
      </dgm:t>
    </dgm:pt>
    <dgm:pt modelId="{F6281FB0-D65D-471B-9548-454CA1C1E651}" type="sibTrans" cxnId="{CBA5E827-8C97-4B9C-AF92-783A6418009C}">
      <dgm:prSet/>
      <dgm:spPr/>
      <dgm:t>
        <a:bodyPr/>
        <a:lstStyle/>
        <a:p>
          <a:endParaRPr lang="en-CA"/>
        </a:p>
      </dgm:t>
    </dgm:pt>
    <dgm:pt modelId="{09F6A3DA-0DDD-46C6-83C9-71335BB982AB}">
      <dgm:prSet/>
      <dgm:spPr/>
      <dgm:t>
        <a:bodyPr/>
        <a:lstStyle/>
        <a:p>
          <a:r>
            <a:rPr lang="en-CA" dirty="0"/>
            <a:t>Le dollar $</a:t>
          </a:r>
        </a:p>
      </dgm:t>
    </dgm:pt>
    <dgm:pt modelId="{DC79CD88-DF92-4B7D-AB5E-F27588F6E2BB}" type="parTrans" cxnId="{720A3938-A3AD-4571-BF5E-29F78AE4FA05}">
      <dgm:prSet/>
      <dgm:spPr/>
      <dgm:t>
        <a:bodyPr/>
        <a:lstStyle/>
        <a:p>
          <a:endParaRPr lang="en-CA"/>
        </a:p>
      </dgm:t>
    </dgm:pt>
    <dgm:pt modelId="{438E66C4-40B8-4064-B67F-4564039AE5B7}" type="sibTrans" cxnId="{720A3938-A3AD-4571-BF5E-29F78AE4FA05}">
      <dgm:prSet/>
      <dgm:spPr/>
      <dgm:t>
        <a:bodyPr/>
        <a:lstStyle/>
        <a:p>
          <a:endParaRPr lang="en-CA"/>
        </a:p>
      </dgm:t>
    </dgm:pt>
    <dgm:pt modelId="{2B60183B-3446-4871-893D-479AEF18139A}">
      <dgm:prSet/>
      <dgm:spPr/>
      <dgm:t>
        <a:bodyPr/>
        <a:lstStyle/>
        <a:p>
          <a:r>
            <a:rPr lang="fr-FR" dirty="0"/>
            <a:t>Indique fin de chaine ou (ligne)</a:t>
          </a:r>
          <a:endParaRPr lang="en-CA" dirty="0"/>
        </a:p>
      </dgm:t>
    </dgm:pt>
    <dgm:pt modelId="{6B0BF81C-9B33-4367-B5BF-4E1ECFDC9108}" type="parTrans" cxnId="{40A9B96F-874A-404D-BFF3-6C7D4D5CC0E8}">
      <dgm:prSet/>
      <dgm:spPr/>
      <dgm:t>
        <a:bodyPr/>
        <a:lstStyle/>
        <a:p>
          <a:endParaRPr lang="en-CA"/>
        </a:p>
      </dgm:t>
    </dgm:pt>
    <dgm:pt modelId="{7C4272DD-BA50-4C12-B797-F5C6C5FC3160}" type="sibTrans" cxnId="{40A9B96F-874A-404D-BFF3-6C7D4D5CC0E8}">
      <dgm:prSet/>
      <dgm:spPr/>
      <dgm:t>
        <a:bodyPr/>
        <a:lstStyle/>
        <a:p>
          <a:endParaRPr lang="en-CA"/>
        </a:p>
      </dgm:t>
    </dgm:pt>
    <dgm:pt modelId="{5994BBD4-47C3-40D9-B175-9FCA435B1E6C}">
      <dgm:prSet/>
      <dgm:spPr/>
      <dgm:t>
        <a:bodyPr/>
        <a:lstStyle/>
        <a:p>
          <a:r>
            <a:rPr lang="en-CA" dirty="0"/>
            <a:t>La </a:t>
          </a:r>
          <a:r>
            <a:rPr lang="en-CA" dirty="0" err="1"/>
            <a:t>contre</a:t>
          </a:r>
          <a:r>
            <a:rPr lang="en-CA" dirty="0"/>
            <a:t>-oblique \</a:t>
          </a:r>
        </a:p>
      </dgm:t>
    </dgm:pt>
    <dgm:pt modelId="{D981F187-AED6-4A08-A33B-B4DBDA55C876}" type="parTrans" cxnId="{DA8EA5EA-A192-4348-BB03-6E95A1716FC1}">
      <dgm:prSet/>
      <dgm:spPr/>
      <dgm:t>
        <a:bodyPr/>
        <a:lstStyle/>
        <a:p>
          <a:endParaRPr lang="en-CA"/>
        </a:p>
      </dgm:t>
    </dgm:pt>
    <dgm:pt modelId="{FD052B8D-6325-4903-BA9B-7D1961B43251}" type="sibTrans" cxnId="{DA8EA5EA-A192-4348-BB03-6E95A1716FC1}">
      <dgm:prSet/>
      <dgm:spPr/>
      <dgm:t>
        <a:bodyPr/>
        <a:lstStyle/>
        <a:p>
          <a:endParaRPr lang="en-CA"/>
        </a:p>
      </dgm:t>
    </dgm:pt>
    <dgm:pt modelId="{F63EFAF1-B377-48C6-9459-9C2B6BE8A5C4}">
      <dgm:prSet/>
      <dgm:spPr/>
      <dgm:t>
        <a:bodyPr/>
        <a:lstStyle/>
        <a:p>
          <a:r>
            <a:rPr lang="fr-FR" dirty="0"/>
            <a:t>\ rend littéral un caractère spécial et inversement</a:t>
          </a:r>
          <a:endParaRPr lang="en-CA" dirty="0"/>
        </a:p>
      </dgm:t>
    </dgm:pt>
    <dgm:pt modelId="{D4585DA5-1D66-464D-94CF-4DAC30FC40B4}" type="parTrans" cxnId="{482E471B-2666-43D5-BE64-95AFAAB7CAE8}">
      <dgm:prSet/>
      <dgm:spPr/>
      <dgm:t>
        <a:bodyPr/>
        <a:lstStyle/>
        <a:p>
          <a:endParaRPr lang="en-CA"/>
        </a:p>
      </dgm:t>
    </dgm:pt>
    <dgm:pt modelId="{114FEF3F-68DF-4AB4-913A-73C5C8114603}" type="sibTrans" cxnId="{482E471B-2666-43D5-BE64-95AFAAB7CAE8}">
      <dgm:prSet/>
      <dgm:spPr/>
      <dgm:t>
        <a:bodyPr/>
        <a:lstStyle/>
        <a:p>
          <a:endParaRPr lang="en-CA"/>
        </a:p>
      </dgm:t>
    </dgm:pt>
    <dgm:pt modelId="{47F48B57-60CA-464F-89E2-38A8A22B1C6F}">
      <dgm:prSet/>
      <dgm:spPr/>
      <dgm:t>
        <a:bodyPr/>
        <a:lstStyle/>
        <a:p>
          <a:r>
            <a:rPr lang="fr-FR" dirty="0"/>
            <a:t>Tous autres caractères sont littéraux</a:t>
          </a:r>
          <a:endParaRPr lang="en-CA" dirty="0"/>
        </a:p>
      </dgm:t>
    </dgm:pt>
    <dgm:pt modelId="{65D15112-5CD6-46A5-8413-B38085202563}" type="parTrans" cxnId="{DFE0D2DF-64F0-4F31-8D4C-5E7BFDF75B03}">
      <dgm:prSet/>
      <dgm:spPr/>
      <dgm:t>
        <a:bodyPr/>
        <a:lstStyle/>
        <a:p>
          <a:endParaRPr lang="en-CA"/>
        </a:p>
      </dgm:t>
    </dgm:pt>
    <dgm:pt modelId="{5E95D96B-EB4C-4F0A-95FB-B1E5FC0BE26A}" type="sibTrans" cxnId="{DFE0D2DF-64F0-4F31-8D4C-5E7BFDF75B03}">
      <dgm:prSet/>
      <dgm:spPr/>
      <dgm:t>
        <a:bodyPr/>
        <a:lstStyle/>
        <a:p>
          <a:endParaRPr lang="en-CA"/>
        </a:p>
      </dgm:t>
    </dgm:pt>
    <dgm:pt modelId="{71B5AD1F-D214-4629-82DB-0760215F858F}" type="pres">
      <dgm:prSet presAssocID="{61202C33-9630-476D-9F9C-256F39F5A75D}" presName="Name0" presStyleCnt="0">
        <dgm:presLayoutVars>
          <dgm:dir/>
          <dgm:animLvl val="lvl"/>
          <dgm:resizeHandles val="exact"/>
        </dgm:presLayoutVars>
      </dgm:prSet>
      <dgm:spPr/>
    </dgm:pt>
    <dgm:pt modelId="{08C454F2-7F34-4D80-B30E-E08EB8B73A75}" type="pres">
      <dgm:prSet presAssocID="{4BE5A2EC-4E9C-4644-AADB-942763EEB1C2}" presName="linNode" presStyleCnt="0"/>
      <dgm:spPr/>
    </dgm:pt>
    <dgm:pt modelId="{F37EC304-7BCB-4B0C-BD0F-0A85C8B23734}" type="pres">
      <dgm:prSet presAssocID="{4BE5A2EC-4E9C-4644-AADB-942763EEB1C2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DE2E7458-4FF8-4663-9811-A7F777A356BE}" type="pres">
      <dgm:prSet presAssocID="{4BE5A2EC-4E9C-4644-AADB-942763EEB1C2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0FF33F02-9AB0-4333-B27A-814B81C7FD3C}" type="presOf" srcId="{61202C33-9630-476D-9F9C-256F39F5A75D}" destId="{71B5AD1F-D214-4629-82DB-0760215F858F}" srcOrd="0" destOrd="0" presId="urn:microsoft.com/office/officeart/2005/8/layout/vList5"/>
    <dgm:cxn modelId="{EC16E20D-DC5A-4F16-A523-78D76C5840D4}" type="presOf" srcId="{8BF914B9-2A8B-4755-8B5E-3D0747054D27}" destId="{DE2E7458-4FF8-4663-9811-A7F777A356BE}" srcOrd="0" destOrd="0" presId="urn:microsoft.com/office/officeart/2005/8/layout/vList5"/>
    <dgm:cxn modelId="{2DA76011-A937-4FE3-9794-F1C3FB1627DC}" type="presOf" srcId="{5994BBD4-47C3-40D9-B175-9FCA435B1E6C}" destId="{DE2E7458-4FF8-4663-9811-A7F777A356BE}" srcOrd="0" destOrd="6" presId="urn:microsoft.com/office/officeart/2005/8/layout/vList5"/>
    <dgm:cxn modelId="{482E471B-2666-43D5-BE64-95AFAAB7CAE8}" srcId="{5994BBD4-47C3-40D9-B175-9FCA435B1E6C}" destId="{F63EFAF1-B377-48C6-9459-9C2B6BE8A5C4}" srcOrd="0" destOrd="0" parTransId="{D4585DA5-1D66-464D-94CF-4DAC30FC40B4}" sibTransId="{114FEF3F-68DF-4AB4-913A-73C5C8114603}"/>
    <dgm:cxn modelId="{CBA5E827-8C97-4B9C-AF92-783A6418009C}" srcId="{258860F5-1F9F-4F34-AFC3-3DC48733BA37}" destId="{5A4F45E1-F634-41B2-8430-6F98BE83CCE7}" srcOrd="0" destOrd="0" parTransId="{DA10C406-02B0-4659-AA87-D57A4A828B9F}" sibTransId="{F6281FB0-D65D-471B-9548-454CA1C1E651}"/>
    <dgm:cxn modelId="{DE4DD830-2933-49BE-B594-09150C9447E7}" srcId="{4BE5A2EC-4E9C-4644-AADB-942763EEB1C2}" destId="{8BF914B9-2A8B-4755-8B5E-3D0747054D27}" srcOrd="0" destOrd="0" parTransId="{37F43BC4-A7AA-421A-8814-D795B5325017}" sibTransId="{C0A0CE6B-9309-4FEF-BA3E-56EED3AF2CD5}"/>
    <dgm:cxn modelId="{720A3938-A3AD-4571-BF5E-29F78AE4FA05}" srcId="{4BE5A2EC-4E9C-4644-AADB-942763EEB1C2}" destId="{09F6A3DA-0DDD-46C6-83C9-71335BB982AB}" srcOrd="2" destOrd="0" parTransId="{DC79CD88-DF92-4B7D-AB5E-F27588F6E2BB}" sibTransId="{438E66C4-40B8-4064-B67F-4564039AE5B7}"/>
    <dgm:cxn modelId="{D62E1E3B-5C5E-42AB-8C1D-288525D9948C}" srcId="{8BF914B9-2A8B-4755-8B5E-3D0747054D27}" destId="{32EBCEAF-A92E-4B71-9F3E-466C639B770F}" srcOrd="0" destOrd="0" parTransId="{4BCC0DCA-87A5-4CAA-B15D-7D02DD4EE9F3}" sibTransId="{68D9E040-2C90-4632-A09B-6F6C1C658DA8}"/>
    <dgm:cxn modelId="{9DAD3245-2F40-41F0-B116-354DC13A294F}" type="presOf" srcId="{47F48B57-60CA-464F-89E2-38A8A22B1C6F}" destId="{DE2E7458-4FF8-4663-9811-A7F777A356BE}" srcOrd="0" destOrd="8" presId="urn:microsoft.com/office/officeart/2005/8/layout/vList5"/>
    <dgm:cxn modelId="{40A9B96F-874A-404D-BFF3-6C7D4D5CC0E8}" srcId="{09F6A3DA-0DDD-46C6-83C9-71335BB982AB}" destId="{2B60183B-3446-4871-893D-479AEF18139A}" srcOrd="0" destOrd="0" parTransId="{6B0BF81C-9B33-4367-B5BF-4E1ECFDC9108}" sibTransId="{7C4272DD-BA50-4C12-B797-F5C6C5FC3160}"/>
    <dgm:cxn modelId="{26C65459-D4D1-4070-B8DE-1241DAABB724}" type="presOf" srcId="{2B60183B-3446-4871-893D-479AEF18139A}" destId="{DE2E7458-4FF8-4663-9811-A7F777A356BE}" srcOrd="0" destOrd="5" presId="urn:microsoft.com/office/officeart/2005/8/layout/vList5"/>
    <dgm:cxn modelId="{F13D6C89-0F31-400E-886F-E80FDFD4F727}" srcId="{4BE5A2EC-4E9C-4644-AADB-942763EEB1C2}" destId="{258860F5-1F9F-4F34-AFC3-3DC48733BA37}" srcOrd="1" destOrd="0" parTransId="{317B725E-738B-47D3-B9A7-93925731D147}" sibTransId="{8BA6BEAA-F093-4542-BF4A-B823F2881187}"/>
    <dgm:cxn modelId="{EADDC68A-A2D9-4D97-A57C-97BB092B61E0}" type="presOf" srcId="{09F6A3DA-0DDD-46C6-83C9-71335BB982AB}" destId="{DE2E7458-4FF8-4663-9811-A7F777A356BE}" srcOrd="0" destOrd="4" presId="urn:microsoft.com/office/officeart/2005/8/layout/vList5"/>
    <dgm:cxn modelId="{C147B7BB-900E-44BB-873B-B186663EB114}" type="presOf" srcId="{4BE5A2EC-4E9C-4644-AADB-942763EEB1C2}" destId="{F37EC304-7BCB-4B0C-BD0F-0A85C8B23734}" srcOrd="0" destOrd="0" presId="urn:microsoft.com/office/officeart/2005/8/layout/vList5"/>
    <dgm:cxn modelId="{363E9CC8-0B3C-450E-8768-66CB29E7425B}" type="presOf" srcId="{5A4F45E1-F634-41B2-8430-6F98BE83CCE7}" destId="{DE2E7458-4FF8-4663-9811-A7F777A356BE}" srcOrd="0" destOrd="3" presId="urn:microsoft.com/office/officeart/2005/8/layout/vList5"/>
    <dgm:cxn modelId="{A07FC5CD-1240-4F25-B845-A831ADCAF4B3}" type="presOf" srcId="{32EBCEAF-A92E-4B71-9F3E-466C639B770F}" destId="{DE2E7458-4FF8-4663-9811-A7F777A356BE}" srcOrd="0" destOrd="1" presId="urn:microsoft.com/office/officeart/2005/8/layout/vList5"/>
    <dgm:cxn modelId="{03912BD2-8A28-4817-A831-FA05629BE3B7}" type="presOf" srcId="{F63EFAF1-B377-48C6-9459-9C2B6BE8A5C4}" destId="{DE2E7458-4FF8-4663-9811-A7F777A356BE}" srcOrd="0" destOrd="7" presId="urn:microsoft.com/office/officeart/2005/8/layout/vList5"/>
    <dgm:cxn modelId="{DFE0D2DF-64F0-4F31-8D4C-5E7BFDF75B03}" srcId="{4BE5A2EC-4E9C-4644-AADB-942763EEB1C2}" destId="{47F48B57-60CA-464F-89E2-38A8A22B1C6F}" srcOrd="4" destOrd="0" parTransId="{65D15112-5CD6-46A5-8413-B38085202563}" sibTransId="{5E95D96B-EB4C-4F0A-95FB-B1E5FC0BE26A}"/>
    <dgm:cxn modelId="{77B49BE4-E134-4F8A-A1D1-07EA86BEB19D}" srcId="{61202C33-9630-476D-9F9C-256F39F5A75D}" destId="{4BE5A2EC-4E9C-4644-AADB-942763EEB1C2}" srcOrd="0" destOrd="0" parTransId="{AC1406E9-C19C-4451-A856-55A3663317F1}" sibTransId="{1D5A21CA-A78C-441E-89D0-B8DC032BD98E}"/>
    <dgm:cxn modelId="{DA8EA5EA-A192-4348-BB03-6E95A1716FC1}" srcId="{4BE5A2EC-4E9C-4644-AADB-942763EEB1C2}" destId="{5994BBD4-47C3-40D9-B175-9FCA435B1E6C}" srcOrd="3" destOrd="0" parTransId="{D981F187-AED6-4A08-A33B-B4DBDA55C876}" sibTransId="{FD052B8D-6325-4903-BA9B-7D1961B43251}"/>
    <dgm:cxn modelId="{BD295BEF-99EA-4341-9644-7239FFE4F610}" type="presOf" srcId="{258860F5-1F9F-4F34-AFC3-3DC48733BA37}" destId="{DE2E7458-4FF8-4663-9811-A7F777A356BE}" srcOrd="0" destOrd="2" presId="urn:microsoft.com/office/officeart/2005/8/layout/vList5"/>
    <dgm:cxn modelId="{6C23641C-9868-4E0D-81AF-776A9A62797C}" type="presParOf" srcId="{71B5AD1F-D214-4629-82DB-0760215F858F}" destId="{08C454F2-7F34-4D80-B30E-E08EB8B73A75}" srcOrd="0" destOrd="0" presId="urn:microsoft.com/office/officeart/2005/8/layout/vList5"/>
    <dgm:cxn modelId="{72851A54-BA15-4D54-BC2A-425DE3F2872D}" type="presParOf" srcId="{08C454F2-7F34-4D80-B30E-E08EB8B73A75}" destId="{F37EC304-7BCB-4B0C-BD0F-0A85C8B23734}" srcOrd="0" destOrd="0" presId="urn:microsoft.com/office/officeart/2005/8/layout/vList5"/>
    <dgm:cxn modelId="{DA297EA6-87CE-4D3B-A6FD-90D3B1F6ED35}" type="presParOf" srcId="{08C454F2-7F34-4D80-B30E-E08EB8B73A75}" destId="{DE2E7458-4FF8-4663-9811-A7F777A356B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53DE6C-FD0C-4C22-9D6F-09B1380D405A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91080E6-2200-4477-9E8D-322E5C36A4F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fr-CA" dirty="0"/>
            <a:t>Classe de caractères</a:t>
          </a:r>
          <a:endParaRPr lang="en-US" dirty="0"/>
        </a:p>
      </dgm:t>
    </dgm:pt>
    <dgm:pt modelId="{5D290805-A8A9-437B-9534-FFEDF0DCCB6B}" type="parTrans" cxnId="{C5E42C40-8924-459D-B3C0-B8027AB7097E}">
      <dgm:prSet/>
      <dgm:spPr/>
      <dgm:t>
        <a:bodyPr/>
        <a:lstStyle/>
        <a:p>
          <a:endParaRPr lang="en-US"/>
        </a:p>
      </dgm:t>
    </dgm:pt>
    <dgm:pt modelId="{CDFF5027-3476-4583-B3E8-A46C4A8A8015}" type="sibTrans" cxnId="{C5E42C40-8924-459D-B3C0-B8027AB7097E}">
      <dgm:prSet/>
      <dgm:spPr/>
      <dgm:t>
        <a:bodyPr/>
        <a:lstStyle/>
        <a:p>
          <a:endParaRPr lang="en-US"/>
        </a:p>
      </dgm:t>
    </dgm:pt>
    <dgm:pt modelId="{39AB2CC1-92D1-4774-87AB-67EBCC586E8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fr-CA"/>
            <a:t>Classes d’équivalences</a:t>
          </a:r>
          <a:endParaRPr lang="en-US"/>
        </a:p>
      </dgm:t>
    </dgm:pt>
    <dgm:pt modelId="{3F755806-09B5-4480-A9E1-29602BDA8B85}" type="parTrans" cxnId="{AEEA41FA-D882-48F9-BA09-041AE16F29FC}">
      <dgm:prSet/>
      <dgm:spPr/>
      <dgm:t>
        <a:bodyPr/>
        <a:lstStyle/>
        <a:p>
          <a:endParaRPr lang="en-US"/>
        </a:p>
      </dgm:t>
    </dgm:pt>
    <dgm:pt modelId="{2B4CBDEC-B3EA-4D6E-9846-6EE4F9D29281}" type="sibTrans" cxnId="{AEEA41FA-D882-48F9-BA09-041AE16F29FC}">
      <dgm:prSet/>
      <dgm:spPr/>
      <dgm:t>
        <a:bodyPr/>
        <a:lstStyle/>
        <a:p>
          <a:endParaRPr lang="en-US"/>
        </a:p>
      </dgm:t>
    </dgm:pt>
    <dgm:pt modelId="{DF8DF1CA-2BA7-4C4A-989C-0729EF4CE2FF}">
      <dgm:prSet/>
      <dgm:spPr/>
      <dgm:t>
        <a:bodyPr/>
        <a:lstStyle/>
        <a:p>
          <a:pPr>
            <a:lnSpc>
              <a:spcPct val="100000"/>
            </a:lnSpc>
          </a:pPr>
          <a:r>
            <a:rPr lang="fr-FR"/>
            <a:t>[=e=] : classe d’équivalence du caractère e</a:t>
          </a:r>
          <a:endParaRPr lang="en-US"/>
        </a:p>
      </dgm:t>
    </dgm:pt>
    <dgm:pt modelId="{9E712269-4791-43AF-BDBC-6D61FD8382EB}" type="parTrans" cxnId="{33D7A965-147F-4690-BA7E-2888D82FC1C9}">
      <dgm:prSet/>
      <dgm:spPr/>
      <dgm:t>
        <a:bodyPr/>
        <a:lstStyle/>
        <a:p>
          <a:endParaRPr lang="en-US"/>
        </a:p>
      </dgm:t>
    </dgm:pt>
    <dgm:pt modelId="{A8D4E7D8-32E2-400D-B951-CFC992319934}" type="sibTrans" cxnId="{33D7A965-147F-4690-BA7E-2888D82FC1C9}">
      <dgm:prSet/>
      <dgm:spPr/>
      <dgm:t>
        <a:bodyPr/>
        <a:lstStyle/>
        <a:p>
          <a:endParaRPr lang="en-US"/>
        </a:p>
      </dgm:t>
    </dgm:pt>
    <dgm:pt modelId="{61E5B816-F374-42A9-B0A7-13A3C7CF29BB}">
      <dgm:prSet/>
      <dgm:spPr/>
      <dgm:t>
        <a:bodyPr/>
        <a:lstStyle/>
        <a:p>
          <a:r>
            <a:rPr lang="en-CA"/>
            <a:t>inclut eéèêë</a:t>
          </a:r>
          <a:endParaRPr lang="en-US"/>
        </a:p>
      </dgm:t>
    </dgm:pt>
    <dgm:pt modelId="{D2E3DCE9-4D5E-4629-9AB8-AC883323D005}" type="parTrans" cxnId="{A81EBCAD-337E-4FFB-8EBD-9E752426DF52}">
      <dgm:prSet/>
      <dgm:spPr/>
      <dgm:t>
        <a:bodyPr/>
        <a:lstStyle/>
        <a:p>
          <a:endParaRPr lang="en-US"/>
        </a:p>
      </dgm:t>
    </dgm:pt>
    <dgm:pt modelId="{3A035913-2224-4B1E-9D05-51EC7E7D0B91}" type="sibTrans" cxnId="{A81EBCAD-337E-4FFB-8EBD-9E752426DF52}">
      <dgm:prSet/>
      <dgm:spPr/>
      <dgm:t>
        <a:bodyPr/>
        <a:lstStyle/>
        <a:p>
          <a:endParaRPr lang="en-US"/>
        </a:p>
      </dgm:t>
    </dgm:pt>
    <dgm:pt modelId="{7C93110B-CCDE-4B72-8490-EB43981C878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CA" dirty="0" err="1"/>
            <a:t>Voir</a:t>
          </a:r>
          <a:r>
            <a:rPr lang="en-CA" dirty="0"/>
            <a:t> Notes de Cours (</a:t>
          </a:r>
          <a:r>
            <a:rPr lang="en-CA" dirty="0" err="1">
              <a:hlinkClick xmlns:r="http://schemas.openxmlformats.org/officeDocument/2006/relationships" r:id="rId1"/>
            </a:rPr>
            <a:t>Chapitre</a:t>
          </a:r>
          <a:r>
            <a:rPr lang="en-CA" dirty="0">
              <a:hlinkClick xmlns:r="http://schemas.openxmlformats.org/officeDocument/2006/relationships" r:id="rId1"/>
            </a:rPr>
            <a:t> 4: Expressions </a:t>
          </a:r>
          <a:r>
            <a:rPr lang="en-CA" dirty="0" err="1">
              <a:hlinkClick xmlns:r="http://schemas.openxmlformats.org/officeDocument/2006/relationships" r:id="rId1"/>
            </a:rPr>
            <a:t>régulières</a:t>
          </a:r>
          <a:r>
            <a:rPr lang="en-CA" dirty="0"/>
            <a:t>) pour plus de </a:t>
          </a:r>
          <a:r>
            <a:rPr lang="en-CA" dirty="0" err="1"/>
            <a:t>détail</a:t>
          </a:r>
          <a:endParaRPr lang="en-US" dirty="0"/>
        </a:p>
      </dgm:t>
    </dgm:pt>
    <dgm:pt modelId="{0BD44340-AD3C-4F89-878D-4E9FBEE73094}" type="parTrans" cxnId="{CC7B9862-F1FB-4729-B7B1-59B2A8D7A553}">
      <dgm:prSet/>
      <dgm:spPr/>
      <dgm:t>
        <a:bodyPr/>
        <a:lstStyle/>
        <a:p>
          <a:endParaRPr lang="en-US"/>
        </a:p>
      </dgm:t>
    </dgm:pt>
    <dgm:pt modelId="{2DA8E606-F951-4336-A0D5-B22AD1B21E90}" type="sibTrans" cxnId="{CC7B9862-F1FB-4729-B7B1-59B2A8D7A553}">
      <dgm:prSet/>
      <dgm:spPr/>
      <dgm:t>
        <a:bodyPr/>
        <a:lstStyle/>
        <a:p>
          <a:endParaRPr lang="en-US"/>
        </a:p>
      </dgm:t>
    </dgm:pt>
    <dgm:pt modelId="{FECB2241-D917-425B-A62A-F860E2557E95}" type="pres">
      <dgm:prSet presAssocID="{BF53DE6C-FD0C-4C22-9D6F-09B1380D405A}" presName="root" presStyleCnt="0">
        <dgm:presLayoutVars>
          <dgm:dir/>
          <dgm:resizeHandles val="exact"/>
        </dgm:presLayoutVars>
      </dgm:prSet>
      <dgm:spPr/>
    </dgm:pt>
    <dgm:pt modelId="{EFB3855F-112D-4D5E-AE7B-7BC956A0B9DE}" type="pres">
      <dgm:prSet presAssocID="{D91080E6-2200-4477-9E8D-322E5C36A4F8}" presName="compNode" presStyleCnt="0"/>
      <dgm:spPr/>
    </dgm:pt>
    <dgm:pt modelId="{35CBE6DE-98E5-4D3F-A4F0-1B412A186F6D}" type="pres">
      <dgm:prSet presAssocID="{D91080E6-2200-4477-9E8D-322E5C36A4F8}" presName="iconRect" presStyleLbl="node1" presStyleIdx="0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80EEDDB0-7F3F-4039-8D72-B95F319361D0}" type="pres">
      <dgm:prSet presAssocID="{D91080E6-2200-4477-9E8D-322E5C36A4F8}" presName="iconSpace" presStyleCnt="0"/>
      <dgm:spPr/>
    </dgm:pt>
    <dgm:pt modelId="{E8A0493D-A19E-4828-9EE7-A7248BEEFD72}" type="pres">
      <dgm:prSet presAssocID="{D91080E6-2200-4477-9E8D-322E5C36A4F8}" presName="parTx" presStyleLbl="revTx" presStyleIdx="0" presStyleCnt="6">
        <dgm:presLayoutVars>
          <dgm:chMax val="0"/>
          <dgm:chPref val="0"/>
        </dgm:presLayoutVars>
      </dgm:prSet>
      <dgm:spPr/>
    </dgm:pt>
    <dgm:pt modelId="{E6309F99-87EB-4055-AF5A-3CF31FED9589}" type="pres">
      <dgm:prSet presAssocID="{D91080E6-2200-4477-9E8D-322E5C36A4F8}" presName="txSpace" presStyleCnt="0"/>
      <dgm:spPr/>
    </dgm:pt>
    <dgm:pt modelId="{7B0FA195-BF49-401B-8003-A072CC69585E}" type="pres">
      <dgm:prSet presAssocID="{D91080E6-2200-4477-9E8D-322E5C36A4F8}" presName="desTx" presStyleLbl="revTx" presStyleIdx="1" presStyleCnt="6">
        <dgm:presLayoutVars/>
      </dgm:prSet>
      <dgm:spPr/>
    </dgm:pt>
    <dgm:pt modelId="{5287C58E-7AF6-4170-85D8-E32EDE1B2A29}" type="pres">
      <dgm:prSet presAssocID="{CDFF5027-3476-4583-B3E8-A46C4A8A8015}" presName="sibTrans" presStyleCnt="0"/>
      <dgm:spPr/>
    </dgm:pt>
    <dgm:pt modelId="{1FADEC10-D352-4002-9803-935D780BD2FA}" type="pres">
      <dgm:prSet presAssocID="{39AB2CC1-92D1-4774-87AB-67EBCC586E8E}" presName="compNode" presStyleCnt="0"/>
      <dgm:spPr/>
    </dgm:pt>
    <dgm:pt modelId="{022F78EC-FC30-4069-81DD-75ACAC0B9415}" type="pres">
      <dgm:prSet presAssocID="{39AB2CC1-92D1-4774-87AB-67EBCC586E8E}" presName="iconRect" presStyleLbl="node1" presStyleIdx="1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830E64FE-B2BF-4698-AA0C-68E441FB76E9}" type="pres">
      <dgm:prSet presAssocID="{39AB2CC1-92D1-4774-87AB-67EBCC586E8E}" presName="iconSpace" presStyleCnt="0"/>
      <dgm:spPr/>
    </dgm:pt>
    <dgm:pt modelId="{F1C7DC51-F8E8-484D-A658-6A5E6ED2E03F}" type="pres">
      <dgm:prSet presAssocID="{39AB2CC1-92D1-4774-87AB-67EBCC586E8E}" presName="parTx" presStyleLbl="revTx" presStyleIdx="2" presStyleCnt="6">
        <dgm:presLayoutVars>
          <dgm:chMax val="0"/>
          <dgm:chPref val="0"/>
        </dgm:presLayoutVars>
      </dgm:prSet>
      <dgm:spPr/>
    </dgm:pt>
    <dgm:pt modelId="{F962388C-5399-41C2-9D1A-8BE7F14ACD84}" type="pres">
      <dgm:prSet presAssocID="{39AB2CC1-92D1-4774-87AB-67EBCC586E8E}" presName="txSpace" presStyleCnt="0"/>
      <dgm:spPr/>
    </dgm:pt>
    <dgm:pt modelId="{2155A432-082E-4685-A1D2-DDBC9AA61C84}" type="pres">
      <dgm:prSet presAssocID="{39AB2CC1-92D1-4774-87AB-67EBCC586E8E}" presName="desTx" presStyleLbl="revTx" presStyleIdx="3" presStyleCnt="6">
        <dgm:presLayoutVars/>
      </dgm:prSet>
      <dgm:spPr/>
    </dgm:pt>
    <dgm:pt modelId="{6707DA66-6718-456E-A700-2D61678AC4F0}" type="pres">
      <dgm:prSet presAssocID="{2B4CBDEC-B3EA-4D6E-9846-6EE4F9D29281}" presName="sibTrans" presStyleCnt="0"/>
      <dgm:spPr/>
    </dgm:pt>
    <dgm:pt modelId="{FD6337AE-30DD-4043-8155-6B72034F2ACF}" type="pres">
      <dgm:prSet presAssocID="{7C93110B-CCDE-4B72-8490-EB43981C8784}" presName="compNode" presStyleCnt="0"/>
      <dgm:spPr/>
    </dgm:pt>
    <dgm:pt modelId="{2CC68DA5-05D0-4F37-94FB-AE7F2AB93A27}" type="pres">
      <dgm:prSet presAssocID="{7C93110B-CCDE-4B72-8490-EB43981C8784}" presName="iconRect" presStyleLbl="node1" presStyleIdx="2" presStyleCnt="3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BE9B4462-4A35-43BC-A540-2062525A537A}" type="pres">
      <dgm:prSet presAssocID="{7C93110B-CCDE-4B72-8490-EB43981C8784}" presName="iconSpace" presStyleCnt="0"/>
      <dgm:spPr/>
    </dgm:pt>
    <dgm:pt modelId="{1D7E7F65-A1D0-47FC-8633-56A2A569F58B}" type="pres">
      <dgm:prSet presAssocID="{7C93110B-CCDE-4B72-8490-EB43981C8784}" presName="parTx" presStyleLbl="revTx" presStyleIdx="4" presStyleCnt="6">
        <dgm:presLayoutVars>
          <dgm:chMax val="0"/>
          <dgm:chPref val="0"/>
        </dgm:presLayoutVars>
      </dgm:prSet>
      <dgm:spPr/>
    </dgm:pt>
    <dgm:pt modelId="{AC874128-2B0C-4AC6-9E1A-FB73F40A6E01}" type="pres">
      <dgm:prSet presAssocID="{7C93110B-CCDE-4B72-8490-EB43981C8784}" presName="txSpace" presStyleCnt="0"/>
      <dgm:spPr/>
    </dgm:pt>
    <dgm:pt modelId="{55A0AB0B-C9FA-410A-9684-C932C022066A}" type="pres">
      <dgm:prSet presAssocID="{7C93110B-CCDE-4B72-8490-EB43981C8784}" presName="desTx" presStyleLbl="revTx" presStyleIdx="5" presStyleCnt="6">
        <dgm:presLayoutVars/>
      </dgm:prSet>
      <dgm:spPr/>
    </dgm:pt>
  </dgm:ptLst>
  <dgm:cxnLst>
    <dgm:cxn modelId="{7E200D18-6C4E-4D94-8C02-AF0D188F89D3}" type="presOf" srcId="{D91080E6-2200-4477-9E8D-322E5C36A4F8}" destId="{E8A0493D-A19E-4828-9EE7-A7248BEEFD72}" srcOrd="0" destOrd="0" presId="urn:microsoft.com/office/officeart/2018/5/layout/CenteredIconLabelDescriptionList"/>
    <dgm:cxn modelId="{C5E42C40-8924-459D-B3C0-B8027AB7097E}" srcId="{BF53DE6C-FD0C-4C22-9D6F-09B1380D405A}" destId="{D91080E6-2200-4477-9E8D-322E5C36A4F8}" srcOrd="0" destOrd="0" parTransId="{5D290805-A8A9-437B-9534-FFEDF0DCCB6B}" sibTransId="{CDFF5027-3476-4583-B3E8-A46C4A8A8015}"/>
    <dgm:cxn modelId="{CC7B9862-F1FB-4729-B7B1-59B2A8D7A553}" srcId="{BF53DE6C-FD0C-4C22-9D6F-09B1380D405A}" destId="{7C93110B-CCDE-4B72-8490-EB43981C8784}" srcOrd="2" destOrd="0" parTransId="{0BD44340-AD3C-4F89-878D-4E9FBEE73094}" sibTransId="{2DA8E606-F951-4336-A0D5-B22AD1B21E90}"/>
    <dgm:cxn modelId="{33D7A965-147F-4690-BA7E-2888D82FC1C9}" srcId="{39AB2CC1-92D1-4774-87AB-67EBCC586E8E}" destId="{DF8DF1CA-2BA7-4C4A-989C-0729EF4CE2FF}" srcOrd="0" destOrd="0" parTransId="{9E712269-4791-43AF-BDBC-6D61FD8382EB}" sibTransId="{A8D4E7D8-32E2-400D-B951-CFC992319934}"/>
    <dgm:cxn modelId="{2024435A-C7A7-47D4-A551-458064604749}" type="presOf" srcId="{39AB2CC1-92D1-4774-87AB-67EBCC586E8E}" destId="{F1C7DC51-F8E8-484D-A658-6A5E6ED2E03F}" srcOrd="0" destOrd="0" presId="urn:microsoft.com/office/officeart/2018/5/layout/CenteredIconLabelDescriptionList"/>
    <dgm:cxn modelId="{A6F5C1AC-5A0D-4525-BF3A-318495DEAE5E}" type="presOf" srcId="{61E5B816-F374-42A9-B0A7-13A3C7CF29BB}" destId="{2155A432-082E-4685-A1D2-DDBC9AA61C84}" srcOrd="0" destOrd="1" presId="urn:microsoft.com/office/officeart/2018/5/layout/CenteredIconLabelDescriptionList"/>
    <dgm:cxn modelId="{A81EBCAD-337E-4FFB-8EBD-9E752426DF52}" srcId="{DF8DF1CA-2BA7-4C4A-989C-0729EF4CE2FF}" destId="{61E5B816-F374-42A9-B0A7-13A3C7CF29BB}" srcOrd="0" destOrd="0" parTransId="{D2E3DCE9-4D5E-4629-9AB8-AC883323D005}" sibTransId="{3A035913-2224-4B1E-9D05-51EC7E7D0B91}"/>
    <dgm:cxn modelId="{E98CADBC-D997-45A9-8B25-42C9660EAE95}" type="presOf" srcId="{BF53DE6C-FD0C-4C22-9D6F-09B1380D405A}" destId="{FECB2241-D917-425B-A62A-F860E2557E95}" srcOrd="0" destOrd="0" presId="urn:microsoft.com/office/officeart/2018/5/layout/CenteredIconLabelDescriptionList"/>
    <dgm:cxn modelId="{42A449EF-B4C7-42F0-96ED-D3225AE79871}" type="presOf" srcId="{7C93110B-CCDE-4B72-8490-EB43981C8784}" destId="{1D7E7F65-A1D0-47FC-8633-56A2A569F58B}" srcOrd="0" destOrd="0" presId="urn:microsoft.com/office/officeart/2018/5/layout/CenteredIconLabelDescriptionList"/>
    <dgm:cxn modelId="{01F9B3F0-E773-41E2-AAE5-09BADFDC0CCF}" type="presOf" srcId="{DF8DF1CA-2BA7-4C4A-989C-0729EF4CE2FF}" destId="{2155A432-082E-4685-A1D2-DDBC9AA61C84}" srcOrd="0" destOrd="0" presId="urn:microsoft.com/office/officeart/2018/5/layout/CenteredIconLabelDescriptionList"/>
    <dgm:cxn modelId="{AEEA41FA-D882-48F9-BA09-041AE16F29FC}" srcId="{BF53DE6C-FD0C-4C22-9D6F-09B1380D405A}" destId="{39AB2CC1-92D1-4774-87AB-67EBCC586E8E}" srcOrd="1" destOrd="0" parTransId="{3F755806-09B5-4480-A9E1-29602BDA8B85}" sibTransId="{2B4CBDEC-B3EA-4D6E-9846-6EE4F9D29281}"/>
    <dgm:cxn modelId="{58253A3B-349C-483E-AA6B-5DA3C653B6D7}" type="presParOf" srcId="{FECB2241-D917-425B-A62A-F860E2557E95}" destId="{EFB3855F-112D-4D5E-AE7B-7BC956A0B9DE}" srcOrd="0" destOrd="0" presId="urn:microsoft.com/office/officeart/2018/5/layout/CenteredIconLabelDescriptionList"/>
    <dgm:cxn modelId="{8AA4C995-78F2-41BA-B04E-6FC4E84821CB}" type="presParOf" srcId="{EFB3855F-112D-4D5E-AE7B-7BC956A0B9DE}" destId="{35CBE6DE-98E5-4D3F-A4F0-1B412A186F6D}" srcOrd="0" destOrd="0" presId="urn:microsoft.com/office/officeart/2018/5/layout/CenteredIconLabelDescriptionList"/>
    <dgm:cxn modelId="{494BEAB3-AD48-4538-A6E6-2E8AC9763489}" type="presParOf" srcId="{EFB3855F-112D-4D5E-AE7B-7BC956A0B9DE}" destId="{80EEDDB0-7F3F-4039-8D72-B95F319361D0}" srcOrd="1" destOrd="0" presId="urn:microsoft.com/office/officeart/2018/5/layout/CenteredIconLabelDescriptionList"/>
    <dgm:cxn modelId="{C3CB4D20-8DAB-4317-A8E4-11C9BA8FA1AE}" type="presParOf" srcId="{EFB3855F-112D-4D5E-AE7B-7BC956A0B9DE}" destId="{E8A0493D-A19E-4828-9EE7-A7248BEEFD72}" srcOrd="2" destOrd="0" presId="urn:microsoft.com/office/officeart/2018/5/layout/CenteredIconLabelDescriptionList"/>
    <dgm:cxn modelId="{0727A41E-52B0-43DC-8283-7F129E5307B5}" type="presParOf" srcId="{EFB3855F-112D-4D5E-AE7B-7BC956A0B9DE}" destId="{E6309F99-87EB-4055-AF5A-3CF31FED9589}" srcOrd="3" destOrd="0" presId="urn:microsoft.com/office/officeart/2018/5/layout/CenteredIconLabelDescriptionList"/>
    <dgm:cxn modelId="{D99C30B7-C73B-46D3-A169-5BBCC41048A6}" type="presParOf" srcId="{EFB3855F-112D-4D5E-AE7B-7BC956A0B9DE}" destId="{7B0FA195-BF49-401B-8003-A072CC69585E}" srcOrd="4" destOrd="0" presId="urn:microsoft.com/office/officeart/2018/5/layout/CenteredIconLabelDescriptionList"/>
    <dgm:cxn modelId="{FD473C3C-C5D1-42CB-9B36-4B149CB53095}" type="presParOf" srcId="{FECB2241-D917-425B-A62A-F860E2557E95}" destId="{5287C58E-7AF6-4170-85D8-E32EDE1B2A29}" srcOrd="1" destOrd="0" presId="urn:microsoft.com/office/officeart/2018/5/layout/CenteredIconLabelDescriptionList"/>
    <dgm:cxn modelId="{2248C178-2627-4A0D-A963-8A74ED56C521}" type="presParOf" srcId="{FECB2241-D917-425B-A62A-F860E2557E95}" destId="{1FADEC10-D352-4002-9803-935D780BD2FA}" srcOrd="2" destOrd="0" presId="urn:microsoft.com/office/officeart/2018/5/layout/CenteredIconLabelDescriptionList"/>
    <dgm:cxn modelId="{68F8E31F-5AEF-4E22-9067-4791AF899FC0}" type="presParOf" srcId="{1FADEC10-D352-4002-9803-935D780BD2FA}" destId="{022F78EC-FC30-4069-81DD-75ACAC0B9415}" srcOrd="0" destOrd="0" presId="urn:microsoft.com/office/officeart/2018/5/layout/CenteredIconLabelDescriptionList"/>
    <dgm:cxn modelId="{33B4AD6B-0648-4CCB-9540-765FE45D423C}" type="presParOf" srcId="{1FADEC10-D352-4002-9803-935D780BD2FA}" destId="{830E64FE-B2BF-4698-AA0C-68E441FB76E9}" srcOrd="1" destOrd="0" presId="urn:microsoft.com/office/officeart/2018/5/layout/CenteredIconLabelDescriptionList"/>
    <dgm:cxn modelId="{D4139838-1319-4ABD-A370-E20D36CC6985}" type="presParOf" srcId="{1FADEC10-D352-4002-9803-935D780BD2FA}" destId="{F1C7DC51-F8E8-484D-A658-6A5E6ED2E03F}" srcOrd="2" destOrd="0" presId="urn:microsoft.com/office/officeart/2018/5/layout/CenteredIconLabelDescriptionList"/>
    <dgm:cxn modelId="{B91DC7AD-57D7-4022-B80E-A0E89B124083}" type="presParOf" srcId="{1FADEC10-D352-4002-9803-935D780BD2FA}" destId="{F962388C-5399-41C2-9D1A-8BE7F14ACD84}" srcOrd="3" destOrd="0" presId="urn:microsoft.com/office/officeart/2018/5/layout/CenteredIconLabelDescriptionList"/>
    <dgm:cxn modelId="{7C9EA745-EFEB-42BB-9F41-A8E1CBAA7578}" type="presParOf" srcId="{1FADEC10-D352-4002-9803-935D780BD2FA}" destId="{2155A432-082E-4685-A1D2-DDBC9AA61C84}" srcOrd="4" destOrd="0" presId="urn:microsoft.com/office/officeart/2018/5/layout/CenteredIconLabelDescriptionList"/>
    <dgm:cxn modelId="{67934070-B919-430F-83FA-08E9347F9104}" type="presParOf" srcId="{FECB2241-D917-425B-A62A-F860E2557E95}" destId="{6707DA66-6718-456E-A700-2D61678AC4F0}" srcOrd="3" destOrd="0" presId="urn:microsoft.com/office/officeart/2018/5/layout/CenteredIconLabelDescriptionList"/>
    <dgm:cxn modelId="{590A4DEE-7479-4B6C-B3FD-672D107D43B4}" type="presParOf" srcId="{FECB2241-D917-425B-A62A-F860E2557E95}" destId="{FD6337AE-30DD-4043-8155-6B72034F2ACF}" srcOrd="4" destOrd="0" presId="urn:microsoft.com/office/officeart/2018/5/layout/CenteredIconLabelDescriptionList"/>
    <dgm:cxn modelId="{684F3815-030D-4072-9B36-9E60D37DEC89}" type="presParOf" srcId="{FD6337AE-30DD-4043-8155-6B72034F2ACF}" destId="{2CC68DA5-05D0-4F37-94FB-AE7F2AB93A27}" srcOrd="0" destOrd="0" presId="urn:microsoft.com/office/officeart/2018/5/layout/CenteredIconLabelDescriptionList"/>
    <dgm:cxn modelId="{9A61F1F5-578D-492A-82A7-131570A4D916}" type="presParOf" srcId="{FD6337AE-30DD-4043-8155-6B72034F2ACF}" destId="{BE9B4462-4A35-43BC-A540-2062525A537A}" srcOrd="1" destOrd="0" presId="urn:microsoft.com/office/officeart/2018/5/layout/CenteredIconLabelDescriptionList"/>
    <dgm:cxn modelId="{57D1302F-4B2F-4EFA-BCAE-3D2C261A9CF9}" type="presParOf" srcId="{FD6337AE-30DD-4043-8155-6B72034F2ACF}" destId="{1D7E7F65-A1D0-47FC-8633-56A2A569F58B}" srcOrd="2" destOrd="0" presId="urn:microsoft.com/office/officeart/2018/5/layout/CenteredIconLabelDescriptionList"/>
    <dgm:cxn modelId="{A09959D5-EF9C-4B99-8CA4-2FD210E0283A}" type="presParOf" srcId="{FD6337AE-30DD-4043-8155-6B72034F2ACF}" destId="{AC874128-2B0C-4AC6-9E1A-FB73F40A6E01}" srcOrd="3" destOrd="0" presId="urn:microsoft.com/office/officeart/2018/5/layout/CenteredIconLabelDescriptionList"/>
    <dgm:cxn modelId="{C862D5C8-D4EC-41A4-ADA3-1B3BD5145D9B}" type="presParOf" srcId="{FD6337AE-30DD-4043-8155-6B72034F2ACF}" destId="{55A0AB0B-C9FA-410A-9684-C932C022066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3EE2590-A807-45BF-8FC2-5F55C344D6F5}" type="doc">
      <dgm:prSet loTypeId="urn:microsoft.com/office/officeart/2005/8/layout/list1" loCatId="list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DC0215C-B1F6-4A0C-8E9F-D6026485097B}">
      <dgm:prSet/>
      <dgm:spPr/>
      <dgm:t>
        <a:bodyPr/>
        <a:lstStyle/>
        <a:p>
          <a:r>
            <a:rPr lang="en-CA" dirty="0"/>
            <a:t>Utilis</a:t>
          </a:r>
          <a:r>
            <a:rPr lang="fr-CA" dirty="0"/>
            <a:t>é</a:t>
          </a:r>
          <a:r>
            <a:rPr lang="en-CA" dirty="0"/>
            <a:t> pour </a:t>
          </a:r>
          <a:r>
            <a:rPr lang="en-CA" dirty="0" err="1"/>
            <a:t>chercher</a:t>
          </a:r>
          <a:r>
            <a:rPr lang="en-CA" dirty="0"/>
            <a:t> </a:t>
          </a:r>
          <a:r>
            <a:rPr lang="en-CA" dirty="0" err="1"/>
            <a:t>lignes</a:t>
          </a:r>
          <a:r>
            <a:rPr lang="en-CA" dirty="0"/>
            <a:t> </a:t>
          </a:r>
          <a:r>
            <a:rPr lang="en-CA" dirty="0" err="1"/>
            <a:t>correspondant</a:t>
          </a:r>
          <a:r>
            <a:rPr lang="en-CA" dirty="0"/>
            <a:t> à motif</a:t>
          </a:r>
          <a:endParaRPr lang="en-US" dirty="0"/>
        </a:p>
      </dgm:t>
    </dgm:pt>
    <dgm:pt modelId="{EB1A1A1D-0157-437A-B196-3A8DB4AEE8F9}" type="parTrans" cxnId="{7D9D54BF-4E7B-44AF-A927-38C2972DF2BC}">
      <dgm:prSet/>
      <dgm:spPr/>
      <dgm:t>
        <a:bodyPr/>
        <a:lstStyle/>
        <a:p>
          <a:endParaRPr lang="en-US"/>
        </a:p>
      </dgm:t>
    </dgm:pt>
    <dgm:pt modelId="{6F5B9192-EEF0-4204-BC0A-532175C1F628}" type="sibTrans" cxnId="{7D9D54BF-4E7B-44AF-A927-38C2972DF2BC}">
      <dgm:prSet/>
      <dgm:spPr/>
      <dgm:t>
        <a:bodyPr/>
        <a:lstStyle/>
        <a:p>
          <a:endParaRPr lang="en-US"/>
        </a:p>
      </dgm:t>
    </dgm:pt>
    <dgm:pt modelId="{B9940877-8873-4B00-BD9F-A52702CCC889}">
      <dgm:prSet/>
      <dgm:spPr/>
      <dgm:t>
        <a:bodyPr/>
        <a:lstStyle/>
        <a:p>
          <a:r>
            <a:rPr lang="en-CA" dirty="0"/>
            <a:t>Options:</a:t>
          </a:r>
          <a:endParaRPr lang="en-US" dirty="0"/>
        </a:p>
      </dgm:t>
    </dgm:pt>
    <dgm:pt modelId="{46C9C56C-0C72-4C4D-92DB-9B0712A65DEE}" type="parTrans" cxnId="{D1C89A01-47A9-4BDF-8B97-B62D6DCBF65D}">
      <dgm:prSet/>
      <dgm:spPr/>
      <dgm:t>
        <a:bodyPr/>
        <a:lstStyle/>
        <a:p>
          <a:endParaRPr lang="en-US"/>
        </a:p>
      </dgm:t>
    </dgm:pt>
    <dgm:pt modelId="{50612A1D-FB42-448A-8D52-403FE59CBFDD}" type="sibTrans" cxnId="{D1C89A01-47A9-4BDF-8B97-B62D6DCBF65D}">
      <dgm:prSet/>
      <dgm:spPr/>
      <dgm:t>
        <a:bodyPr/>
        <a:lstStyle/>
        <a:p>
          <a:endParaRPr lang="en-US"/>
        </a:p>
      </dgm:t>
    </dgm:pt>
    <dgm:pt modelId="{BEB6E4EF-004F-4BD5-A0F0-DEC03DD89AED}">
      <dgm:prSet/>
      <dgm:spPr/>
      <dgm:t>
        <a:bodyPr/>
        <a:lstStyle/>
        <a:p>
          <a:r>
            <a:rPr lang="fr-FR" dirty="0"/>
            <a:t>-i, --ignore-case ignorer la casse (majuscule/minuscule)</a:t>
          </a:r>
          <a:endParaRPr lang="en-US" dirty="0"/>
        </a:p>
      </dgm:t>
    </dgm:pt>
    <dgm:pt modelId="{516822C9-30B8-4783-A534-1BC5AFC31BC1}" type="parTrans" cxnId="{19EB7B9A-53FD-4F3B-B1FB-468C9D36EB4E}">
      <dgm:prSet/>
      <dgm:spPr/>
      <dgm:t>
        <a:bodyPr/>
        <a:lstStyle/>
        <a:p>
          <a:endParaRPr lang="en-US"/>
        </a:p>
      </dgm:t>
    </dgm:pt>
    <dgm:pt modelId="{192673C6-0F47-4259-BEAE-0692662D5CE7}" type="sibTrans" cxnId="{19EB7B9A-53FD-4F3B-B1FB-468C9D36EB4E}">
      <dgm:prSet/>
      <dgm:spPr/>
      <dgm:t>
        <a:bodyPr/>
        <a:lstStyle/>
        <a:p>
          <a:endParaRPr lang="en-US"/>
        </a:p>
      </dgm:t>
    </dgm:pt>
    <dgm:pt modelId="{6E79FC60-3DB3-4A9C-8AEE-3BFAA238842C}">
      <dgm:prSet/>
      <dgm:spPr/>
      <dgm:t>
        <a:bodyPr/>
        <a:lstStyle/>
        <a:p>
          <a:r>
            <a:rPr lang="fr-FR" dirty="0"/>
            <a:t>-c, --count compter le nombre de correspondances</a:t>
          </a:r>
          <a:endParaRPr lang="en-US" dirty="0"/>
        </a:p>
      </dgm:t>
    </dgm:pt>
    <dgm:pt modelId="{B8F0E50F-6837-47F3-A0E0-89410569B062}" type="parTrans" cxnId="{45CDE2E4-FE3E-43F8-A05D-9A7521807668}">
      <dgm:prSet/>
      <dgm:spPr/>
      <dgm:t>
        <a:bodyPr/>
        <a:lstStyle/>
        <a:p>
          <a:endParaRPr lang="en-US"/>
        </a:p>
      </dgm:t>
    </dgm:pt>
    <dgm:pt modelId="{5B84605B-7DBF-49BD-A261-5AFD46E7C72A}" type="sibTrans" cxnId="{45CDE2E4-FE3E-43F8-A05D-9A7521807668}">
      <dgm:prSet/>
      <dgm:spPr/>
      <dgm:t>
        <a:bodyPr/>
        <a:lstStyle/>
        <a:p>
          <a:endParaRPr lang="en-US"/>
        </a:p>
      </dgm:t>
    </dgm:pt>
    <dgm:pt modelId="{D54AEE3B-E343-4121-9D49-0AAB6B1783A4}">
      <dgm:prSet/>
      <dgm:spPr/>
      <dgm:t>
        <a:bodyPr/>
        <a:lstStyle/>
        <a:p>
          <a:r>
            <a:rPr lang="fr-FR" dirty="0"/>
            <a:t>-n, --line-</a:t>
          </a:r>
          <a:r>
            <a:rPr lang="fr-FR" dirty="0" err="1"/>
            <a:t>number</a:t>
          </a:r>
          <a:r>
            <a:rPr lang="fr-FR" dirty="0"/>
            <a:t> afficher le numéro de ligne</a:t>
          </a:r>
          <a:endParaRPr lang="en-US" dirty="0"/>
        </a:p>
      </dgm:t>
    </dgm:pt>
    <dgm:pt modelId="{11AC3C34-9A3F-459C-A826-82487D4C1929}" type="parTrans" cxnId="{84FFB62F-F233-481A-985E-0CBE63615948}">
      <dgm:prSet/>
      <dgm:spPr/>
      <dgm:t>
        <a:bodyPr/>
        <a:lstStyle/>
        <a:p>
          <a:endParaRPr lang="en-US"/>
        </a:p>
      </dgm:t>
    </dgm:pt>
    <dgm:pt modelId="{DAE34F87-6F76-4CBA-832D-9E961F68FED8}" type="sibTrans" cxnId="{84FFB62F-F233-481A-985E-0CBE63615948}">
      <dgm:prSet/>
      <dgm:spPr/>
      <dgm:t>
        <a:bodyPr/>
        <a:lstStyle/>
        <a:p>
          <a:endParaRPr lang="en-US"/>
        </a:p>
      </dgm:t>
    </dgm:pt>
    <dgm:pt modelId="{4C954841-0201-4E36-AC1C-0C701DBC3F5B}">
      <dgm:prSet/>
      <dgm:spPr/>
      <dgm:t>
        <a:bodyPr/>
        <a:lstStyle/>
        <a:p>
          <a:r>
            <a:rPr lang="fr-FR" dirty="0"/>
            <a:t>-v, --</a:t>
          </a:r>
          <a:r>
            <a:rPr lang="fr-FR" dirty="0" err="1"/>
            <a:t>invert</a:t>
          </a:r>
          <a:r>
            <a:rPr lang="fr-FR" dirty="0"/>
            <a:t>-match afficher les lignes qui ne correspondent pas</a:t>
          </a:r>
          <a:endParaRPr lang="en-US" dirty="0"/>
        </a:p>
      </dgm:t>
    </dgm:pt>
    <dgm:pt modelId="{20D4F639-6F4E-4CBE-B808-F55327142AA0}" type="parTrans" cxnId="{5E0F8A95-643C-493D-8621-03EEFA1A34B3}">
      <dgm:prSet/>
      <dgm:spPr/>
      <dgm:t>
        <a:bodyPr/>
        <a:lstStyle/>
        <a:p>
          <a:endParaRPr lang="en-US"/>
        </a:p>
      </dgm:t>
    </dgm:pt>
    <dgm:pt modelId="{8872569E-798E-4BDF-BAB4-91B0369AE830}" type="sibTrans" cxnId="{5E0F8A95-643C-493D-8621-03EEFA1A34B3}">
      <dgm:prSet/>
      <dgm:spPr/>
      <dgm:t>
        <a:bodyPr/>
        <a:lstStyle/>
        <a:p>
          <a:endParaRPr lang="en-US"/>
        </a:p>
      </dgm:t>
    </dgm:pt>
    <dgm:pt modelId="{019A2C95-E20C-4050-A679-345D6E04031C}">
      <dgm:prSet/>
      <dgm:spPr/>
      <dgm:t>
        <a:bodyPr/>
        <a:lstStyle/>
        <a:p>
          <a:r>
            <a:rPr lang="fr-FR" dirty="0"/>
            <a:t>-x, --line-</a:t>
          </a:r>
          <a:r>
            <a:rPr lang="fr-FR" dirty="0" err="1"/>
            <a:t>regexp</a:t>
          </a:r>
          <a:r>
            <a:rPr lang="fr-FR" dirty="0"/>
            <a:t> chercher la ligne entière</a:t>
          </a:r>
          <a:endParaRPr lang="en-US" dirty="0"/>
        </a:p>
      </dgm:t>
    </dgm:pt>
    <dgm:pt modelId="{E22884A9-46AA-4EF6-8024-B2FDFB333E45}" type="parTrans" cxnId="{80A1DEB3-61A3-4F7F-B3F5-D2F1266B83A2}">
      <dgm:prSet/>
      <dgm:spPr/>
      <dgm:t>
        <a:bodyPr/>
        <a:lstStyle/>
        <a:p>
          <a:endParaRPr lang="en-US"/>
        </a:p>
      </dgm:t>
    </dgm:pt>
    <dgm:pt modelId="{D103DE1A-2231-4FF1-9979-8A6AFEAFC3A5}" type="sibTrans" cxnId="{80A1DEB3-61A3-4F7F-B3F5-D2F1266B83A2}">
      <dgm:prSet/>
      <dgm:spPr/>
      <dgm:t>
        <a:bodyPr/>
        <a:lstStyle/>
        <a:p>
          <a:endParaRPr lang="en-US"/>
        </a:p>
      </dgm:t>
    </dgm:pt>
    <dgm:pt modelId="{A7688D35-89B3-4DB9-AC42-F60F6B0269E5}">
      <dgm:prSet/>
      <dgm:spPr/>
      <dgm:t>
        <a:bodyPr/>
        <a:lstStyle/>
        <a:p>
          <a:r>
            <a:rPr lang="fr-FR" dirty="0"/>
            <a:t>--</a:t>
          </a:r>
          <a:r>
            <a:rPr lang="fr-FR" dirty="0" err="1"/>
            <a:t>color</a:t>
          </a:r>
          <a:r>
            <a:rPr lang="fr-FR" dirty="0"/>
            <a:t> colorier le motif (GNU)</a:t>
          </a:r>
          <a:endParaRPr lang="en-US" dirty="0"/>
        </a:p>
      </dgm:t>
    </dgm:pt>
    <dgm:pt modelId="{4BEFE3E2-BE8D-40D8-B2C3-EDA3A7D3FB4F}" type="parTrans" cxnId="{0E823D13-298E-41E8-A19B-E74BA6B9D147}">
      <dgm:prSet/>
      <dgm:spPr/>
      <dgm:t>
        <a:bodyPr/>
        <a:lstStyle/>
        <a:p>
          <a:endParaRPr lang="en-US"/>
        </a:p>
      </dgm:t>
    </dgm:pt>
    <dgm:pt modelId="{34F40FB0-43C9-49E2-AA46-58BC7998FED6}" type="sibTrans" cxnId="{0E823D13-298E-41E8-A19B-E74BA6B9D147}">
      <dgm:prSet/>
      <dgm:spPr/>
      <dgm:t>
        <a:bodyPr/>
        <a:lstStyle/>
        <a:p>
          <a:endParaRPr lang="en-US"/>
        </a:p>
      </dgm:t>
    </dgm:pt>
    <dgm:pt modelId="{582C1BB0-EBB9-4D3E-97AC-14EF45671F57}">
      <dgm:prSet/>
      <dgm:spPr/>
      <dgm:t>
        <a:bodyPr/>
        <a:lstStyle/>
        <a:p>
          <a:r>
            <a:rPr lang="fr-FR"/>
            <a:t>Pour d’autres options, voire man de grep et/ou </a:t>
          </a:r>
          <a:r>
            <a:rPr lang="en-CA"/>
            <a:t>Notes de Cours (</a:t>
          </a:r>
          <a:r>
            <a:rPr lang="en-CA">
              <a:hlinkClick xmlns:r="http://schemas.openxmlformats.org/officeDocument/2006/relationships" r:id="rId1"/>
            </a:rPr>
            <a:t>Chapitre 4: Expressions régulières</a:t>
          </a:r>
          <a:r>
            <a:rPr lang="en-CA"/>
            <a:t>) </a:t>
          </a:r>
          <a:endParaRPr lang="en-US"/>
        </a:p>
      </dgm:t>
    </dgm:pt>
    <dgm:pt modelId="{6A71B4DD-D003-441C-8543-4A3A13CA0E3A}" type="parTrans" cxnId="{C7B87C51-D3CF-43E4-95A8-A2536BB33F09}">
      <dgm:prSet/>
      <dgm:spPr/>
      <dgm:t>
        <a:bodyPr/>
        <a:lstStyle/>
        <a:p>
          <a:endParaRPr lang="en-US"/>
        </a:p>
      </dgm:t>
    </dgm:pt>
    <dgm:pt modelId="{45B9217D-9234-4847-B07B-B0DB1E1A9BAC}" type="sibTrans" cxnId="{C7B87C51-D3CF-43E4-95A8-A2536BB33F09}">
      <dgm:prSet/>
      <dgm:spPr/>
      <dgm:t>
        <a:bodyPr/>
        <a:lstStyle/>
        <a:p>
          <a:endParaRPr lang="en-US"/>
        </a:p>
      </dgm:t>
    </dgm:pt>
    <dgm:pt modelId="{5BD79639-A2AA-49EA-B6EE-D25908234EAC}" type="pres">
      <dgm:prSet presAssocID="{53EE2590-A807-45BF-8FC2-5F55C344D6F5}" presName="linear" presStyleCnt="0">
        <dgm:presLayoutVars>
          <dgm:dir/>
          <dgm:animLvl val="lvl"/>
          <dgm:resizeHandles val="exact"/>
        </dgm:presLayoutVars>
      </dgm:prSet>
      <dgm:spPr/>
    </dgm:pt>
    <dgm:pt modelId="{018B64EB-69B9-479B-8D03-ED1C6AB7BF65}" type="pres">
      <dgm:prSet presAssocID="{0DC0215C-B1F6-4A0C-8E9F-D6026485097B}" presName="parentLin" presStyleCnt="0"/>
      <dgm:spPr/>
    </dgm:pt>
    <dgm:pt modelId="{6231B487-8936-4C40-AAD6-C8F6FE3DABDA}" type="pres">
      <dgm:prSet presAssocID="{0DC0215C-B1F6-4A0C-8E9F-D6026485097B}" presName="parentLeftMargin" presStyleLbl="node1" presStyleIdx="0" presStyleCnt="2"/>
      <dgm:spPr/>
    </dgm:pt>
    <dgm:pt modelId="{D6DF0B62-DC45-4F30-A31A-4FD45FDC291B}" type="pres">
      <dgm:prSet presAssocID="{0DC0215C-B1F6-4A0C-8E9F-D6026485097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06C1224-7C1E-4116-B37E-F4124D11186F}" type="pres">
      <dgm:prSet presAssocID="{0DC0215C-B1F6-4A0C-8E9F-D6026485097B}" presName="negativeSpace" presStyleCnt="0"/>
      <dgm:spPr/>
    </dgm:pt>
    <dgm:pt modelId="{9900BDBD-0754-452C-8931-657ECD1E2061}" type="pres">
      <dgm:prSet presAssocID="{0DC0215C-B1F6-4A0C-8E9F-D6026485097B}" presName="childText" presStyleLbl="conFgAcc1" presStyleIdx="0" presStyleCnt="2">
        <dgm:presLayoutVars>
          <dgm:bulletEnabled val="1"/>
        </dgm:presLayoutVars>
      </dgm:prSet>
      <dgm:spPr/>
    </dgm:pt>
    <dgm:pt modelId="{B0B1097F-99A9-461B-9C4B-D74E10DAEC3B}" type="pres">
      <dgm:prSet presAssocID="{6F5B9192-EEF0-4204-BC0A-532175C1F628}" presName="spaceBetweenRectangles" presStyleCnt="0"/>
      <dgm:spPr/>
    </dgm:pt>
    <dgm:pt modelId="{464B5E28-010F-4B20-82DE-F2A4AD597CF6}" type="pres">
      <dgm:prSet presAssocID="{B9940877-8873-4B00-BD9F-A52702CCC889}" presName="parentLin" presStyleCnt="0"/>
      <dgm:spPr/>
    </dgm:pt>
    <dgm:pt modelId="{B21B9848-A85A-4A2D-A49E-55CB9E46F2D0}" type="pres">
      <dgm:prSet presAssocID="{B9940877-8873-4B00-BD9F-A52702CCC889}" presName="parentLeftMargin" presStyleLbl="node1" presStyleIdx="0" presStyleCnt="2"/>
      <dgm:spPr/>
    </dgm:pt>
    <dgm:pt modelId="{407E9A8A-EF04-401A-930B-C9DB376810D0}" type="pres">
      <dgm:prSet presAssocID="{B9940877-8873-4B00-BD9F-A52702CCC88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4A9FC66-E4FB-4167-8AAE-AEA172830C37}" type="pres">
      <dgm:prSet presAssocID="{B9940877-8873-4B00-BD9F-A52702CCC889}" presName="negativeSpace" presStyleCnt="0"/>
      <dgm:spPr/>
    </dgm:pt>
    <dgm:pt modelId="{05192073-97D2-4567-86FE-05AC7C7CD54B}" type="pres">
      <dgm:prSet presAssocID="{B9940877-8873-4B00-BD9F-A52702CCC889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D1C89A01-47A9-4BDF-8B97-B62D6DCBF65D}" srcId="{53EE2590-A807-45BF-8FC2-5F55C344D6F5}" destId="{B9940877-8873-4B00-BD9F-A52702CCC889}" srcOrd="1" destOrd="0" parTransId="{46C9C56C-0C72-4C4D-92DB-9B0712A65DEE}" sibTransId="{50612A1D-FB42-448A-8D52-403FE59CBFDD}"/>
    <dgm:cxn modelId="{0E823D13-298E-41E8-A19B-E74BA6B9D147}" srcId="{B9940877-8873-4B00-BD9F-A52702CCC889}" destId="{A7688D35-89B3-4DB9-AC42-F60F6B0269E5}" srcOrd="5" destOrd="0" parTransId="{4BEFE3E2-BE8D-40D8-B2C3-EDA3A7D3FB4F}" sibTransId="{34F40FB0-43C9-49E2-AA46-58BC7998FED6}"/>
    <dgm:cxn modelId="{8262001A-A591-465E-9EE2-202A1E6FBB50}" type="presOf" srcId="{582C1BB0-EBB9-4D3E-97AC-14EF45671F57}" destId="{05192073-97D2-4567-86FE-05AC7C7CD54B}" srcOrd="0" destOrd="6" presId="urn:microsoft.com/office/officeart/2005/8/layout/list1"/>
    <dgm:cxn modelId="{A8E4411B-5FB6-4834-9A03-42C8618B99DA}" type="presOf" srcId="{6E79FC60-3DB3-4A9C-8AEE-3BFAA238842C}" destId="{05192073-97D2-4567-86FE-05AC7C7CD54B}" srcOrd="0" destOrd="1" presId="urn:microsoft.com/office/officeart/2005/8/layout/list1"/>
    <dgm:cxn modelId="{FDBD5C1C-E511-4497-A72D-5F16F59FB74B}" type="presOf" srcId="{B9940877-8873-4B00-BD9F-A52702CCC889}" destId="{407E9A8A-EF04-401A-930B-C9DB376810D0}" srcOrd="1" destOrd="0" presId="urn:microsoft.com/office/officeart/2005/8/layout/list1"/>
    <dgm:cxn modelId="{84FFB62F-F233-481A-985E-0CBE63615948}" srcId="{B9940877-8873-4B00-BD9F-A52702CCC889}" destId="{D54AEE3B-E343-4121-9D49-0AAB6B1783A4}" srcOrd="2" destOrd="0" parTransId="{11AC3C34-9A3F-459C-A826-82487D4C1929}" sibTransId="{DAE34F87-6F76-4CBA-832D-9E961F68FED8}"/>
    <dgm:cxn modelId="{3AC5944D-53CF-47FC-8766-57BA55C9CAD6}" type="presOf" srcId="{B9940877-8873-4B00-BD9F-A52702CCC889}" destId="{B21B9848-A85A-4A2D-A49E-55CB9E46F2D0}" srcOrd="0" destOrd="0" presId="urn:microsoft.com/office/officeart/2005/8/layout/list1"/>
    <dgm:cxn modelId="{C7B87C51-D3CF-43E4-95A8-A2536BB33F09}" srcId="{B9940877-8873-4B00-BD9F-A52702CCC889}" destId="{582C1BB0-EBB9-4D3E-97AC-14EF45671F57}" srcOrd="6" destOrd="0" parTransId="{6A71B4DD-D003-441C-8543-4A3A13CA0E3A}" sibTransId="{45B9217D-9234-4847-B07B-B0DB1E1A9BAC}"/>
    <dgm:cxn modelId="{45601F74-2DBC-45E4-BE7B-B9E1D93ED4AB}" type="presOf" srcId="{BEB6E4EF-004F-4BD5-A0F0-DEC03DD89AED}" destId="{05192073-97D2-4567-86FE-05AC7C7CD54B}" srcOrd="0" destOrd="0" presId="urn:microsoft.com/office/officeart/2005/8/layout/list1"/>
    <dgm:cxn modelId="{5E0F8A95-643C-493D-8621-03EEFA1A34B3}" srcId="{B9940877-8873-4B00-BD9F-A52702CCC889}" destId="{4C954841-0201-4E36-AC1C-0C701DBC3F5B}" srcOrd="3" destOrd="0" parTransId="{20D4F639-6F4E-4CBE-B808-F55327142AA0}" sibTransId="{8872569E-798E-4BDF-BAB4-91B0369AE830}"/>
    <dgm:cxn modelId="{E2D2F295-F63C-467D-9AED-3C0907D0AFBA}" type="presOf" srcId="{A7688D35-89B3-4DB9-AC42-F60F6B0269E5}" destId="{05192073-97D2-4567-86FE-05AC7C7CD54B}" srcOrd="0" destOrd="5" presId="urn:microsoft.com/office/officeart/2005/8/layout/list1"/>
    <dgm:cxn modelId="{19EB7B9A-53FD-4F3B-B1FB-468C9D36EB4E}" srcId="{B9940877-8873-4B00-BD9F-A52702CCC889}" destId="{BEB6E4EF-004F-4BD5-A0F0-DEC03DD89AED}" srcOrd="0" destOrd="0" parTransId="{516822C9-30B8-4783-A534-1BC5AFC31BC1}" sibTransId="{192673C6-0F47-4259-BEAE-0692662D5CE7}"/>
    <dgm:cxn modelId="{F9B5AB9C-876B-4401-8AE3-3FB4214873B9}" type="presOf" srcId="{019A2C95-E20C-4050-A679-345D6E04031C}" destId="{05192073-97D2-4567-86FE-05AC7C7CD54B}" srcOrd="0" destOrd="4" presId="urn:microsoft.com/office/officeart/2005/8/layout/list1"/>
    <dgm:cxn modelId="{05FEAFA9-8503-4737-A128-77B879934368}" type="presOf" srcId="{0DC0215C-B1F6-4A0C-8E9F-D6026485097B}" destId="{D6DF0B62-DC45-4F30-A31A-4FD45FDC291B}" srcOrd="1" destOrd="0" presId="urn:microsoft.com/office/officeart/2005/8/layout/list1"/>
    <dgm:cxn modelId="{2B7D49AE-EFF8-4D60-881C-46084C858F37}" type="presOf" srcId="{0DC0215C-B1F6-4A0C-8E9F-D6026485097B}" destId="{6231B487-8936-4C40-AAD6-C8F6FE3DABDA}" srcOrd="0" destOrd="0" presId="urn:microsoft.com/office/officeart/2005/8/layout/list1"/>
    <dgm:cxn modelId="{80A1DEB3-61A3-4F7F-B3F5-D2F1266B83A2}" srcId="{B9940877-8873-4B00-BD9F-A52702CCC889}" destId="{019A2C95-E20C-4050-A679-345D6E04031C}" srcOrd="4" destOrd="0" parTransId="{E22884A9-46AA-4EF6-8024-B2FDFB333E45}" sibTransId="{D103DE1A-2231-4FF1-9979-8A6AFEAFC3A5}"/>
    <dgm:cxn modelId="{7D9D54BF-4E7B-44AF-A927-38C2972DF2BC}" srcId="{53EE2590-A807-45BF-8FC2-5F55C344D6F5}" destId="{0DC0215C-B1F6-4A0C-8E9F-D6026485097B}" srcOrd="0" destOrd="0" parTransId="{EB1A1A1D-0157-437A-B196-3A8DB4AEE8F9}" sibTransId="{6F5B9192-EEF0-4204-BC0A-532175C1F628}"/>
    <dgm:cxn modelId="{AF2A43C4-22E5-4219-AC93-58CE5E69910D}" type="presOf" srcId="{4C954841-0201-4E36-AC1C-0C701DBC3F5B}" destId="{05192073-97D2-4567-86FE-05AC7C7CD54B}" srcOrd="0" destOrd="3" presId="urn:microsoft.com/office/officeart/2005/8/layout/list1"/>
    <dgm:cxn modelId="{C07EC7CF-5241-4942-9847-195C365DD654}" type="presOf" srcId="{53EE2590-A807-45BF-8FC2-5F55C344D6F5}" destId="{5BD79639-A2AA-49EA-B6EE-D25908234EAC}" srcOrd="0" destOrd="0" presId="urn:microsoft.com/office/officeart/2005/8/layout/list1"/>
    <dgm:cxn modelId="{45CDE2E4-FE3E-43F8-A05D-9A7521807668}" srcId="{B9940877-8873-4B00-BD9F-A52702CCC889}" destId="{6E79FC60-3DB3-4A9C-8AEE-3BFAA238842C}" srcOrd="1" destOrd="0" parTransId="{B8F0E50F-6837-47F3-A0E0-89410569B062}" sibTransId="{5B84605B-7DBF-49BD-A261-5AFD46E7C72A}"/>
    <dgm:cxn modelId="{7C05AFE6-10AF-4AB1-93A4-C96B60189B22}" type="presOf" srcId="{D54AEE3B-E343-4121-9D49-0AAB6B1783A4}" destId="{05192073-97D2-4567-86FE-05AC7C7CD54B}" srcOrd="0" destOrd="2" presId="urn:microsoft.com/office/officeart/2005/8/layout/list1"/>
    <dgm:cxn modelId="{512847F0-EA69-494E-9D95-27B90F1C0B71}" type="presParOf" srcId="{5BD79639-A2AA-49EA-B6EE-D25908234EAC}" destId="{018B64EB-69B9-479B-8D03-ED1C6AB7BF65}" srcOrd="0" destOrd="0" presId="urn:microsoft.com/office/officeart/2005/8/layout/list1"/>
    <dgm:cxn modelId="{24CA5887-A10F-42A2-A8E1-C82960FC738C}" type="presParOf" srcId="{018B64EB-69B9-479B-8D03-ED1C6AB7BF65}" destId="{6231B487-8936-4C40-AAD6-C8F6FE3DABDA}" srcOrd="0" destOrd="0" presId="urn:microsoft.com/office/officeart/2005/8/layout/list1"/>
    <dgm:cxn modelId="{4DDD7B40-AA18-479D-85B9-850DF10FFD30}" type="presParOf" srcId="{018B64EB-69B9-479B-8D03-ED1C6AB7BF65}" destId="{D6DF0B62-DC45-4F30-A31A-4FD45FDC291B}" srcOrd="1" destOrd="0" presId="urn:microsoft.com/office/officeart/2005/8/layout/list1"/>
    <dgm:cxn modelId="{23AB3EBC-43F5-49DE-B845-BCC8C1D1AD6F}" type="presParOf" srcId="{5BD79639-A2AA-49EA-B6EE-D25908234EAC}" destId="{B06C1224-7C1E-4116-B37E-F4124D11186F}" srcOrd="1" destOrd="0" presId="urn:microsoft.com/office/officeart/2005/8/layout/list1"/>
    <dgm:cxn modelId="{BBACCE5B-3887-485A-9B27-645B6D7F55D4}" type="presParOf" srcId="{5BD79639-A2AA-49EA-B6EE-D25908234EAC}" destId="{9900BDBD-0754-452C-8931-657ECD1E2061}" srcOrd="2" destOrd="0" presId="urn:microsoft.com/office/officeart/2005/8/layout/list1"/>
    <dgm:cxn modelId="{FD446AF9-6791-4E1A-B9FE-C4296E0C702B}" type="presParOf" srcId="{5BD79639-A2AA-49EA-B6EE-D25908234EAC}" destId="{B0B1097F-99A9-461B-9C4B-D74E10DAEC3B}" srcOrd="3" destOrd="0" presId="urn:microsoft.com/office/officeart/2005/8/layout/list1"/>
    <dgm:cxn modelId="{A138B40D-0913-4406-AC85-79192CC3F188}" type="presParOf" srcId="{5BD79639-A2AA-49EA-B6EE-D25908234EAC}" destId="{464B5E28-010F-4B20-82DE-F2A4AD597CF6}" srcOrd="4" destOrd="0" presId="urn:microsoft.com/office/officeart/2005/8/layout/list1"/>
    <dgm:cxn modelId="{B684517B-2FEB-4462-BCCB-BAB5A195FD70}" type="presParOf" srcId="{464B5E28-010F-4B20-82DE-F2A4AD597CF6}" destId="{B21B9848-A85A-4A2D-A49E-55CB9E46F2D0}" srcOrd="0" destOrd="0" presId="urn:microsoft.com/office/officeart/2005/8/layout/list1"/>
    <dgm:cxn modelId="{774C50C4-BCC1-4F8E-9991-5E9D0CB58BE5}" type="presParOf" srcId="{464B5E28-010F-4B20-82DE-F2A4AD597CF6}" destId="{407E9A8A-EF04-401A-930B-C9DB376810D0}" srcOrd="1" destOrd="0" presId="urn:microsoft.com/office/officeart/2005/8/layout/list1"/>
    <dgm:cxn modelId="{4A47EEDD-96B2-4863-8E6B-6BD1FCE20C9F}" type="presParOf" srcId="{5BD79639-A2AA-49EA-B6EE-D25908234EAC}" destId="{84A9FC66-E4FB-4167-8AAE-AEA172830C37}" srcOrd="5" destOrd="0" presId="urn:microsoft.com/office/officeart/2005/8/layout/list1"/>
    <dgm:cxn modelId="{70BE2A20-40E8-4870-86B7-2EF4B66C741C}" type="presParOf" srcId="{5BD79639-A2AA-49EA-B6EE-D25908234EAC}" destId="{05192073-97D2-4567-86FE-05AC7C7CD54B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036824F-4A35-4D8A-A6DD-0C604E569511}" type="doc">
      <dgm:prSet loTypeId="urn:microsoft.com/office/officeart/2005/8/layout/default" loCatId="list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CD5F635-644B-4D62-BA5B-A5A616D2D921}">
      <dgm:prSet/>
      <dgm:spPr/>
      <dgm:t>
        <a:bodyPr/>
        <a:lstStyle/>
        <a:p>
          <a:r>
            <a:rPr lang="en-CA"/>
            <a:t>wget</a:t>
          </a:r>
          <a:endParaRPr lang="en-US"/>
        </a:p>
      </dgm:t>
    </dgm:pt>
    <dgm:pt modelId="{6D5E655F-4D00-4D71-94DE-28C76AC93776}" type="parTrans" cxnId="{9DA91794-A91D-4CD8-8B98-0C8388E5E562}">
      <dgm:prSet/>
      <dgm:spPr/>
      <dgm:t>
        <a:bodyPr/>
        <a:lstStyle/>
        <a:p>
          <a:endParaRPr lang="en-US"/>
        </a:p>
      </dgm:t>
    </dgm:pt>
    <dgm:pt modelId="{8FDFC2CB-2FC2-4235-B5C3-7DDEC918EB86}" type="sibTrans" cxnId="{9DA91794-A91D-4CD8-8B98-0C8388E5E562}">
      <dgm:prSet/>
      <dgm:spPr/>
      <dgm:t>
        <a:bodyPr/>
        <a:lstStyle/>
        <a:p>
          <a:endParaRPr lang="en-US"/>
        </a:p>
      </dgm:t>
    </dgm:pt>
    <dgm:pt modelId="{0943517C-E7EC-4F8D-9B0F-1AB6451DE673}">
      <dgm:prSet/>
      <dgm:spPr/>
      <dgm:t>
        <a:bodyPr/>
        <a:lstStyle/>
        <a:p>
          <a:r>
            <a:rPr lang="en-CA"/>
            <a:t>wc</a:t>
          </a:r>
          <a:endParaRPr lang="en-US"/>
        </a:p>
      </dgm:t>
    </dgm:pt>
    <dgm:pt modelId="{CC6750FD-0FD8-434D-8705-945C1B5F6E52}" type="parTrans" cxnId="{6912FE86-C221-4A5C-8601-E2533F343C7D}">
      <dgm:prSet/>
      <dgm:spPr/>
      <dgm:t>
        <a:bodyPr/>
        <a:lstStyle/>
        <a:p>
          <a:endParaRPr lang="en-US"/>
        </a:p>
      </dgm:t>
    </dgm:pt>
    <dgm:pt modelId="{4A075B2A-44AF-43FA-B48B-B8FEBE647D43}" type="sibTrans" cxnId="{6912FE86-C221-4A5C-8601-E2533F343C7D}">
      <dgm:prSet/>
      <dgm:spPr/>
      <dgm:t>
        <a:bodyPr/>
        <a:lstStyle/>
        <a:p>
          <a:endParaRPr lang="en-US"/>
        </a:p>
      </dgm:t>
    </dgm:pt>
    <dgm:pt modelId="{13664CFE-21C2-4E7A-87BE-FE9FD2EB441C}">
      <dgm:prSet/>
      <dgm:spPr/>
      <dgm:t>
        <a:bodyPr/>
        <a:lstStyle/>
        <a:p>
          <a:r>
            <a:rPr lang="en-CA"/>
            <a:t>cut</a:t>
          </a:r>
          <a:endParaRPr lang="en-US"/>
        </a:p>
      </dgm:t>
    </dgm:pt>
    <dgm:pt modelId="{8B71A0EF-D949-43DF-BC29-65C051EB5505}" type="parTrans" cxnId="{16350B3E-D916-49C1-AF9A-2F64731091DD}">
      <dgm:prSet/>
      <dgm:spPr/>
      <dgm:t>
        <a:bodyPr/>
        <a:lstStyle/>
        <a:p>
          <a:endParaRPr lang="en-US"/>
        </a:p>
      </dgm:t>
    </dgm:pt>
    <dgm:pt modelId="{866308A0-1290-4DAF-8C13-756CA4FEA43A}" type="sibTrans" cxnId="{16350B3E-D916-49C1-AF9A-2F64731091DD}">
      <dgm:prSet/>
      <dgm:spPr/>
      <dgm:t>
        <a:bodyPr/>
        <a:lstStyle/>
        <a:p>
          <a:endParaRPr lang="en-US"/>
        </a:p>
      </dgm:t>
    </dgm:pt>
    <dgm:pt modelId="{5621B1A6-D364-401F-B8E8-62F1CEFC18B2}">
      <dgm:prSet/>
      <dgm:spPr/>
      <dgm:t>
        <a:bodyPr/>
        <a:lstStyle/>
        <a:p>
          <a:r>
            <a:rPr lang="en-CA" dirty="0"/>
            <a:t>grep</a:t>
          </a:r>
          <a:endParaRPr lang="en-US" dirty="0"/>
        </a:p>
      </dgm:t>
    </dgm:pt>
    <dgm:pt modelId="{E22A4E1E-18C5-4C91-910C-40F88E447080}" type="parTrans" cxnId="{C0677925-B129-4779-B378-F14A53C4D394}">
      <dgm:prSet/>
      <dgm:spPr/>
      <dgm:t>
        <a:bodyPr/>
        <a:lstStyle/>
        <a:p>
          <a:endParaRPr lang="en-US"/>
        </a:p>
      </dgm:t>
    </dgm:pt>
    <dgm:pt modelId="{766C3F63-AD83-4AFA-932B-455288EB6A27}" type="sibTrans" cxnId="{C0677925-B129-4779-B378-F14A53C4D394}">
      <dgm:prSet/>
      <dgm:spPr/>
      <dgm:t>
        <a:bodyPr/>
        <a:lstStyle/>
        <a:p>
          <a:endParaRPr lang="en-US"/>
        </a:p>
      </dgm:t>
    </dgm:pt>
    <dgm:pt modelId="{D86A9BF5-A711-4D13-8655-867F0E81CE8D}">
      <dgm:prSet/>
      <dgm:spPr/>
      <dgm:t>
        <a:bodyPr/>
        <a:lstStyle/>
        <a:p>
          <a:r>
            <a:rPr lang="en-CA"/>
            <a:t>sort</a:t>
          </a:r>
          <a:endParaRPr lang="en-US"/>
        </a:p>
      </dgm:t>
    </dgm:pt>
    <dgm:pt modelId="{896A9B3E-E967-48C4-85A6-02E84E84D794}" type="parTrans" cxnId="{10B64E3B-3C71-4CFE-BBE5-8DC230AAD641}">
      <dgm:prSet/>
      <dgm:spPr/>
      <dgm:t>
        <a:bodyPr/>
        <a:lstStyle/>
        <a:p>
          <a:endParaRPr lang="en-US"/>
        </a:p>
      </dgm:t>
    </dgm:pt>
    <dgm:pt modelId="{62449F3E-E193-44E9-8DD5-5445BBD293FB}" type="sibTrans" cxnId="{10B64E3B-3C71-4CFE-BBE5-8DC230AAD641}">
      <dgm:prSet/>
      <dgm:spPr/>
      <dgm:t>
        <a:bodyPr/>
        <a:lstStyle/>
        <a:p>
          <a:endParaRPr lang="en-US"/>
        </a:p>
      </dgm:t>
    </dgm:pt>
    <dgm:pt modelId="{B622539A-EBD8-475B-A638-9A0E2801385C}">
      <dgm:prSet/>
      <dgm:spPr/>
      <dgm:t>
        <a:bodyPr/>
        <a:lstStyle/>
        <a:p>
          <a:r>
            <a:rPr lang="en-CA" dirty="0" err="1"/>
            <a:t>uniq</a:t>
          </a:r>
          <a:endParaRPr lang="en-US" dirty="0"/>
        </a:p>
      </dgm:t>
    </dgm:pt>
    <dgm:pt modelId="{3F56BCE5-C190-4ECB-B0BD-B57067987013}" type="parTrans" cxnId="{4B36B31A-6894-439B-83BE-B8016B982BE1}">
      <dgm:prSet/>
      <dgm:spPr/>
      <dgm:t>
        <a:bodyPr/>
        <a:lstStyle/>
        <a:p>
          <a:endParaRPr lang="en-US"/>
        </a:p>
      </dgm:t>
    </dgm:pt>
    <dgm:pt modelId="{35CF1BC8-9C8C-471B-8B2C-A2029687CE8E}" type="sibTrans" cxnId="{4B36B31A-6894-439B-83BE-B8016B982BE1}">
      <dgm:prSet/>
      <dgm:spPr/>
      <dgm:t>
        <a:bodyPr/>
        <a:lstStyle/>
        <a:p>
          <a:endParaRPr lang="en-US"/>
        </a:p>
      </dgm:t>
    </dgm:pt>
    <dgm:pt modelId="{45B11D97-0F81-470B-BD77-10FB19F0137A}">
      <dgm:prSet/>
      <dgm:spPr/>
      <dgm:t>
        <a:bodyPr/>
        <a:lstStyle/>
        <a:p>
          <a:r>
            <a:rPr lang="en-CA"/>
            <a:t>head </a:t>
          </a:r>
          <a:endParaRPr lang="en-US"/>
        </a:p>
      </dgm:t>
    </dgm:pt>
    <dgm:pt modelId="{A8C26FCA-FE8C-45C3-8FEA-3064618FB550}" type="parTrans" cxnId="{2BCBE17F-205A-429C-BF35-4C30949AFFEF}">
      <dgm:prSet/>
      <dgm:spPr/>
      <dgm:t>
        <a:bodyPr/>
        <a:lstStyle/>
        <a:p>
          <a:endParaRPr lang="en-US"/>
        </a:p>
      </dgm:t>
    </dgm:pt>
    <dgm:pt modelId="{8EB4672A-B436-4A90-8728-0BB845A504A5}" type="sibTrans" cxnId="{2BCBE17F-205A-429C-BF35-4C30949AFFEF}">
      <dgm:prSet/>
      <dgm:spPr/>
      <dgm:t>
        <a:bodyPr/>
        <a:lstStyle/>
        <a:p>
          <a:endParaRPr lang="en-US"/>
        </a:p>
      </dgm:t>
    </dgm:pt>
    <dgm:pt modelId="{0F014A8C-A62E-47A5-A546-A04A29BA3C12}">
      <dgm:prSet/>
      <dgm:spPr/>
      <dgm:t>
        <a:bodyPr/>
        <a:lstStyle/>
        <a:p>
          <a:r>
            <a:rPr lang="en-CA" dirty="0"/>
            <a:t>tail</a:t>
          </a:r>
          <a:endParaRPr lang="en-US" dirty="0"/>
        </a:p>
      </dgm:t>
    </dgm:pt>
    <dgm:pt modelId="{78F50DEC-416B-4486-86CF-B6896B18306D}" type="parTrans" cxnId="{89719103-39E0-4A09-A781-31C394F1F267}">
      <dgm:prSet/>
      <dgm:spPr/>
      <dgm:t>
        <a:bodyPr/>
        <a:lstStyle/>
        <a:p>
          <a:endParaRPr lang="en-US"/>
        </a:p>
      </dgm:t>
    </dgm:pt>
    <dgm:pt modelId="{F844B226-89AD-490D-AB8C-1EDE9591C564}" type="sibTrans" cxnId="{89719103-39E0-4A09-A781-31C394F1F267}">
      <dgm:prSet/>
      <dgm:spPr/>
      <dgm:t>
        <a:bodyPr/>
        <a:lstStyle/>
        <a:p>
          <a:endParaRPr lang="en-US"/>
        </a:p>
      </dgm:t>
    </dgm:pt>
    <dgm:pt modelId="{6E3E37FE-B748-4DA1-808C-2251E40B1B12}">
      <dgm:prSet/>
      <dgm:spPr/>
      <dgm:t>
        <a:bodyPr/>
        <a:lstStyle/>
        <a:p>
          <a:r>
            <a:rPr lang="en-US" dirty="0"/>
            <a:t>column</a:t>
          </a:r>
        </a:p>
      </dgm:t>
    </dgm:pt>
    <dgm:pt modelId="{16770932-7D32-403A-BC39-2F4944D83311}" type="parTrans" cxnId="{DEEFD3BA-1560-4A49-B2FA-F13B7F6891EC}">
      <dgm:prSet/>
      <dgm:spPr/>
      <dgm:t>
        <a:bodyPr/>
        <a:lstStyle/>
        <a:p>
          <a:endParaRPr lang="en-CA"/>
        </a:p>
      </dgm:t>
    </dgm:pt>
    <dgm:pt modelId="{FCA88390-8E63-48CF-A66B-D888767DBFF2}" type="sibTrans" cxnId="{DEEFD3BA-1560-4A49-B2FA-F13B7F6891EC}">
      <dgm:prSet/>
      <dgm:spPr/>
      <dgm:t>
        <a:bodyPr/>
        <a:lstStyle/>
        <a:p>
          <a:endParaRPr lang="en-CA"/>
        </a:p>
      </dgm:t>
    </dgm:pt>
    <dgm:pt modelId="{E31AB194-6F50-4275-8BD9-90F806634483}" type="pres">
      <dgm:prSet presAssocID="{6036824F-4A35-4D8A-A6DD-0C604E569511}" presName="diagram" presStyleCnt="0">
        <dgm:presLayoutVars>
          <dgm:dir/>
          <dgm:resizeHandles val="exact"/>
        </dgm:presLayoutVars>
      </dgm:prSet>
      <dgm:spPr/>
    </dgm:pt>
    <dgm:pt modelId="{CAA00FC1-DBA7-442F-9660-867B7DD5E80B}" type="pres">
      <dgm:prSet presAssocID="{0CD5F635-644B-4D62-BA5B-A5A616D2D921}" presName="node" presStyleLbl="node1" presStyleIdx="0" presStyleCnt="9">
        <dgm:presLayoutVars>
          <dgm:bulletEnabled val="1"/>
        </dgm:presLayoutVars>
      </dgm:prSet>
      <dgm:spPr/>
    </dgm:pt>
    <dgm:pt modelId="{579E4496-5CA8-4A0D-8476-FAF02ED70C1B}" type="pres">
      <dgm:prSet presAssocID="{8FDFC2CB-2FC2-4235-B5C3-7DDEC918EB86}" presName="sibTrans" presStyleCnt="0"/>
      <dgm:spPr/>
    </dgm:pt>
    <dgm:pt modelId="{792AEDE2-5AC7-4EA8-9930-70CDB6C9602A}" type="pres">
      <dgm:prSet presAssocID="{0943517C-E7EC-4F8D-9B0F-1AB6451DE673}" presName="node" presStyleLbl="node1" presStyleIdx="1" presStyleCnt="9">
        <dgm:presLayoutVars>
          <dgm:bulletEnabled val="1"/>
        </dgm:presLayoutVars>
      </dgm:prSet>
      <dgm:spPr/>
    </dgm:pt>
    <dgm:pt modelId="{A4BF24E1-3859-4285-9353-5C4BF1396AAD}" type="pres">
      <dgm:prSet presAssocID="{4A075B2A-44AF-43FA-B48B-B8FEBE647D43}" presName="sibTrans" presStyleCnt="0"/>
      <dgm:spPr/>
    </dgm:pt>
    <dgm:pt modelId="{A8696521-780C-4407-9143-6470209AE541}" type="pres">
      <dgm:prSet presAssocID="{13664CFE-21C2-4E7A-87BE-FE9FD2EB441C}" presName="node" presStyleLbl="node1" presStyleIdx="2" presStyleCnt="9">
        <dgm:presLayoutVars>
          <dgm:bulletEnabled val="1"/>
        </dgm:presLayoutVars>
      </dgm:prSet>
      <dgm:spPr/>
    </dgm:pt>
    <dgm:pt modelId="{7E0A584B-8969-49E4-B0C4-513DDC6542E6}" type="pres">
      <dgm:prSet presAssocID="{866308A0-1290-4DAF-8C13-756CA4FEA43A}" presName="sibTrans" presStyleCnt="0"/>
      <dgm:spPr/>
    </dgm:pt>
    <dgm:pt modelId="{C626F122-2D3E-477C-AB6A-C6FBF0668A94}" type="pres">
      <dgm:prSet presAssocID="{5621B1A6-D364-401F-B8E8-62F1CEFC18B2}" presName="node" presStyleLbl="node1" presStyleIdx="3" presStyleCnt="9">
        <dgm:presLayoutVars>
          <dgm:bulletEnabled val="1"/>
        </dgm:presLayoutVars>
      </dgm:prSet>
      <dgm:spPr/>
    </dgm:pt>
    <dgm:pt modelId="{D0D7CDBA-9DCF-42B4-A182-63ADD1C43116}" type="pres">
      <dgm:prSet presAssocID="{766C3F63-AD83-4AFA-932B-455288EB6A27}" presName="sibTrans" presStyleCnt="0"/>
      <dgm:spPr/>
    </dgm:pt>
    <dgm:pt modelId="{176BEFFF-1BD3-4335-8328-0BA04BE7BD37}" type="pres">
      <dgm:prSet presAssocID="{D86A9BF5-A711-4D13-8655-867F0E81CE8D}" presName="node" presStyleLbl="node1" presStyleIdx="4" presStyleCnt="9">
        <dgm:presLayoutVars>
          <dgm:bulletEnabled val="1"/>
        </dgm:presLayoutVars>
      </dgm:prSet>
      <dgm:spPr/>
    </dgm:pt>
    <dgm:pt modelId="{989ACA0E-F7D3-4CB7-A53D-78CBCCED5AE8}" type="pres">
      <dgm:prSet presAssocID="{62449F3E-E193-44E9-8DD5-5445BBD293FB}" presName="sibTrans" presStyleCnt="0"/>
      <dgm:spPr/>
    </dgm:pt>
    <dgm:pt modelId="{5E2AA64D-DBB5-4589-93CA-8E766D016A90}" type="pres">
      <dgm:prSet presAssocID="{B622539A-EBD8-475B-A638-9A0E2801385C}" presName="node" presStyleLbl="node1" presStyleIdx="5" presStyleCnt="9">
        <dgm:presLayoutVars>
          <dgm:bulletEnabled val="1"/>
        </dgm:presLayoutVars>
      </dgm:prSet>
      <dgm:spPr/>
    </dgm:pt>
    <dgm:pt modelId="{1107C0D5-4DD0-497F-B09F-0CD08A9EF516}" type="pres">
      <dgm:prSet presAssocID="{35CF1BC8-9C8C-471B-8B2C-A2029687CE8E}" presName="sibTrans" presStyleCnt="0"/>
      <dgm:spPr/>
    </dgm:pt>
    <dgm:pt modelId="{2EE04624-4D0E-4417-BE8E-5D3AA66C52F6}" type="pres">
      <dgm:prSet presAssocID="{45B11D97-0F81-470B-BD77-10FB19F0137A}" presName="node" presStyleLbl="node1" presStyleIdx="6" presStyleCnt="9">
        <dgm:presLayoutVars>
          <dgm:bulletEnabled val="1"/>
        </dgm:presLayoutVars>
      </dgm:prSet>
      <dgm:spPr/>
    </dgm:pt>
    <dgm:pt modelId="{AA9D7FE7-117B-46F7-9E54-B1ED46E6DF09}" type="pres">
      <dgm:prSet presAssocID="{8EB4672A-B436-4A90-8728-0BB845A504A5}" presName="sibTrans" presStyleCnt="0"/>
      <dgm:spPr/>
    </dgm:pt>
    <dgm:pt modelId="{054AA55D-0A80-4FAD-822E-935731C63A84}" type="pres">
      <dgm:prSet presAssocID="{0F014A8C-A62E-47A5-A546-A04A29BA3C12}" presName="node" presStyleLbl="node1" presStyleIdx="7" presStyleCnt="9">
        <dgm:presLayoutVars>
          <dgm:bulletEnabled val="1"/>
        </dgm:presLayoutVars>
      </dgm:prSet>
      <dgm:spPr/>
    </dgm:pt>
    <dgm:pt modelId="{FE8376BE-44B6-4604-A8D2-B5ADF88C44C8}" type="pres">
      <dgm:prSet presAssocID="{F844B226-89AD-490D-AB8C-1EDE9591C564}" presName="sibTrans" presStyleCnt="0"/>
      <dgm:spPr/>
    </dgm:pt>
    <dgm:pt modelId="{6B03D31A-E83B-4394-87CB-B3E4A8ADB63D}" type="pres">
      <dgm:prSet presAssocID="{6E3E37FE-B748-4DA1-808C-2251E40B1B12}" presName="node" presStyleLbl="node1" presStyleIdx="8" presStyleCnt="9">
        <dgm:presLayoutVars>
          <dgm:bulletEnabled val="1"/>
        </dgm:presLayoutVars>
      </dgm:prSet>
      <dgm:spPr/>
    </dgm:pt>
  </dgm:ptLst>
  <dgm:cxnLst>
    <dgm:cxn modelId="{89719103-39E0-4A09-A781-31C394F1F267}" srcId="{6036824F-4A35-4D8A-A6DD-0C604E569511}" destId="{0F014A8C-A62E-47A5-A546-A04A29BA3C12}" srcOrd="7" destOrd="0" parTransId="{78F50DEC-416B-4486-86CF-B6896B18306D}" sibTransId="{F844B226-89AD-490D-AB8C-1EDE9591C564}"/>
    <dgm:cxn modelId="{1F7BC406-22C8-41AB-BBEA-C93BA4A5B9E1}" type="presOf" srcId="{0F014A8C-A62E-47A5-A546-A04A29BA3C12}" destId="{054AA55D-0A80-4FAD-822E-935731C63A84}" srcOrd="0" destOrd="0" presId="urn:microsoft.com/office/officeart/2005/8/layout/default"/>
    <dgm:cxn modelId="{77916F12-969D-439D-B10A-4CFE8EAC3840}" type="presOf" srcId="{6E3E37FE-B748-4DA1-808C-2251E40B1B12}" destId="{6B03D31A-E83B-4394-87CB-B3E4A8ADB63D}" srcOrd="0" destOrd="0" presId="urn:microsoft.com/office/officeart/2005/8/layout/default"/>
    <dgm:cxn modelId="{4B36B31A-6894-439B-83BE-B8016B982BE1}" srcId="{6036824F-4A35-4D8A-A6DD-0C604E569511}" destId="{B622539A-EBD8-475B-A638-9A0E2801385C}" srcOrd="5" destOrd="0" parTransId="{3F56BCE5-C190-4ECB-B0BD-B57067987013}" sibTransId="{35CF1BC8-9C8C-471B-8B2C-A2029687CE8E}"/>
    <dgm:cxn modelId="{C0677925-B129-4779-B378-F14A53C4D394}" srcId="{6036824F-4A35-4D8A-A6DD-0C604E569511}" destId="{5621B1A6-D364-401F-B8E8-62F1CEFC18B2}" srcOrd="3" destOrd="0" parTransId="{E22A4E1E-18C5-4C91-910C-40F88E447080}" sibTransId="{766C3F63-AD83-4AFA-932B-455288EB6A27}"/>
    <dgm:cxn modelId="{7A874B30-7826-4A62-9065-5034C1581B8C}" type="presOf" srcId="{13664CFE-21C2-4E7A-87BE-FE9FD2EB441C}" destId="{A8696521-780C-4407-9143-6470209AE541}" srcOrd="0" destOrd="0" presId="urn:microsoft.com/office/officeart/2005/8/layout/default"/>
    <dgm:cxn modelId="{10B64E3B-3C71-4CFE-BBE5-8DC230AAD641}" srcId="{6036824F-4A35-4D8A-A6DD-0C604E569511}" destId="{D86A9BF5-A711-4D13-8655-867F0E81CE8D}" srcOrd="4" destOrd="0" parTransId="{896A9B3E-E967-48C4-85A6-02E84E84D794}" sibTransId="{62449F3E-E193-44E9-8DD5-5445BBD293FB}"/>
    <dgm:cxn modelId="{16350B3E-D916-49C1-AF9A-2F64731091DD}" srcId="{6036824F-4A35-4D8A-A6DD-0C604E569511}" destId="{13664CFE-21C2-4E7A-87BE-FE9FD2EB441C}" srcOrd="2" destOrd="0" parTransId="{8B71A0EF-D949-43DF-BC29-65C051EB5505}" sibTransId="{866308A0-1290-4DAF-8C13-756CA4FEA43A}"/>
    <dgm:cxn modelId="{08089341-9328-47CB-9D48-6003062110E2}" type="presOf" srcId="{D86A9BF5-A711-4D13-8655-867F0E81CE8D}" destId="{176BEFFF-1BD3-4335-8328-0BA04BE7BD37}" srcOrd="0" destOrd="0" presId="urn:microsoft.com/office/officeart/2005/8/layout/default"/>
    <dgm:cxn modelId="{30DDA347-D8AD-4FF8-BC67-3BF59C9E14E9}" type="presOf" srcId="{5621B1A6-D364-401F-B8E8-62F1CEFC18B2}" destId="{C626F122-2D3E-477C-AB6A-C6FBF0668A94}" srcOrd="0" destOrd="0" presId="urn:microsoft.com/office/officeart/2005/8/layout/default"/>
    <dgm:cxn modelId="{7D80E06D-E72E-4BB2-9731-EC7A3487D8F3}" type="presOf" srcId="{B622539A-EBD8-475B-A638-9A0E2801385C}" destId="{5E2AA64D-DBB5-4589-93CA-8E766D016A90}" srcOrd="0" destOrd="0" presId="urn:microsoft.com/office/officeart/2005/8/layout/default"/>
    <dgm:cxn modelId="{2BCBE17F-205A-429C-BF35-4C30949AFFEF}" srcId="{6036824F-4A35-4D8A-A6DD-0C604E569511}" destId="{45B11D97-0F81-470B-BD77-10FB19F0137A}" srcOrd="6" destOrd="0" parTransId="{A8C26FCA-FE8C-45C3-8FEA-3064618FB550}" sibTransId="{8EB4672A-B436-4A90-8728-0BB845A504A5}"/>
    <dgm:cxn modelId="{6912FE86-C221-4A5C-8601-E2533F343C7D}" srcId="{6036824F-4A35-4D8A-A6DD-0C604E569511}" destId="{0943517C-E7EC-4F8D-9B0F-1AB6451DE673}" srcOrd="1" destOrd="0" parTransId="{CC6750FD-0FD8-434D-8705-945C1B5F6E52}" sibTransId="{4A075B2A-44AF-43FA-B48B-B8FEBE647D43}"/>
    <dgm:cxn modelId="{9DA91794-A91D-4CD8-8B98-0C8388E5E562}" srcId="{6036824F-4A35-4D8A-A6DD-0C604E569511}" destId="{0CD5F635-644B-4D62-BA5B-A5A616D2D921}" srcOrd="0" destOrd="0" parTransId="{6D5E655F-4D00-4D71-94DE-28C76AC93776}" sibTransId="{8FDFC2CB-2FC2-4235-B5C3-7DDEC918EB86}"/>
    <dgm:cxn modelId="{2416B3A5-6551-4445-8122-E6C8C2E7198C}" type="presOf" srcId="{45B11D97-0F81-470B-BD77-10FB19F0137A}" destId="{2EE04624-4D0E-4417-BE8E-5D3AA66C52F6}" srcOrd="0" destOrd="0" presId="urn:microsoft.com/office/officeart/2005/8/layout/default"/>
    <dgm:cxn modelId="{DEEFD3BA-1560-4A49-B2FA-F13B7F6891EC}" srcId="{6036824F-4A35-4D8A-A6DD-0C604E569511}" destId="{6E3E37FE-B748-4DA1-808C-2251E40B1B12}" srcOrd="8" destOrd="0" parTransId="{16770932-7D32-403A-BC39-2F4944D83311}" sibTransId="{FCA88390-8E63-48CF-A66B-D888767DBFF2}"/>
    <dgm:cxn modelId="{263691C5-C9F3-4283-9296-EAFF239F17B8}" type="presOf" srcId="{0CD5F635-644B-4D62-BA5B-A5A616D2D921}" destId="{CAA00FC1-DBA7-442F-9660-867B7DD5E80B}" srcOrd="0" destOrd="0" presId="urn:microsoft.com/office/officeart/2005/8/layout/default"/>
    <dgm:cxn modelId="{333DEAC5-4BF0-4CEF-89C1-AEE3A295ED3F}" type="presOf" srcId="{0943517C-E7EC-4F8D-9B0F-1AB6451DE673}" destId="{792AEDE2-5AC7-4EA8-9930-70CDB6C9602A}" srcOrd="0" destOrd="0" presId="urn:microsoft.com/office/officeart/2005/8/layout/default"/>
    <dgm:cxn modelId="{8BF7C5C6-A35D-4EE3-B8FB-5414C8EC0071}" type="presOf" srcId="{6036824F-4A35-4D8A-A6DD-0C604E569511}" destId="{E31AB194-6F50-4275-8BD9-90F806634483}" srcOrd="0" destOrd="0" presId="urn:microsoft.com/office/officeart/2005/8/layout/default"/>
    <dgm:cxn modelId="{73F51609-5D3B-497A-B9AF-7EB305729C62}" type="presParOf" srcId="{E31AB194-6F50-4275-8BD9-90F806634483}" destId="{CAA00FC1-DBA7-442F-9660-867B7DD5E80B}" srcOrd="0" destOrd="0" presId="urn:microsoft.com/office/officeart/2005/8/layout/default"/>
    <dgm:cxn modelId="{0C84990D-AE2A-4027-A3E2-A58DD40076CC}" type="presParOf" srcId="{E31AB194-6F50-4275-8BD9-90F806634483}" destId="{579E4496-5CA8-4A0D-8476-FAF02ED70C1B}" srcOrd="1" destOrd="0" presId="urn:microsoft.com/office/officeart/2005/8/layout/default"/>
    <dgm:cxn modelId="{DA9B4C1F-157F-4B75-90BC-298181841731}" type="presParOf" srcId="{E31AB194-6F50-4275-8BD9-90F806634483}" destId="{792AEDE2-5AC7-4EA8-9930-70CDB6C9602A}" srcOrd="2" destOrd="0" presId="urn:microsoft.com/office/officeart/2005/8/layout/default"/>
    <dgm:cxn modelId="{16C104BE-933C-41D2-B850-DD959356B6FB}" type="presParOf" srcId="{E31AB194-6F50-4275-8BD9-90F806634483}" destId="{A4BF24E1-3859-4285-9353-5C4BF1396AAD}" srcOrd="3" destOrd="0" presId="urn:microsoft.com/office/officeart/2005/8/layout/default"/>
    <dgm:cxn modelId="{986EB1A7-FD6E-42BB-AFE6-26C8B8C713F6}" type="presParOf" srcId="{E31AB194-6F50-4275-8BD9-90F806634483}" destId="{A8696521-780C-4407-9143-6470209AE541}" srcOrd="4" destOrd="0" presId="urn:microsoft.com/office/officeart/2005/8/layout/default"/>
    <dgm:cxn modelId="{2DFA05B8-8BA6-4971-8331-2E1C64B1C77D}" type="presParOf" srcId="{E31AB194-6F50-4275-8BD9-90F806634483}" destId="{7E0A584B-8969-49E4-B0C4-513DDC6542E6}" srcOrd="5" destOrd="0" presId="urn:microsoft.com/office/officeart/2005/8/layout/default"/>
    <dgm:cxn modelId="{E40CB383-CC30-4343-9549-08D0F1F2A72F}" type="presParOf" srcId="{E31AB194-6F50-4275-8BD9-90F806634483}" destId="{C626F122-2D3E-477C-AB6A-C6FBF0668A94}" srcOrd="6" destOrd="0" presId="urn:microsoft.com/office/officeart/2005/8/layout/default"/>
    <dgm:cxn modelId="{D55A4490-DB23-4EEB-AFA7-1A51F119ABEC}" type="presParOf" srcId="{E31AB194-6F50-4275-8BD9-90F806634483}" destId="{D0D7CDBA-9DCF-42B4-A182-63ADD1C43116}" srcOrd="7" destOrd="0" presId="urn:microsoft.com/office/officeart/2005/8/layout/default"/>
    <dgm:cxn modelId="{78EBE707-724D-4721-9198-048E03B39BD2}" type="presParOf" srcId="{E31AB194-6F50-4275-8BD9-90F806634483}" destId="{176BEFFF-1BD3-4335-8328-0BA04BE7BD37}" srcOrd="8" destOrd="0" presId="urn:microsoft.com/office/officeart/2005/8/layout/default"/>
    <dgm:cxn modelId="{80C8D5ED-89F1-4204-8994-62ED7CC55A50}" type="presParOf" srcId="{E31AB194-6F50-4275-8BD9-90F806634483}" destId="{989ACA0E-F7D3-4CB7-A53D-78CBCCED5AE8}" srcOrd="9" destOrd="0" presId="urn:microsoft.com/office/officeart/2005/8/layout/default"/>
    <dgm:cxn modelId="{910C31FE-B951-43A3-83CB-D81BF1327656}" type="presParOf" srcId="{E31AB194-6F50-4275-8BD9-90F806634483}" destId="{5E2AA64D-DBB5-4589-93CA-8E766D016A90}" srcOrd="10" destOrd="0" presId="urn:microsoft.com/office/officeart/2005/8/layout/default"/>
    <dgm:cxn modelId="{7768F6F4-0AD1-44F5-8CBE-6C3439116F96}" type="presParOf" srcId="{E31AB194-6F50-4275-8BD9-90F806634483}" destId="{1107C0D5-4DD0-497F-B09F-0CD08A9EF516}" srcOrd="11" destOrd="0" presId="urn:microsoft.com/office/officeart/2005/8/layout/default"/>
    <dgm:cxn modelId="{B2082C68-8966-4B5D-A00A-A820A4A7A90B}" type="presParOf" srcId="{E31AB194-6F50-4275-8BD9-90F806634483}" destId="{2EE04624-4D0E-4417-BE8E-5D3AA66C52F6}" srcOrd="12" destOrd="0" presId="urn:microsoft.com/office/officeart/2005/8/layout/default"/>
    <dgm:cxn modelId="{C483BA8C-E265-424D-AAE7-D04167D91380}" type="presParOf" srcId="{E31AB194-6F50-4275-8BD9-90F806634483}" destId="{AA9D7FE7-117B-46F7-9E54-B1ED46E6DF09}" srcOrd="13" destOrd="0" presId="urn:microsoft.com/office/officeart/2005/8/layout/default"/>
    <dgm:cxn modelId="{792867E6-2B44-4D90-A8C0-E3E90A0D4F70}" type="presParOf" srcId="{E31AB194-6F50-4275-8BD9-90F806634483}" destId="{054AA55D-0A80-4FAD-822E-935731C63A84}" srcOrd="14" destOrd="0" presId="urn:microsoft.com/office/officeart/2005/8/layout/default"/>
    <dgm:cxn modelId="{27734780-EE49-4AA2-965B-EB379435E290}" type="presParOf" srcId="{E31AB194-6F50-4275-8BD9-90F806634483}" destId="{FE8376BE-44B6-4604-A8D2-B5ADF88C44C8}" srcOrd="15" destOrd="0" presId="urn:microsoft.com/office/officeart/2005/8/layout/default"/>
    <dgm:cxn modelId="{F9D8CF63-A9C0-49C0-B3F7-DA25016ECA23}" type="presParOf" srcId="{E31AB194-6F50-4275-8BD9-90F806634483}" destId="{6B03D31A-E83B-4394-87CB-B3E4A8ADB63D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2E7458-4FF8-4663-9811-A7F777A356BE}">
      <dsp:nvSpPr>
        <dsp:cNvPr id="0" name=""/>
        <dsp:cNvSpPr/>
      </dsp:nvSpPr>
      <dsp:spPr>
        <a:xfrm rot="5400000">
          <a:off x="5299862" y="-1293876"/>
          <a:ext cx="3079699" cy="6437376"/>
        </a:xfrm>
        <a:prstGeom prst="round2Same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900" kern="1200" dirty="0"/>
            <a:t>Le point .</a:t>
          </a:r>
          <a:endParaRPr lang="en-US" sz="1900" kern="1200" dirty="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 dirty="0"/>
            <a:t>Correspond à n’importe quel caractère sauf NUL</a:t>
          </a:r>
          <a:endParaRPr lang="en-US" sz="1900" kern="1200" dirty="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900" kern="1200" dirty="0" err="1"/>
            <a:t>Équivalent</a:t>
          </a:r>
          <a:r>
            <a:rPr lang="en-CA" sz="1900" kern="1200" dirty="0"/>
            <a:t> au « ? » </a:t>
          </a:r>
          <a:r>
            <a:rPr lang="en-CA" sz="1900" kern="1200" dirty="0" err="1"/>
            <a:t>en</a:t>
          </a:r>
          <a:r>
            <a:rPr lang="en-CA" sz="1900" kern="1200" dirty="0"/>
            <a:t> glob</a:t>
          </a:r>
          <a:endParaRPr lang="en-US" sz="1900" kern="1200" dirty="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 dirty="0"/>
            <a:t>Utiliser « \. » pour reconnaître un point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900" kern="1200" dirty="0"/>
            <a:t>Les crochets []</a:t>
          </a:r>
          <a:endParaRPr lang="en-US" sz="1900" kern="1200" dirty="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/>
            <a:t>Listent un choix parmi plusieurs caractères</a:t>
          </a:r>
          <a:endParaRPr lang="en-US" sz="1900" kern="120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 dirty="0"/>
            <a:t>Protéger crochets du </a:t>
          </a:r>
          <a:r>
            <a:rPr lang="fr-FR" sz="1900" kern="1200" dirty="0" err="1"/>
            <a:t>shell</a:t>
          </a:r>
          <a:r>
            <a:rPr lang="fr-FR" sz="1900" kern="1200" dirty="0"/>
            <a:t> avec guillemets</a:t>
          </a:r>
          <a:endParaRPr lang="en-US" sz="1900" kern="1200" dirty="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 dirty="0"/>
            <a:t>Circonflexe </a:t>
          </a:r>
          <a:r>
            <a:rPr lang="en-CA" sz="1900" kern="1200" dirty="0"/>
            <a:t>^ </a:t>
          </a:r>
          <a:r>
            <a:rPr lang="fr-FR" sz="1900" kern="1200" dirty="0"/>
            <a:t>indique négation (tout autre caractères)</a:t>
          </a:r>
          <a:endParaRPr lang="en-US" sz="1900" kern="1200" dirty="0"/>
        </a:p>
      </dsp:txBody>
      <dsp:txXfrm rot="-5400000">
        <a:off x="3621024" y="535301"/>
        <a:ext cx="6287037" cy="2779021"/>
      </dsp:txXfrm>
    </dsp:sp>
    <dsp:sp modelId="{F37EC304-7BCB-4B0C-BD0F-0A85C8B23734}">
      <dsp:nvSpPr>
        <dsp:cNvPr id="0" name=""/>
        <dsp:cNvSpPr/>
      </dsp:nvSpPr>
      <dsp:spPr>
        <a:xfrm>
          <a:off x="0" y="0"/>
          <a:ext cx="3621024" cy="3849624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4200000"/>
          </a:lightRig>
        </a:scene3d>
        <a:sp3d prstMaterial="flat">
          <a:bevelT w="50800" h="63500" prst="ribl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9070" tIns="89535" rIns="179070" bIns="8953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4700" kern="1200" dirty="0" err="1"/>
            <a:t>Caractères</a:t>
          </a:r>
          <a:r>
            <a:rPr lang="en-CA" sz="4700" kern="1200" dirty="0"/>
            <a:t> </a:t>
          </a:r>
          <a:r>
            <a:rPr lang="en-CA" sz="4700" kern="1200" dirty="0" err="1"/>
            <a:t>spéciaux</a:t>
          </a:r>
          <a:r>
            <a:rPr lang="en-CA" sz="4700" kern="1200" dirty="0"/>
            <a:t>:</a:t>
          </a:r>
          <a:endParaRPr lang="en-US" sz="4700" kern="1200" dirty="0"/>
        </a:p>
      </dsp:txBody>
      <dsp:txXfrm>
        <a:off x="176764" y="176764"/>
        <a:ext cx="3267496" cy="34960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2E7458-4FF8-4663-9811-A7F777A356BE}">
      <dsp:nvSpPr>
        <dsp:cNvPr id="0" name=""/>
        <dsp:cNvSpPr/>
      </dsp:nvSpPr>
      <dsp:spPr>
        <a:xfrm rot="5400000">
          <a:off x="5299862" y="-1293876"/>
          <a:ext cx="3079699" cy="6437376"/>
        </a:xfrm>
        <a:prstGeom prst="round2Same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1270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 dirty="0" err="1"/>
            <a:t>L’étoile</a:t>
          </a:r>
          <a:r>
            <a:rPr lang="en-CA" sz="1800" kern="1200" dirty="0"/>
            <a:t> *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Indique une répétition d’un motif 0+ fois</a:t>
          </a:r>
          <a:endParaRPr lang="en-CA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 dirty="0"/>
            <a:t>Le </a:t>
          </a:r>
          <a:r>
            <a:rPr lang="en-CA" sz="1800" kern="1200" dirty="0" err="1"/>
            <a:t>circonflexe</a:t>
          </a:r>
          <a:r>
            <a:rPr lang="en-CA" sz="1800" kern="1200" dirty="0"/>
            <a:t> ^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Indique début de chaine ou (ligne)</a:t>
          </a:r>
          <a:endParaRPr lang="en-CA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 dirty="0"/>
            <a:t>Le dollar $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Indique fin de chaine ou (ligne)</a:t>
          </a:r>
          <a:endParaRPr lang="en-CA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800" kern="1200" dirty="0"/>
            <a:t>La </a:t>
          </a:r>
          <a:r>
            <a:rPr lang="en-CA" sz="1800" kern="1200" dirty="0" err="1"/>
            <a:t>contre</a:t>
          </a:r>
          <a:r>
            <a:rPr lang="en-CA" sz="1800" kern="1200" dirty="0"/>
            <a:t>-oblique \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\ rend littéral un caractère spécial et inversement</a:t>
          </a:r>
          <a:endParaRPr lang="en-CA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/>
            <a:t>Tous autres caractères sont littéraux</a:t>
          </a:r>
          <a:endParaRPr lang="en-CA" sz="1800" kern="1200" dirty="0"/>
        </a:p>
      </dsp:txBody>
      <dsp:txXfrm rot="-5400000">
        <a:off x="3621024" y="535301"/>
        <a:ext cx="6287037" cy="2779021"/>
      </dsp:txXfrm>
    </dsp:sp>
    <dsp:sp modelId="{F37EC304-7BCB-4B0C-BD0F-0A85C8B23734}">
      <dsp:nvSpPr>
        <dsp:cNvPr id="0" name=""/>
        <dsp:cNvSpPr/>
      </dsp:nvSpPr>
      <dsp:spPr>
        <a:xfrm>
          <a:off x="0" y="0"/>
          <a:ext cx="3621024" cy="3849624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0000"/>
                <a:lumMod val="100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99000"/>
                <a:satMod val="105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8000"/>
                <a:satMod val="105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4200000"/>
          </a:lightRig>
        </a:scene3d>
        <a:sp3d prstMaterial="flat">
          <a:bevelT w="50800" h="63500" prst="rible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9070" tIns="89535" rIns="179070" bIns="8953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4700" kern="1200"/>
            <a:t>Caractères spéciaux:</a:t>
          </a:r>
          <a:endParaRPr lang="en-US" sz="4700" kern="1200"/>
        </a:p>
      </dsp:txBody>
      <dsp:txXfrm>
        <a:off x="176764" y="176764"/>
        <a:ext cx="3267496" cy="34960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CBE6DE-98E5-4D3F-A4F0-1B412A186F6D}">
      <dsp:nvSpPr>
        <dsp:cNvPr id="0" name=""/>
        <dsp:cNvSpPr/>
      </dsp:nvSpPr>
      <dsp:spPr>
        <a:xfrm>
          <a:off x="979832" y="858364"/>
          <a:ext cx="1049835" cy="10498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A0493D-A19E-4828-9EE7-A7248BEEFD72}">
      <dsp:nvSpPr>
        <dsp:cNvPr id="0" name=""/>
        <dsp:cNvSpPr/>
      </dsp:nvSpPr>
      <dsp:spPr>
        <a:xfrm>
          <a:off x="4985" y="1994582"/>
          <a:ext cx="2999531" cy="660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CA" sz="1400" kern="1200" dirty="0"/>
            <a:t>Classe de caractères</a:t>
          </a:r>
          <a:endParaRPr lang="en-US" sz="1400" kern="1200" dirty="0"/>
        </a:p>
      </dsp:txBody>
      <dsp:txXfrm>
        <a:off x="4985" y="1994582"/>
        <a:ext cx="2999531" cy="660834"/>
      </dsp:txXfrm>
    </dsp:sp>
    <dsp:sp modelId="{7B0FA195-BF49-401B-8003-A072CC69585E}">
      <dsp:nvSpPr>
        <dsp:cNvPr id="0" name=""/>
        <dsp:cNvSpPr/>
      </dsp:nvSpPr>
      <dsp:spPr>
        <a:xfrm>
          <a:off x="4985" y="2695594"/>
          <a:ext cx="2999531" cy="1716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2F78EC-FC30-4069-81DD-75ACAC0B9415}">
      <dsp:nvSpPr>
        <dsp:cNvPr id="0" name=""/>
        <dsp:cNvSpPr/>
      </dsp:nvSpPr>
      <dsp:spPr>
        <a:xfrm>
          <a:off x="4504282" y="742530"/>
          <a:ext cx="1049835" cy="10498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C7DC51-F8E8-484D-A658-6A5E6ED2E03F}">
      <dsp:nvSpPr>
        <dsp:cNvPr id="0" name=""/>
        <dsp:cNvSpPr/>
      </dsp:nvSpPr>
      <dsp:spPr>
        <a:xfrm>
          <a:off x="3529434" y="1888709"/>
          <a:ext cx="2999531" cy="660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CA" sz="1400" kern="1200"/>
            <a:t>Classes d’équivalences</a:t>
          </a:r>
          <a:endParaRPr lang="en-US" sz="1400" kern="1200"/>
        </a:p>
      </dsp:txBody>
      <dsp:txXfrm>
        <a:off x="3529434" y="1888709"/>
        <a:ext cx="2999531" cy="660834"/>
      </dsp:txXfrm>
    </dsp:sp>
    <dsp:sp modelId="{2155A432-082E-4685-A1D2-DDBC9AA61C84}">
      <dsp:nvSpPr>
        <dsp:cNvPr id="0" name=""/>
        <dsp:cNvSpPr/>
      </dsp:nvSpPr>
      <dsp:spPr>
        <a:xfrm>
          <a:off x="3529434" y="2594355"/>
          <a:ext cx="2999531" cy="3887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100" kern="1200"/>
            <a:t>[=e=] : classe d’équivalence du caractère e</a:t>
          </a:r>
          <a:endParaRPr lang="en-US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100" kern="1200"/>
            <a:t>inclut eéèêë</a:t>
          </a:r>
          <a:endParaRPr lang="en-US" sz="1100" kern="1200"/>
        </a:p>
      </dsp:txBody>
      <dsp:txXfrm>
        <a:off x="3529434" y="2594355"/>
        <a:ext cx="2999531" cy="388726"/>
      </dsp:txXfrm>
    </dsp:sp>
    <dsp:sp modelId="{2CC68DA5-05D0-4F37-94FB-AE7F2AB93A27}">
      <dsp:nvSpPr>
        <dsp:cNvPr id="0" name=""/>
        <dsp:cNvSpPr/>
      </dsp:nvSpPr>
      <dsp:spPr>
        <a:xfrm>
          <a:off x="8028731" y="742530"/>
          <a:ext cx="1049835" cy="10498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7E7F65-A1D0-47FC-8633-56A2A569F58B}">
      <dsp:nvSpPr>
        <dsp:cNvPr id="0" name=""/>
        <dsp:cNvSpPr/>
      </dsp:nvSpPr>
      <dsp:spPr>
        <a:xfrm>
          <a:off x="7053883" y="1888709"/>
          <a:ext cx="2999531" cy="660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CA" sz="1400" kern="1200" dirty="0" err="1"/>
            <a:t>Voir</a:t>
          </a:r>
          <a:r>
            <a:rPr lang="en-CA" sz="1400" kern="1200" dirty="0"/>
            <a:t> Notes de Cours (</a:t>
          </a:r>
          <a:r>
            <a:rPr lang="en-CA" sz="1400" kern="1200" dirty="0" err="1">
              <a:hlinkClick xmlns:r="http://schemas.openxmlformats.org/officeDocument/2006/relationships" r:id="rId7"/>
            </a:rPr>
            <a:t>Chapitre</a:t>
          </a:r>
          <a:r>
            <a:rPr lang="en-CA" sz="1400" kern="1200" dirty="0">
              <a:hlinkClick xmlns:r="http://schemas.openxmlformats.org/officeDocument/2006/relationships" r:id="rId7"/>
            </a:rPr>
            <a:t> 4: Expressions </a:t>
          </a:r>
          <a:r>
            <a:rPr lang="en-CA" sz="1400" kern="1200" dirty="0" err="1">
              <a:hlinkClick xmlns:r="http://schemas.openxmlformats.org/officeDocument/2006/relationships" r:id="rId7"/>
            </a:rPr>
            <a:t>régulières</a:t>
          </a:r>
          <a:r>
            <a:rPr lang="en-CA" sz="1400" kern="1200" dirty="0"/>
            <a:t>) pour plus de </a:t>
          </a:r>
          <a:r>
            <a:rPr lang="en-CA" sz="1400" kern="1200" dirty="0" err="1"/>
            <a:t>détail</a:t>
          </a:r>
          <a:endParaRPr lang="en-US" sz="1400" kern="1200" dirty="0"/>
        </a:p>
      </dsp:txBody>
      <dsp:txXfrm>
        <a:off x="7053883" y="1888709"/>
        <a:ext cx="2999531" cy="660834"/>
      </dsp:txXfrm>
    </dsp:sp>
    <dsp:sp modelId="{55A0AB0B-C9FA-410A-9684-C932C022066A}">
      <dsp:nvSpPr>
        <dsp:cNvPr id="0" name=""/>
        <dsp:cNvSpPr/>
      </dsp:nvSpPr>
      <dsp:spPr>
        <a:xfrm>
          <a:off x="7053883" y="2594355"/>
          <a:ext cx="2999531" cy="3887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00BDBD-0754-452C-8931-657ECD1E2061}">
      <dsp:nvSpPr>
        <dsp:cNvPr id="0" name=""/>
        <dsp:cNvSpPr/>
      </dsp:nvSpPr>
      <dsp:spPr>
        <a:xfrm>
          <a:off x="0" y="290730"/>
          <a:ext cx="10058399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DF0B62-DC45-4F30-A31A-4FD45FDC291B}">
      <dsp:nvSpPr>
        <dsp:cNvPr id="0" name=""/>
        <dsp:cNvSpPr/>
      </dsp:nvSpPr>
      <dsp:spPr>
        <a:xfrm>
          <a:off x="502920" y="39810"/>
          <a:ext cx="7040880" cy="5018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kern="1200" dirty="0"/>
            <a:t>Utilis</a:t>
          </a:r>
          <a:r>
            <a:rPr lang="fr-CA" sz="1700" kern="1200" dirty="0"/>
            <a:t>é</a:t>
          </a:r>
          <a:r>
            <a:rPr lang="en-CA" sz="1700" kern="1200" dirty="0"/>
            <a:t> pour </a:t>
          </a:r>
          <a:r>
            <a:rPr lang="en-CA" sz="1700" kern="1200" dirty="0" err="1"/>
            <a:t>chercher</a:t>
          </a:r>
          <a:r>
            <a:rPr lang="en-CA" sz="1700" kern="1200" dirty="0"/>
            <a:t> </a:t>
          </a:r>
          <a:r>
            <a:rPr lang="en-CA" sz="1700" kern="1200" dirty="0" err="1"/>
            <a:t>lignes</a:t>
          </a:r>
          <a:r>
            <a:rPr lang="en-CA" sz="1700" kern="1200" dirty="0"/>
            <a:t> </a:t>
          </a:r>
          <a:r>
            <a:rPr lang="en-CA" sz="1700" kern="1200" dirty="0" err="1"/>
            <a:t>correspondant</a:t>
          </a:r>
          <a:r>
            <a:rPr lang="en-CA" sz="1700" kern="1200" dirty="0"/>
            <a:t> à motif</a:t>
          </a:r>
          <a:endParaRPr lang="en-US" sz="1700" kern="1200" dirty="0"/>
        </a:p>
      </dsp:txBody>
      <dsp:txXfrm>
        <a:off x="527418" y="64308"/>
        <a:ext cx="6991884" cy="452844"/>
      </dsp:txXfrm>
    </dsp:sp>
    <dsp:sp modelId="{05192073-97D2-4567-86FE-05AC7C7CD54B}">
      <dsp:nvSpPr>
        <dsp:cNvPr id="0" name=""/>
        <dsp:cNvSpPr/>
      </dsp:nvSpPr>
      <dsp:spPr>
        <a:xfrm>
          <a:off x="0" y="1061850"/>
          <a:ext cx="10058399" cy="26239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921761"/>
              <a:satOff val="-17996"/>
              <a:lumOff val="3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0644" tIns="354076" rIns="780644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 dirty="0"/>
            <a:t>-i, --ignore-case ignorer la casse (majuscule/minuscule)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 dirty="0"/>
            <a:t>-c, --count compter le nombre de correspondances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 dirty="0"/>
            <a:t>-n, --line-</a:t>
          </a:r>
          <a:r>
            <a:rPr lang="fr-FR" sz="1700" kern="1200" dirty="0" err="1"/>
            <a:t>number</a:t>
          </a:r>
          <a:r>
            <a:rPr lang="fr-FR" sz="1700" kern="1200" dirty="0"/>
            <a:t> afficher le numéro de ligne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 dirty="0"/>
            <a:t>-v, --</a:t>
          </a:r>
          <a:r>
            <a:rPr lang="fr-FR" sz="1700" kern="1200" dirty="0" err="1"/>
            <a:t>invert</a:t>
          </a:r>
          <a:r>
            <a:rPr lang="fr-FR" sz="1700" kern="1200" dirty="0"/>
            <a:t>-match afficher les lignes qui ne correspondent pas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 dirty="0"/>
            <a:t>-x, --line-</a:t>
          </a:r>
          <a:r>
            <a:rPr lang="fr-FR" sz="1700" kern="1200" dirty="0" err="1"/>
            <a:t>regexp</a:t>
          </a:r>
          <a:r>
            <a:rPr lang="fr-FR" sz="1700" kern="1200" dirty="0"/>
            <a:t> chercher la ligne entière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 dirty="0"/>
            <a:t>--</a:t>
          </a:r>
          <a:r>
            <a:rPr lang="fr-FR" sz="1700" kern="1200" dirty="0" err="1"/>
            <a:t>color</a:t>
          </a:r>
          <a:r>
            <a:rPr lang="fr-FR" sz="1700" kern="1200" dirty="0"/>
            <a:t> colorier le motif (GNU)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700" kern="1200"/>
            <a:t>Pour d’autres options, voire man de grep et/ou </a:t>
          </a:r>
          <a:r>
            <a:rPr lang="en-CA" sz="1700" kern="1200"/>
            <a:t>Notes de Cours (</a:t>
          </a:r>
          <a:r>
            <a:rPr lang="en-CA" sz="1700" kern="1200">
              <a:hlinkClick xmlns:r="http://schemas.openxmlformats.org/officeDocument/2006/relationships" r:id="rId1"/>
            </a:rPr>
            <a:t>Chapitre 4: Expressions régulières</a:t>
          </a:r>
          <a:r>
            <a:rPr lang="en-CA" sz="1700" kern="1200"/>
            <a:t>) </a:t>
          </a:r>
          <a:endParaRPr lang="en-US" sz="1700" kern="1200"/>
        </a:p>
      </dsp:txBody>
      <dsp:txXfrm>
        <a:off x="0" y="1061850"/>
        <a:ext cx="10058399" cy="2623950"/>
      </dsp:txXfrm>
    </dsp:sp>
    <dsp:sp modelId="{407E9A8A-EF04-401A-930B-C9DB376810D0}">
      <dsp:nvSpPr>
        <dsp:cNvPr id="0" name=""/>
        <dsp:cNvSpPr/>
      </dsp:nvSpPr>
      <dsp:spPr>
        <a:xfrm>
          <a:off x="502920" y="810930"/>
          <a:ext cx="7040880" cy="501840"/>
        </a:xfrm>
        <a:prstGeom prst="roundRect">
          <a:avLst/>
        </a:prstGeom>
        <a:solidFill>
          <a:schemeClr val="accent5">
            <a:hueOff val="921761"/>
            <a:satOff val="-17996"/>
            <a:lumOff val="3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700" kern="1200" dirty="0"/>
            <a:t>Options:</a:t>
          </a:r>
          <a:endParaRPr lang="en-US" sz="1700" kern="1200" dirty="0"/>
        </a:p>
      </dsp:txBody>
      <dsp:txXfrm>
        <a:off x="527418" y="835428"/>
        <a:ext cx="6991884" cy="45284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A00FC1-DBA7-442F-9660-867B7DD5E80B}">
      <dsp:nvSpPr>
        <dsp:cNvPr id="0" name=""/>
        <dsp:cNvSpPr/>
      </dsp:nvSpPr>
      <dsp:spPr>
        <a:xfrm>
          <a:off x="3437" y="652900"/>
          <a:ext cx="1861393" cy="111683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600" kern="1200"/>
            <a:t>wget</a:t>
          </a:r>
          <a:endParaRPr lang="en-US" sz="3600" kern="1200"/>
        </a:p>
      </dsp:txBody>
      <dsp:txXfrm>
        <a:off x="3437" y="652900"/>
        <a:ext cx="1861393" cy="1116836"/>
      </dsp:txXfrm>
    </dsp:sp>
    <dsp:sp modelId="{792AEDE2-5AC7-4EA8-9930-70CDB6C9602A}">
      <dsp:nvSpPr>
        <dsp:cNvPr id="0" name=""/>
        <dsp:cNvSpPr/>
      </dsp:nvSpPr>
      <dsp:spPr>
        <a:xfrm>
          <a:off x="2050970" y="652900"/>
          <a:ext cx="1861393" cy="111683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600" kern="1200"/>
            <a:t>wc</a:t>
          </a:r>
          <a:endParaRPr lang="en-US" sz="3600" kern="1200"/>
        </a:p>
      </dsp:txBody>
      <dsp:txXfrm>
        <a:off x="2050970" y="652900"/>
        <a:ext cx="1861393" cy="1116836"/>
      </dsp:txXfrm>
    </dsp:sp>
    <dsp:sp modelId="{A8696521-780C-4407-9143-6470209AE541}">
      <dsp:nvSpPr>
        <dsp:cNvPr id="0" name=""/>
        <dsp:cNvSpPr/>
      </dsp:nvSpPr>
      <dsp:spPr>
        <a:xfrm>
          <a:off x="4098503" y="652900"/>
          <a:ext cx="1861393" cy="111683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600" kern="1200"/>
            <a:t>cut</a:t>
          </a:r>
          <a:endParaRPr lang="en-US" sz="3600" kern="1200"/>
        </a:p>
      </dsp:txBody>
      <dsp:txXfrm>
        <a:off x="4098503" y="652900"/>
        <a:ext cx="1861393" cy="1116836"/>
      </dsp:txXfrm>
    </dsp:sp>
    <dsp:sp modelId="{C626F122-2D3E-477C-AB6A-C6FBF0668A94}">
      <dsp:nvSpPr>
        <dsp:cNvPr id="0" name=""/>
        <dsp:cNvSpPr/>
      </dsp:nvSpPr>
      <dsp:spPr>
        <a:xfrm>
          <a:off x="6146036" y="652900"/>
          <a:ext cx="1861393" cy="111683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600" kern="1200" dirty="0"/>
            <a:t>grep</a:t>
          </a:r>
          <a:endParaRPr lang="en-US" sz="3600" kern="1200" dirty="0"/>
        </a:p>
      </dsp:txBody>
      <dsp:txXfrm>
        <a:off x="6146036" y="652900"/>
        <a:ext cx="1861393" cy="1116836"/>
      </dsp:txXfrm>
    </dsp:sp>
    <dsp:sp modelId="{176BEFFF-1BD3-4335-8328-0BA04BE7BD37}">
      <dsp:nvSpPr>
        <dsp:cNvPr id="0" name=""/>
        <dsp:cNvSpPr/>
      </dsp:nvSpPr>
      <dsp:spPr>
        <a:xfrm>
          <a:off x="8193568" y="652900"/>
          <a:ext cx="1861393" cy="111683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600" kern="1200"/>
            <a:t>sort</a:t>
          </a:r>
          <a:endParaRPr lang="en-US" sz="3600" kern="1200"/>
        </a:p>
      </dsp:txBody>
      <dsp:txXfrm>
        <a:off x="8193568" y="652900"/>
        <a:ext cx="1861393" cy="1116836"/>
      </dsp:txXfrm>
    </dsp:sp>
    <dsp:sp modelId="{5E2AA64D-DBB5-4589-93CA-8E766D016A90}">
      <dsp:nvSpPr>
        <dsp:cNvPr id="0" name=""/>
        <dsp:cNvSpPr/>
      </dsp:nvSpPr>
      <dsp:spPr>
        <a:xfrm>
          <a:off x="1027204" y="1955875"/>
          <a:ext cx="1861393" cy="111683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600" kern="1200" dirty="0" err="1"/>
            <a:t>uniq</a:t>
          </a:r>
          <a:endParaRPr lang="en-US" sz="3600" kern="1200" dirty="0"/>
        </a:p>
      </dsp:txBody>
      <dsp:txXfrm>
        <a:off x="1027204" y="1955875"/>
        <a:ext cx="1861393" cy="1116836"/>
      </dsp:txXfrm>
    </dsp:sp>
    <dsp:sp modelId="{2EE04624-4D0E-4417-BE8E-5D3AA66C52F6}">
      <dsp:nvSpPr>
        <dsp:cNvPr id="0" name=""/>
        <dsp:cNvSpPr/>
      </dsp:nvSpPr>
      <dsp:spPr>
        <a:xfrm>
          <a:off x="3074736" y="1955875"/>
          <a:ext cx="1861393" cy="111683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600" kern="1200"/>
            <a:t>head </a:t>
          </a:r>
          <a:endParaRPr lang="en-US" sz="3600" kern="1200"/>
        </a:p>
      </dsp:txBody>
      <dsp:txXfrm>
        <a:off x="3074736" y="1955875"/>
        <a:ext cx="1861393" cy="1116836"/>
      </dsp:txXfrm>
    </dsp:sp>
    <dsp:sp modelId="{054AA55D-0A80-4FAD-822E-935731C63A84}">
      <dsp:nvSpPr>
        <dsp:cNvPr id="0" name=""/>
        <dsp:cNvSpPr/>
      </dsp:nvSpPr>
      <dsp:spPr>
        <a:xfrm>
          <a:off x="5122269" y="1955875"/>
          <a:ext cx="1861393" cy="111683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600" kern="1200" dirty="0"/>
            <a:t>tail</a:t>
          </a:r>
          <a:endParaRPr lang="en-US" sz="3600" kern="1200" dirty="0"/>
        </a:p>
      </dsp:txBody>
      <dsp:txXfrm>
        <a:off x="5122269" y="1955875"/>
        <a:ext cx="1861393" cy="1116836"/>
      </dsp:txXfrm>
    </dsp:sp>
    <dsp:sp modelId="{6B03D31A-E83B-4394-87CB-B3E4A8ADB63D}">
      <dsp:nvSpPr>
        <dsp:cNvPr id="0" name=""/>
        <dsp:cNvSpPr/>
      </dsp:nvSpPr>
      <dsp:spPr>
        <a:xfrm>
          <a:off x="7169802" y="1955875"/>
          <a:ext cx="1861393" cy="111683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column</a:t>
          </a:r>
        </a:p>
      </dsp:txBody>
      <dsp:txXfrm>
        <a:off x="7169802" y="1955875"/>
        <a:ext cx="1861393" cy="11168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2/24/2025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344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400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960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98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2/24/2025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686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2/24/2025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967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2/24/2025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824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2/24/2025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863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2/24/2025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91304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008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999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2/24/2025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215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e.kahoot.it/share/inf1070-lab-5/41d290e6-a059-4a49-b0c0-777b48fe1a45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9F73848-91FE-4D29-B0DC-BFC408416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-839"/>
            <a:ext cx="12191980" cy="6858000"/>
          </a:xfrm>
          <a:prstGeom prst="rect">
            <a:avLst/>
          </a:prstGeom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INF1070 Lab5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8"/>
            <a:ext cx="4775075" cy="55965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George Fam</a:t>
            </a:r>
          </a:p>
        </p:txBody>
      </p:sp>
    </p:spTree>
    <p:extLst>
      <p:ext uri="{BB962C8B-B14F-4D97-AF65-F5344CB8AC3E}">
        <p14:creationId xmlns:p14="http://schemas.microsoft.com/office/powerpoint/2010/main" val="42696815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D8C8E0-7B35-11AD-2B97-1B0EED9BF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2B9FA-9BE7-239B-3018-58F987578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/>
              <a:t>RegEx</a:t>
            </a:r>
            <a:r>
              <a:rPr lang="en-US" sz="4000" dirty="0"/>
              <a:t> – BRE (Pt1)</a:t>
            </a:r>
            <a:endParaRPr lang="en-CA" dirty="0"/>
          </a:p>
        </p:txBody>
      </p:sp>
      <p:graphicFrame>
        <p:nvGraphicFramePr>
          <p:cNvPr id="23" name="TextBox 4">
            <a:extLst>
              <a:ext uri="{FF2B5EF4-FFF2-40B4-BE49-F238E27FC236}">
                <a16:creationId xmlns:a16="http://schemas.microsoft.com/office/drawing/2014/main" id="{D317C392-83E0-87D7-86A7-F862F3E57E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7962703"/>
              </p:ext>
            </p:extLst>
          </p:nvPr>
        </p:nvGraphicFramePr>
        <p:xfrm>
          <a:off x="1066800" y="2103120"/>
          <a:ext cx="10058400" cy="3849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7125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51809-0A6B-5EB7-D781-9949C437C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/>
              <a:t>RegEx</a:t>
            </a:r>
            <a:r>
              <a:rPr lang="en-US" sz="4000" dirty="0"/>
              <a:t> – BRE </a:t>
            </a:r>
            <a:r>
              <a:rPr lang="en-US" dirty="0"/>
              <a:t>(Pt2)</a:t>
            </a:r>
            <a:endParaRPr lang="en-CA" dirty="0"/>
          </a:p>
        </p:txBody>
      </p:sp>
      <p:graphicFrame>
        <p:nvGraphicFramePr>
          <p:cNvPr id="23" name="TextBox 4">
            <a:extLst>
              <a:ext uri="{FF2B5EF4-FFF2-40B4-BE49-F238E27FC236}">
                <a16:creationId xmlns:a16="http://schemas.microsoft.com/office/drawing/2014/main" id="{F948A26F-CB53-145B-521A-80AFFC38B0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3927137"/>
              </p:ext>
            </p:extLst>
          </p:nvPr>
        </p:nvGraphicFramePr>
        <p:xfrm>
          <a:off x="1066800" y="2103120"/>
          <a:ext cx="10058400" cy="3849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4816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B72A9B-FD82-4F09-BF1E-D39311D3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39B371-6E4E-4070-AB4E-4D788405A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37DAED-8BFE-4563-BB45-B5E554D70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14102-6599-185D-F011-D5E9A2464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fr-CA" dirty="0" err="1"/>
              <a:t>RegEx</a:t>
            </a:r>
            <a:r>
              <a:rPr lang="fr-CA" dirty="0"/>
              <a:t> - ERE (Pt3)</a:t>
            </a:r>
            <a:endParaRPr lang="en-CA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EFE5F3-CB46-DFD9-3E41-BF60B40157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9675702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669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EB72A9B-FD82-4F09-BF1E-D39311D3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39B371-6E4E-4070-AB4E-4D788405A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37DAED-8BFE-4563-BB45-B5E554D70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10FAE4-5B60-11E4-383F-231A431E1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CA" dirty="0" err="1"/>
              <a:t>Commande</a:t>
            </a:r>
            <a:r>
              <a:rPr lang="en-CA" dirty="0"/>
              <a:t> GREP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295E472-E676-ADBD-0B2A-010A40FB65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1524537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81395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B72A9B-FD82-4F09-BF1E-D39311D3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39B371-6E4E-4070-AB4E-4D788405A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37DAED-8BFE-4563-BB45-B5E554D70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AC961B-9095-93C7-B087-9661F066A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CA" dirty="0" err="1"/>
              <a:t>Commandes</a:t>
            </a:r>
            <a:r>
              <a:rPr lang="en-CA" dirty="0"/>
              <a:t> </a:t>
            </a:r>
            <a:r>
              <a:rPr lang="en-CA" dirty="0" err="1"/>
              <a:t>Importantes</a:t>
            </a:r>
            <a:endParaRPr lang="en-CA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87CFF48-97F3-132A-0775-FA8436386E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1051907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1371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A688C-EC6A-87E1-5A61-B30F779FA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Quiz Kahoot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BD7CF-0533-8A81-8844-F7DA1532B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>
                <a:hlinkClick r:id="rId2"/>
              </a:rPr>
              <a:t>https</a:t>
            </a:r>
            <a:r>
              <a:rPr lang="en-CA" dirty="0">
                <a:hlinkClick r:id="rId2"/>
              </a:rPr>
              <a:t>://create.kahoot.it/share/inf1070-lab-5/41d290e6-a059-4a49-b0c0-777b48fe1a45</a:t>
            </a:r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462190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975FBC4-9D33-46BE-911D-419763BA9AF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294F055B-D391-44D3-A87A-BCD07BD5A3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DBD101-FC0A-4B21-82B0-57CAA7AEEC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{EE833925-F5B1-431E-962F-01FBEAD628D5}tf56219246_win32</Template>
  <TotalTime>73</TotalTime>
  <Words>275</Words>
  <Application>Microsoft Office PowerPoint</Application>
  <PresentationFormat>Widescreen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Avenir Next LT Pro</vt:lpstr>
      <vt:lpstr>Avenir Next LT Pro Light</vt:lpstr>
      <vt:lpstr>Garamond</vt:lpstr>
      <vt:lpstr>SavonVTI</vt:lpstr>
      <vt:lpstr>INF1070 Lab5</vt:lpstr>
      <vt:lpstr>RegEx – BRE (Pt1)</vt:lpstr>
      <vt:lpstr>RegEx – BRE (Pt2)</vt:lpstr>
      <vt:lpstr>RegEx - ERE (Pt3)</vt:lpstr>
      <vt:lpstr>Commande GREP</vt:lpstr>
      <vt:lpstr>Commandes Importantes</vt:lpstr>
      <vt:lpstr>Quiz Kahoot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Fam</dc:creator>
  <cp:lastModifiedBy>George Fam</cp:lastModifiedBy>
  <cp:revision>3</cp:revision>
  <dcterms:created xsi:type="dcterms:W3CDTF">2025-02-13T05:58:48Z</dcterms:created>
  <dcterms:modified xsi:type="dcterms:W3CDTF">2025-02-24T06:26:55Z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