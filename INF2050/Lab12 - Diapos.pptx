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93" r:id="rId5"/>
    <p:sldId id="296" r:id="rId6"/>
    <p:sldId id="297" r:id="rId7"/>
    <p:sldId id="298" r:id="rId8"/>
    <p:sldId id="29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37692" autoAdjust="0"/>
  </p:normalViewPr>
  <p:slideViewPr>
    <p:cSldViewPr snapToGrid="0">
      <p:cViewPr varScale="1">
        <p:scale>
          <a:sx n="45" d="100"/>
          <a:sy n="45" d="100"/>
        </p:scale>
        <p:origin x="278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ELock/JObfuscator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ELock/JObfuscator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AC827-0C6D-44C3-BB64-40983521D2F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AB167F-D55E-4F03-837C-43C0A59E7B31}">
      <dgm:prSet/>
      <dgm:spPr/>
      <dgm:t>
        <a:bodyPr/>
        <a:lstStyle/>
        <a:p>
          <a:r>
            <a:rPr lang="fr-CA"/>
            <a:t>Profilage</a:t>
          </a:r>
          <a:endParaRPr lang="en-US"/>
        </a:p>
      </dgm:t>
    </dgm:pt>
    <dgm:pt modelId="{CFD70D98-C9BD-4806-8FB3-D72C6887FC88}" type="parTrans" cxnId="{23D4C002-653F-4F21-978F-56F3B6F62151}">
      <dgm:prSet/>
      <dgm:spPr/>
      <dgm:t>
        <a:bodyPr/>
        <a:lstStyle/>
        <a:p>
          <a:endParaRPr lang="en-US"/>
        </a:p>
      </dgm:t>
    </dgm:pt>
    <dgm:pt modelId="{BFF1A1F1-6BD2-4E6C-8D92-D370C7274DC8}" type="sibTrans" cxnId="{23D4C002-653F-4F21-978F-56F3B6F62151}">
      <dgm:prSet/>
      <dgm:spPr/>
      <dgm:t>
        <a:bodyPr/>
        <a:lstStyle/>
        <a:p>
          <a:endParaRPr lang="en-US"/>
        </a:p>
      </dgm:t>
    </dgm:pt>
    <dgm:pt modelId="{8D430809-40EA-4E15-B756-F071D91E4E02}">
      <dgm:prSet/>
      <dgm:spPr/>
      <dgm:t>
        <a:bodyPr/>
        <a:lstStyle/>
        <a:p>
          <a:r>
            <a:rPr lang="fr-CA"/>
            <a:t>Technique pour analyser quelles parties de votre programme consomment le plus de ressources (temps CPU, mémoire…).</a:t>
          </a:r>
          <a:endParaRPr lang="en-US"/>
        </a:p>
      </dgm:t>
    </dgm:pt>
    <dgm:pt modelId="{8DA2CAB5-3345-48CA-A3DE-9CF5349C9B25}" type="parTrans" cxnId="{E906ABFF-B5BC-418A-97FA-767AD341CF93}">
      <dgm:prSet/>
      <dgm:spPr/>
      <dgm:t>
        <a:bodyPr/>
        <a:lstStyle/>
        <a:p>
          <a:endParaRPr lang="en-US"/>
        </a:p>
      </dgm:t>
    </dgm:pt>
    <dgm:pt modelId="{625A9813-6845-4360-8C6D-FBA7C9EDDBB4}" type="sibTrans" cxnId="{E906ABFF-B5BC-418A-97FA-767AD341CF93}">
      <dgm:prSet/>
      <dgm:spPr/>
      <dgm:t>
        <a:bodyPr/>
        <a:lstStyle/>
        <a:p>
          <a:endParaRPr lang="en-US"/>
        </a:p>
      </dgm:t>
    </dgm:pt>
    <dgm:pt modelId="{9DD46785-ED21-4476-8089-CC3FA2ACB99F}">
      <dgm:prSet/>
      <dgm:spPr/>
      <dgm:t>
        <a:bodyPr/>
        <a:lstStyle/>
        <a:p>
          <a:r>
            <a:rPr lang="fr-CA"/>
            <a:t>Utilité</a:t>
          </a:r>
          <a:endParaRPr lang="en-US"/>
        </a:p>
      </dgm:t>
    </dgm:pt>
    <dgm:pt modelId="{3EE65887-D65C-4161-80A2-957241DDCC65}" type="parTrans" cxnId="{2000A85A-9EFB-4398-A10A-B303DC9914F2}">
      <dgm:prSet/>
      <dgm:spPr/>
      <dgm:t>
        <a:bodyPr/>
        <a:lstStyle/>
        <a:p>
          <a:endParaRPr lang="en-US"/>
        </a:p>
      </dgm:t>
    </dgm:pt>
    <dgm:pt modelId="{E2650B49-5BF1-4CFF-B505-3F72D44A9A45}" type="sibTrans" cxnId="{2000A85A-9EFB-4398-A10A-B303DC9914F2}">
      <dgm:prSet/>
      <dgm:spPr/>
      <dgm:t>
        <a:bodyPr/>
        <a:lstStyle/>
        <a:p>
          <a:endParaRPr lang="en-US"/>
        </a:p>
      </dgm:t>
    </dgm:pt>
    <dgm:pt modelId="{08A6009B-FB59-4B23-A488-D2F8A631048D}">
      <dgm:prSet/>
      <dgm:spPr/>
      <dgm:t>
        <a:bodyPr/>
        <a:lstStyle/>
        <a:p>
          <a:r>
            <a:rPr lang="fr-CA"/>
            <a:t>Détecter les bottleneck et optimiser le code</a:t>
          </a:r>
          <a:endParaRPr lang="en-US"/>
        </a:p>
      </dgm:t>
    </dgm:pt>
    <dgm:pt modelId="{20001487-3DF7-4531-9C9E-425CAD16B4F6}" type="parTrans" cxnId="{2B158C50-43E7-4AB2-8C1F-F20916D4C44C}">
      <dgm:prSet/>
      <dgm:spPr/>
      <dgm:t>
        <a:bodyPr/>
        <a:lstStyle/>
        <a:p>
          <a:endParaRPr lang="en-US"/>
        </a:p>
      </dgm:t>
    </dgm:pt>
    <dgm:pt modelId="{1A1975E4-CA3A-4BC6-846F-E3E69D7C2FCB}" type="sibTrans" cxnId="{2B158C50-43E7-4AB2-8C1F-F20916D4C44C}">
      <dgm:prSet/>
      <dgm:spPr/>
      <dgm:t>
        <a:bodyPr/>
        <a:lstStyle/>
        <a:p>
          <a:endParaRPr lang="en-US"/>
        </a:p>
      </dgm:t>
    </dgm:pt>
    <dgm:pt modelId="{3CCBB98B-1B2E-42AA-B2CD-A0B96F038F29}">
      <dgm:prSet/>
      <dgm:spPr/>
      <dgm:t>
        <a:bodyPr/>
        <a:lstStyle/>
        <a:p>
          <a:r>
            <a:rPr lang="fr-CA"/>
            <a:t>Outil utilisé</a:t>
          </a:r>
          <a:endParaRPr lang="en-US"/>
        </a:p>
      </dgm:t>
    </dgm:pt>
    <dgm:pt modelId="{C8D9F19F-BFA1-4FEB-BA60-6CE554B8C91F}" type="parTrans" cxnId="{3FD312BB-EF38-47A8-9D11-DB69178BB27D}">
      <dgm:prSet/>
      <dgm:spPr/>
      <dgm:t>
        <a:bodyPr/>
        <a:lstStyle/>
        <a:p>
          <a:endParaRPr lang="en-US"/>
        </a:p>
      </dgm:t>
    </dgm:pt>
    <dgm:pt modelId="{27CFA977-0A4A-4B6E-8998-DAA4A36E9A91}" type="sibTrans" cxnId="{3FD312BB-EF38-47A8-9D11-DB69178BB27D}">
      <dgm:prSet/>
      <dgm:spPr/>
      <dgm:t>
        <a:bodyPr/>
        <a:lstStyle/>
        <a:p>
          <a:endParaRPr lang="en-US"/>
        </a:p>
      </dgm:t>
    </dgm:pt>
    <dgm:pt modelId="{892DECA6-13B0-433F-BFF5-22D19C8C72F9}">
      <dgm:prSet/>
      <dgm:spPr/>
      <dgm:t>
        <a:bodyPr/>
        <a:lstStyle/>
        <a:p>
          <a:r>
            <a:rPr lang="fr-CA"/>
            <a:t>Profilleur intégré d’IntelliJ</a:t>
          </a:r>
          <a:endParaRPr lang="en-US"/>
        </a:p>
      </dgm:t>
    </dgm:pt>
    <dgm:pt modelId="{69091DB2-60C5-4543-B0F2-ED5C38286353}" type="parTrans" cxnId="{57A615F6-537B-4293-9067-1422C27DFC5C}">
      <dgm:prSet/>
      <dgm:spPr/>
      <dgm:t>
        <a:bodyPr/>
        <a:lstStyle/>
        <a:p>
          <a:endParaRPr lang="en-US"/>
        </a:p>
      </dgm:t>
    </dgm:pt>
    <dgm:pt modelId="{C853EF46-C9E8-45FD-A51A-3856BEAB8095}" type="sibTrans" cxnId="{57A615F6-537B-4293-9067-1422C27DFC5C}">
      <dgm:prSet/>
      <dgm:spPr/>
      <dgm:t>
        <a:bodyPr/>
        <a:lstStyle/>
        <a:p>
          <a:endParaRPr lang="en-US"/>
        </a:p>
      </dgm:t>
    </dgm:pt>
    <dgm:pt modelId="{666498CF-C965-4DE2-9DDE-4B8D3E414492}" type="pres">
      <dgm:prSet presAssocID="{D9EAC827-0C6D-44C3-BB64-40983521D2FD}" presName="linear" presStyleCnt="0">
        <dgm:presLayoutVars>
          <dgm:animLvl val="lvl"/>
          <dgm:resizeHandles val="exact"/>
        </dgm:presLayoutVars>
      </dgm:prSet>
      <dgm:spPr/>
    </dgm:pt>
    <dgm:pt modelId="{87EE47CA-A8DF-4081-A4B0-49EEF9EE8934}" type="pres">
      <dgm:prSet presAssocID="{77AB167F-D55E-4F03-837C-43C0A59E7B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C6E01CE-3DE5-4876-8E4E-318F5C35D6C3}" type="pres">
      <dgm:prSet presAssocID="{77AB167F-D55E-4F03-837C-43C0A59E7B31}" presName="childText" presStyleLbl="revTx" presStyleIdx="0" presStyleCnt="3">
        <dgm:presLayoutVars>
          <dgm:bulletEnabled val="1"/>
        </dgm:presLayoutVars>
      </dgm:prSet>
      <dgm:spPr/>
    </dgm:pt>
    <dgm:pt modelId="{8549DB05-9C56-4B1D-8148-6EA96378552F}" type="pres">
      <dgm:prSet presAssocID="{9DD46785-ED21-4476-8089-CC3FA2ACB9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B00B02E-299E-4615-A5C7-DE90005EB01D}" type="pres">
      <dgm:prSet presAssocID="{9DD46785-ED21-4476-8089-CC3FA2ACB99F}" presName="childText" presStyleLbl="revTx" presStyleIdx="1" presStyleCnt="3">
        <dgm:presLayoutVars>
          <dgm:bulletEnabled val="1"/>
        </dgm:presLayoutVars>
      </dgm:prSet>
      <dgm:spPr/>
    </dgm:pt>
    <dgm:pt modelId="{FF445CB7-E8C6-49C8-AD71-7523891D03D0}" type="pres">
      <dgm:prSet presAssocID="{3CCBB98B-1B2E-42AA-B2CD-A0B96F038F2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C5D5322-2CEE-4083-844C-D14DCD246DD6}" type="pres">
      <dgm:prSet presAssocID="{3CCBB98B-1B2E-42AA-B2CD-A0B96F038F2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3D4C002-653F-4F21-978F-56F3B6F62151}" srcId="{D9EAC827-0C6D-44C3-BB64-40983521D2FD}" destId="{77AB167F-D55E-4F03-837C-43C0A59E7B31}" srcOrd="0" destOrd="0" parTransId="{CFD70D98-C9BD-4806-8FB3-D72C6887FC88}" sibTransId="{BFF1A1F1-6BD2-4E6C-8D92-D370C7274DC8}"/>
    <dgm:cxn modelId="{7980A215-F21A-4BBC-9DD2-188CB0D8890A}" type="presOf" srcId="{3CCBB98B-1B2E-42AA-B2CD-A0B96F038F29}" destId="{FF445CB7-E8C6-49C8-AD71-7523891D03D0}" srcOrd="0" destOrd="0" presId="urn:microsoft.com/office/officeart/2005/8/layout/vList2"/>
    <dgm:cxn modelId="{66EEB82C-46D0-400A-9467-2704AEC81D86}" type="presOf" srcId="{D9EAC827-0C6D-44C3-BB64-40983521D2FD}" destId="{666498CF-C965-4DE2-9DDE-4B8D3E414492}" srcOrd="0" destOrd="0" presId="urn:microsoft.com/office/officeart/2005/8/layout/vList2"/>
    <dgm:cxn modelId="{49F4EC61-33D2-454A-925A-66EFA27674AA}" type="presOf" srcId="{8D430809-40EA-4E15-B756-F071D91E4E02}" destId="{0C6E01CE-3DE5-4876-8E4E-318F5C35D6C3}" srcOrd="0" destOrd="0" presId="urn:microsoft.com/office/officeart/2005/8/layout/vList2"/>
    <dgm:cxn modelId="{B7233E6E-17E4-4748-85ED-6AD24D74EF89}" type="presOf" srcId="{08A6009B-FB59-4B23-A488-D2F8A631048D}" destId="{AB00B02E-299E-4615-A5C7-DE90005EB01D}" srcOrd="0" destOrd="0" presId="urn:microsoft.com/office/officeart/2005/8/layout/vList2"/>
    <dgm:cxn modelId="{2B158C50-43E7-4AB2-8C1F-F20916D4C44C}" srcId="{9DD46785-ED21-4476-8089-CC3FA2ACB99F}" destId="{08A6009B-FB59-4B23-A488-D2F8A631048D}" srcOrd="0" destOrd="0" parTransId="{20001487-3DF7-4531-9C9E-425CAD16B4F6}" sibTransId="{1A1975E4-CA3A-4BC6-846F-E3E69D7C2FCB}"/>
    <dgm:cxn modelId="{2000A85A-9EFB-4398-A10A-B303DC9914F2}" srcId="{D9EAC827-0C6D-44C3-BB64-40983521D2FD}" destId="{9DD46785-ED21-4476-8089-CC3FA2ACB99F}" srcOrd="1" destOrd="0" parTransId="{3EE65887-D65C-4161-80A2-957241DDCC65}" sibTransId="{E2650B49-5BF1-4CFF-B505-3F72D44A9A45}"/>
    <dgm:cxn modelId="{A5904E7B-6010-45AE-98BB-2A3B0B3D498E}" type="presOf" srcId="{892DECA6-13B0-433F-BFF5-22D19C8C72F9}" destId="{0C5D5322-2CEE-4083-844C-D14DCD246DD6}" srcOrd="0" destOrd="0" presId="urn:microsoft.com/office/officeart/2005/8/layout/vList2"/>
    <dgm:cxn modelId="{3FD312BB-EF38-47A8-9D11-DB69178BB27D}" srcId="{D9EAC827-0C6D-44C3-BB64-40983521D2FD}" destId="{3CCBB98B-1B2E-42AA-B2CD-A0B96F038F29}" srcOrd="2" destOrd="0" parTransId="{C8D9F19F-BFA1-4FEB-BA60-6CE554B8C91F}" sibTransId="{27CFA977-0A4A-4B6E-8998-DAA4A36E9A91}"/>
    <dgm:cxn modelId="{A6EFA9F1-47DC-4619-B467-8FFE3A48AC4A}" type="presOf" srcId="{77AB167F-D55E-4F03-837C-43C0A59E7B31}" destId="{87EE47CA-A8DF-4081-A4B0-49EEF9EE8934}" srcOrd="0" destOrd="0" presId="urn:microsoft.com/office/officeart/2005/8/layout/vList2"/>
    <dgm:cxn modelId="{B090BFF2-7B6C-4E52-A68B-B167D973878C}" type="presOf" srcId="{9DD46785-ED21-4476-8089-CC3FA2ACB99F}" destId="{8549DB05-9C56-4B1D-8148-6EA96378552F}" srcOrd="0" destOrd="0" presId="urn:microsoft.com/office/officeart/2005/8/layout/vList2"/>
    <dgm:cxn modelId="{57A615F6-537B-4293-9067-1422C27DFC5C}" srcId="{3CCBB98B-1B2E-42AA-B2CD-A0B96F038F29}" destId="{892DECA6-13B0-433F-BFF5-22D19C8C72F9}" srcOrd="0" destOrd="0" parTransId="{69091DB2-60C5-4543-B0F2-ED5C38286353}" sibTransId="{C853EF46-C9E8-45FD-A51A-3856BEAB8095}"/>
    <dgm:cxn modelId="{E906ABFF-B5BC-418A-97FA-767AD341CF93}" srcId="{77AB167F-D55E-4F03-837C-43C0A59E7B31}" destId="{8D430809-40EA-4E15-B756-F071D91E4E02}" srcOrd="0" destOrd="0" parTransId="{8DA2CAB5-3345-48CA-A3DE-9CF5349C9B25}" sibTransId="{625A9813-6845-4360-8C6D-FBA7C9EDDBB4}"/>
    <dgm:cxn modelId="{8A0BAD60-87D4-44A1-97FE-BF119121ABAF}" type="presParOf" srcId="{666498CF-C965-4DE2-9DDE-4B8D3E414492}" destId="{87EE47CA-A8DF-4081-A4B0-49EEF9EE8934}" srcOrd="0" destOrd="0" presId="urn:microsoft.com/office/officeart/2005/8/layout/vList2"/>
    <dgm:cxn modelId="{934BB06A-CEA6-493B-96B8-AB9A2B87CF20}" type="presParOf" srcId="{666498CF-C965-4DE2-9DDE-4B8D3E414492}" destId="{0C6E01CE-3DE5-4876-8E4E-318F5C35D6C3}" srcOrd="1" destOrd="0" presId="urn:microsoft.com/office/officeart/2005/8/layout/vList2"/>
    <dgm:cxn modelId="{F5B253AB-8B75-4F9D-972F-886909266A94}" type="presParOf" srcId="{666498CF-C965-4DE2-9DDE-4B8D3E414492}" destId="{8549DB05-9C56-4B1D-8148-6EA96378552F}" srcOrd="2" destOrd="0" presId="urn:microsoft.com/office/officeart/2005/8/layout/vList2"/>
    <dgm:cxn modelId="{DF27D62C-7FB1-46DA-B12C-60C500E75693}" type="presParOf" srcId="{666498CF-C965-4DE2-9DDE-4B8D3E414492}" destId="{AB00B02E-299E-4615-A5C7-DE90005EB01D}" srcOrd="3" destOrd="0" presId="urn:microsoft.com/office/officeart/2005/8/layout/vList2"/>
    <dgm:cxn modelId="{25E0F643-5BF0-41B0-A0AE-09DB7F3DAC10}" type="presParOf" srcId="{666498CF-C965-4DE2-9DDE-4B8D3E414492}" destId="{FF445CB7-E8C6-49C8-AD71-7523891D03D0}" srcOrd="4" destOrd="0" presId="urn:microsoft.com/office/officeart/2005/8/layout/vList2"/>
    <dgm:cxn modelId="{8B11FCDD-322D-41FD-95DF-9F3D4DD08B62}" type="presParOf" srcId="{666498CF-C965-4DE2-9DDE-4B8D3E414492}" destId="{0C5D5322-2CEE-4083-844C-D14DCD246DD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81F322-A3D6-41F1-9BF4-203F165E7A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0532FD-85DA-4F16-8E33-F5002AD1C389}">
      <dgm:prSet/>
      <dgm:spPr/>
      <dgm:t>
        <a:bodyPr/>
        <a:lstStyle/>
        <a:p>
          <a:r>
            <a:rPr lang="fr-CA" dirty="0"/>
            <a:t>Reconstruire le code source à partir d’un fichier compilé</a:t>
          </a:r>
          <a:endParaRPr lang="en-US" dirty="0"/>
        </a:p>
      </dgm:t>
    </dgm:pt>
    <dgm:pt modelId="{8943B07B-D169-4B2B-A254-365A3383305A}" type="parTrans" cxnId="{E2324D3C-D897-45D4-85AD-8B5831D8842F}">
      <dgm:prSet/>
      <dgm:spPr/>
      <dgm:t>
        <a:bodyPr/>
        <a:lstStyle/>
        <a:p>
          <a:endParaRPr lang="en-US"/>
        </a:p>
      </dgm:t>
    </dgm:pt>
    <dgm:pt modelId="{CF822D45-AC92-44A2-A0EB-08FCC25AE2D3}" type="sibTrans" cxnId="{E2324D3C-D897-45D4-85AD-8B5831D8842F}">
      <dgm:prSet/>
      <dgm:spPr/>
      <dgm:t>
        <a:bodyPr/>
        <a:lstStyle/>
        <a:p>
          <a:endParaRPr lang="en-US"/>
        </a:p>
      </dgm:t>
    </dgm:pt>
    <dgm:pt modelId="{E9F254A5-BB7E-4C97-A76F-1AB826043480}">
      <dgm:prSet/>
      <dgm:spPr/>
      <dgm:t>
        <a:bodyPr/>
        <a:lstStyle/>
        <a:p>
          <a:r>
            <a:rPr lang="fr-FR"/>
            <a:t>Utilité</a:t>
          </a:r>
          <a:endParaRPr lang="en-US"/>
        </a:p>
      </dgm:t>
    </dgm:pt>
    <dgm:pt modelId="{42DE3233-E931-4C10-897C-34D3CD9A58D3}" type="parTrans" cxnId="{71DF7A37-AA74-49B2-A09D-912619EF2906}">
      <dgm:prSet/>
      <dgm:spPr/>
      <dgm:t>
        <a:bodyPr/>
        <a:lstStyle/>
        <a:p>
          <a:endParaRPr lang="en-US"/>
        </a:p>
      </dgm:t>
    </dgm:pt>
    <dgm:pt modelId="{F1D919F4-A596-442A-894A-6279DE676C20}" type="sibTrans" cxnId="{71DF7A37-AA74-49B2-A09D-912619EF2906}">
      <dgm:prSet/>
      <dgm:spPr/>
      <dgm:t>
        <a:bodyPr/>
        <a:lstStyle/>
        <a:p>
          <a:endParaRPr lang="en-US"/>
        </a:p>
      </dgm:t>
    </dgm:pt>
    <dgm:pt modelId="{ABDA9E01-0525-4C81-8FF4-69646EC07774}">
      <dgm:prSet/>
      <dgm:spPr/>
      <dgm:t>
        <a:bodyPr/>
        <a:lstStyle/>
        <a:p>
          <a:r>
            <a:rPr lang="fr-FR"/>
            <a:t>Pour comprendre comment votre code est vu une fois compilé </a:t>
          </a:r>
          <a:endParaRPr lang="en-US"/>
        </a:p>
      </dgm:t>
    </dgm:pt>
    <dgm:pt modelId="{E83E86B2-F9F4-4BBE-9AB8-0597B80EA2EF}" type="parTrans" cxnId="{5EB33FF2-122B-4FAA-86C9-CF5AE62ECB19}">
      <dgm:prSet/>
      <dgm:spPr/>
      <dgm:t>
        <a:bodyPr/>
        <a:lstStyle/>
        <a:p>
          <a:endParaRPr lang="en-US"/>
        </a:p>
      </dgm:t>
    </dgm:pt>
    <dgm:pt modelId="{E870658F-0B0C-4034-9B66-D53E3308E385}" type="sibTrans" cxnId="{5EB33FF2-122B-4FAA-86C9-CF5AE62ECB19}">
      <dgm:prSet/>
      <dgm:spPr/>
      <dgm:t>
        <a:bodyPr/>
        <a:lstStyle/>
        <a:p>
          <a:endParaRPr lang="en-US"/>
        </a:p>
      </dgm:t>
    </dgm:pt>
    <dgm:pt modelId="{8690F5F2-66B1-47C5-AA5E-F95A91D6283F}">
      <dgm:prSet/>
      <dgm:spPr/>
      <dgm:t>
        <a:bodyPr/>
        <a:lstStyle/>
        <a:p>
          <a:r>
            <a:rPr lang="fr-FR"/>
            <a:t>Pour tester la robustesse de votre application contre l’ingénierie inverse (</a:t>
          </a:r>
          <a:r>
            <a:rPr lang="fr-FR" i="1"/>
            <a:t>reverse engineering</a:t>
          </a:r>
          <a:r>
            <a:rPr lang="fr-FR"/>
            <a:t>)</a:t>
          </a:r>
          <a:endParaRPr lang="en-US"/>
        </a:p>
      </dgm:t>
    </dgm:pt>
    <dgm:pt modelId="{EE825053-35B1-4386-BD87-164F0ADDCD2C}" type="parTrans" cxnId="{1D43BE82-0CF6-4C29-9326-52D6C2A9D188}">
      <dgm:prSet/>
      <dgm:spPr/>
      <dgm:t>
        <a:bodyPr/>
        <a:lstStyle/>
        <a:p>
          <a:endParaRPr lang="en-US"/>
        </a:p>
      </dgm:t>
    </dgm:pt>
    <dgm:pt modelId="{372AB427-9ECE-49E4-A777-3DAE75918468}" type="sibTrans" cxnId="{1D43BE82-0CF6-4C29-9326-52D6C2A9D188}">
      <dgm:prSet/>
      <dgm:spPr/>
      <dgm:t>
        <a:bodyPr/>
        <a:lstStyle/>
        <a:p>
          <a:endParaRPr lang="en-US"/>
        </a:p>
      </dgm:t>
    </dgm:pt>
    <dgm:pt modelId="{0DC81575-6DA6-4D37-AB73-4CC7E9EF912F}">
      <dgm:prSet/>
      <dgm:spPr/>
      <dgm:t>
        <a:bodyPr/>
        <a:lstStyle/>
        <a:p>
          <a:r>
            <a:rPr lang="fr-FR"/>
            <a:t>Outils</a:t>
          </a:r>
          <a:endParaRPr lang="en-US"/>
        </a:p>
      </dgm:t>
    </dgm:pt>
    <dgm:pt modelId="{7F5EC110-823A-4DFB-8BCD-B8E4F34152A9}" type="parTrans" cxnId="{203B93E9-FF32-45EA-B931-94EA336BE344}">
      <dgm:prSet/>
      <dgm:spPr/>
      <dgm:t>
        <a:bodyPr/>
        <a:lstStyle/>
        <a:p>
          <a:endParaRPr lang="en-US"/>
        </a:p>
      </dgm:t>
    </dgm:pt>
    <dgm:pt modelId="{485A9B8F-84B8-462E-8461-5CB343EDDD07}" type="sibTrans" cxnId="{203B93E9-FF32-45EA-B931-94EA336BE344}">
      <dgm:prSet/>
      <dgm:spPr/>
      <dgm:t>
        <a:bodyPr/>
        <a:lstStyle/>
        <a:p>
          <a:endParaRPr lang="en-US"/>
        </a:p>
      </dgm:t>
    </dgm:pt>
    <dgm:pt modelId="{D33E034A-90C2-4DA7-A69D-4F6B1031451A}">
      <dgm:prSet/>
      <dgm:spPr/>
      <dgm:t>
        <a:bodyPr/>
        <a:lstStyle/>
        <a:p>
          <a:r>
            <a:rPr lang="fr-FR"/>
            <a:t>CFR (Class File Reader)</a:t>
          </a:r>
          <a:endParaRPr lang="en-US"/>
        </a:p>
      </dgm:t>
    </dgm:pt>
    <dgm:pt modelId="{A8B6733A-7F9A-4C98-8E67-F36A760CAC19}" type="parTrans" cxnId="{6B0E3180-B1D8-4AB3-8B0F-9E69E9988C44}">
      <dgm:prSet/>
      <dgm:spPr/>
      <dgm:t>
        <a:bodyPr/>
        <a:lstStyle/>
        <a:p>
          <a:endParaRPr lang="en-US"/>
        </a:p>
      </dgm:t>
    </dgm:pt>
    <dgm:pt modelId="{632BF5C1-4D52-4981-9FC0-6B6ECA9E932F}" type="sibTrans" cxnId="{6B0E3180-B1D8-4AB3-8B0F-9E69E9988C44}">
      <dgm:prSet/>
      <dgm:spPr/>
      <dgm:t>
        <a:bodyPr/>
        <a:lstStyle/>
        <a:p>
          <a:endParaRPr lang="en-US"/>
        </a:p>
      </dgm:t>
    </dgm:pt>
    <dgm:pt modelId="{D385255F-F9CF-4B90-A120-30C0CB4943D5}">
      <dgm:prSet/>
      <dgm:spPr/>
      <dgm:t>
        <a:bodyPr/>
        <a:lstStyle/>
        <a:p>
          <a:r>
            <a:rPr lang="fr-FR"/>
            <a:t>Outil Integré d’IntelliJ (</a:t>
          </a:r>
          <a:r>
            <a:rPr lang="fr-FR" i="1"/>
            <a:t>FernFlower</a:t>
          </a:r>
          <a:r>
            <a:rPr lang="fr-FR"/>
            <a:t>)</a:t>
          </a:r>
          <a:endParaRPr lang="en-US"/>
        </a:p>
      </dgm:t>
    </dgm:pt>
    <dgm:pt modelId="{64DFADB3-C6DB-4F3F-B1A0-014C9ECF02EE}" type="parTrans" cxnId="{FC9427B5-E494-4D32-A9BB-949216FBBD30}">
      <dgm:prSet/>
      <dgm:spPr/>
      <dgm:t>
        <a:bodyPr/>
        <a:lstStyle/>
        <a:p>
          <a:endParaRPr lang="en-US"/>
        </a:p>
      </dgm:t>
    </dgm:pt>
    <dgm:pt modelId="{A79F8106-07BE-49A9-9CC7-FA654D4B88DC}" type="sibTrans" cxnId="{FC9427B5-E494-4D32-A9BB-949216FBBD30}">
      <dgm:prSet/>
      <dgm:spPr/>
      <dgm:t>
        <a:bodyPr/>
        <a:lstStyle/>
        <a:p>
          <a:endParaRPr lang="en-US"/>
        </a:p>
      </dgm:t>
    </dgm:pt>
    <dgm:pt modelId="{B979ECFA-90DA-48AE-B1A2-50433BA8D98C}">
      <dgm:prSet/>
      <dgm:spPr/>
      <dgm:t>
        <a:bodyPr/>
        <a:lstStyle/>
        <a:p>
          <a:r>
            <a:rPr lang="fr-FR"/>
            <a:t>JadX (Décompileur pour paquet apk d’Android)</a:t>
          </a:r>
          <a:endParaRPr lang="en-US"/>
        </a:p>
      </dgm:t>
    </dgm:pt>
    <dgm:pt modelId="{F08F3B3E-AB9A-46E0-A132-B87BD3FA5C9B}" type="parTrans" cxnId="{D1417C9E-07D9-4996-B0F8-CAEB85C1AE5F}">
      <dgm:prSet/>
      <dgm:spPr/>
      <dgm:t>
        <a:bodyPr/>
        <a:lstStyle/>
        <a:p>
          <a:endParaRPr lang="en-US"/>
        </a:p>
      </dgm:t>
    </dgm:pt>
    <dgm:pt modelId="{3CFF5902-B608-4422-AEB4-F02F5A7CFA5B}" type="sibTrans" cxnId="{D1417C9E-07D9-4996-B0F8-CAEB85C1AE5F}">
      <dgm:prSet/>
      <dgm:spPr/>
      <dgm:t>
        <a:bodyPr/>
        <a:lstStyle/>
        <a:p>
          <a:endParaRPr lang="en-US"/>
        </a:p>
      </dgm:t>
    </dgm:pt>
    <dgm:pt modelId="{C9A1247A-10BD-49F5-AD89-CF066C4514B4}">
      <dgm:prSet/>
      <dgm:spPr/>
      <dgm:t>
        <a:bodyPr/>
        <a:lstStyle/>
        <a:p>
          <a:r>
            <a:rPr lang="fr-FR" dirty="0"/>
            <a:t>Contexte: Java et </a:t>
          </a:r>
          <a:r>
            <a:rPr lang="fr-FR" dirty="0" err="1"/>
            <a:t>Kotlin</a:t>
          </a:r>
          <a:endParaRPr lang="en-US" dirty="0"/>
        </a:p>
      </dgm:t>
    </dgm:pt>
    <dgm:pt modelId="{D7358726-6C37-4FA0-B309-B0D63743DDC5}" type="parTrans" cxnId="{A0D04328-A0F7-4E41-A008-8BDF44F7CECB}">
      <dgm:prSet/>
      <dgm:spPr/>
      <dgm:t>
        <a:bodyPr/>
        <a:lstStyle/>
        <a:p>
          <a:endParaRPr lang="en-US"/>
        </a:p>
      </dgm:t>
    </dgm:pt>
    <dgm:pt modelId="{8D31F74B-CAD5-4EE3-99F9-7EDCD29263E2}" type="sibTrans" cxnId="{A0D04328-A0F7-4E41-A008-8BDF44F7CECB}">
      <dgm:prSet/>
      <dgm:spPr/>
      <dgm:t>
        <a:bodyPr/>
        <a:lstStyle/>
        <a:p>
          <a:endParaRPr lang="en-US"/>
        </a:p>
      </dgm:t>
    </dgm:pt>
    <dgm:pt modelId="{0F576055-C2F5-4AFF-9B74-30DA8675859A}">
      <dgm:prSet/>
      <dgm:spPr/>
      <dgm:t>
        <a:bodyPr/>
        <a:lstStyle/>
        <a:p>
          <a:r>
            <a:rPr lang="en-US" dirty="0" err="1"/>
            <a:t>Limites</a:t>
          </a:r>
          <a:endParaRPr lang="en-US" dirty="0"/>
        </a:p>
      </dgm:t>
    </dgm:pt>
    <dgm:pt modelId="{B133F94A-99CD-4EE5-9D9F-597CF3090B20}" type="parTrans" cxnId="{6799FCF6-A893-4081-8B3A-7EB4D13A7CA3}">
      <dgm:prSet/>
      <dgm:spPr/>
    </dgm:pt>
    <dgm:pt modelId="{E4FB7011-F660-48A5-BE4D-0C8D1A551C0D}" type="sibTrans" cxnId="{6799FCF6-A893-4081-8B3A-7EB4D13A7CA3}">
      <dgm:prSet/>
      <dgm:spPr/>
    </dgm:pt>
    <dgm:pt modelId="{A6D11425-DB13-472F-B73D-03FEB0498FDF}" type="pres">
      <dgm:prSet presAssocID="{F681F322-A3D6-41F1-9BF4-203F165E7A46}" presName="linear" presStyleCnt="0">
        <dgm:presLayoutVars>
          <dgm:animLvl val="lvl"/>
          <dgm:resizeHandles val="exact"/>
        </dgm:presLayoutVars>
      </dgm:prSet>
      <dgm:spPr/>
    </dgm:pt>
    <dgm:pt modelId="{6470E0D5-ED73-4CB5-8161-053668486C7A}" type="pres">
      <dgm:prSet presAssocID="{210532FD-85DA-4F16-8E33-F5002AD1C3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25993B-80EC-4695-B2C2-F456D41DA19F}" type="pres">
      <dgm:prSet presAssocID="{CF822D45-AC92-44A2-A0EB-08FCC25AE2D3}" presName="spacer" presStyleCnt="0"/>
      <dgm:spPr/>
    </dgm:pt>
    <dgm:pt modelId="{E059D941-1DBD-4C1F-B217-F555129E5145}" type="pres">
      <dgm:prSet presAssocID="{E9F254A5-BB7E-4C97-A76F-1AB8260434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FEA48E-73D6-4251-8F17-A60142318FB4}" type="pres">
      <dgm:prSet presAssocID="{E9F254A5-BB7E-4C97-A76F-1AB826043480}" presName="childText" presStyleLbl="revTx" presStyleIdx="0" presStyleCnt="2">
        <dgm:presLayoutVars>
          <dgm:bulletEnabled val="1"/>
        </dgm:presLayoutVars>
      </dgm:prSet>
      <dgm:spPr/>
    </dgm:pt>
    <dgm:pt modelId="{DAC1BF44-E756-4D69-88B6-B1D162366BCE}" type="pres">
      <dgm:prSet presAssocID="{0DC81575-6DA6-4D37-AB73-4CC7E9EF91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4E63AF-7633-4B98-B51D-B2E074D693F2}" type="pres">
      <dgm:prSet presAssocID="{0DC81575-6DA6-4D37-AB73-4CC7E9EF912F}" presName="childText" presStyleLbl="revTx" presStyleIdx="1" presStyleCnt="2">
        <dgm:presLayoutVars>
          <dgm:bulletEnabled val="1"/>
        </dgm:presLayoutVars>
      </dgm:prSet>
      <dgm:spPr/>
    </dgm:pt>
    <dgm:pt modelId="{81B01B29-3C7F-4F37-AFC9-5D9F5B3A443B}" type="pres">
      <dgm:prSet presAssocID="{0F576055-C2F5-4AFF-9B74-30DA867585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3E3A01-C7A6-474C-8F35-37CE697B6FE3}" type="presOf" srcId="{ABDA9E01-0525-4C81-8FF4-69646EC07774}" destId="{DAFEA48E-73D6-4251-8F17-A60142318FB4}" srcOrd="0" destOrd="0" presId="urn:microsoft.com/office/officeart/2005/8/layout/vList2"/>
    <dgm:cxn modelId="{B44E7710-8E51-4C7F-9FAE-73275715E92E}" type="presOf" srcId="{D385255F-F9CF-4B90-A120-30C0CB4943D5}" destId="{4B4E63AF-7633-4B98-B51D-B2E074D693F2}" srcOrd="0" destOrd="1" presId="urn:microsoft.com/office/officeart/2005/8/layout/vList2"/>
    <dgm:cxn modelId="{A0D04328-A0F7-4E41-A008-8BDF44F7CECB}" srcId="{B979ECFA-90DA-48AE-B1A2-50433BA8D98C}" destId="{C9A1247A-10BD-49F5-AD89-CF066C4514B4}" srcOrd="0" destOrd="0" parTransId="{D7358726-6C37-4FA0-B309-B0D63743DDC5}" sibTransId="{8D31F74B-CAD5-4EE3-99F9-7EDCD29263E2}"/>
    <dgm:cxn modelId="{71DF7A37-AA74-49B2-A09D-912619EF2906}" srcId="{F681F322-A3D6-41F1-9BF4-203F165E7A46}" destId="{E9F254A5-BB7E-4C97-A76F-1AB826043480}" srcOrd="1" destOrd="0" parTransId="{42DE3233-E931-4C10-897C-34D3CD9A58D3}" sibTransId="{F1D919F4-A596-442A-894A-6279DE676C20}"/>
    <dgm:cxn modelId="{E2324D3C-D897-45D4-85AD-8B5831D8842F}" srcId="{F681F322-A3D6-41F1-9BF4-203F165E7A46}" destId="{210532FD-85DA-4F16-8E33-F5002AD1C389}" srcOrd="0" destOrd="0" parTransId="{8943B07B-D169-4B2B-A254-365A3383305A}" sibTransId="{CF822D45-AC92-44A2-A0EB-08FCC25AE2D3}"/>
    <dgm:cxn modelId="{3739BD70-C83B-4F32-A517-76FA5CE6C6DB}" type="presOf" srcId="{210532FD-85DA-4F16-8E33-F5002AD1C389}" destId="{6470E0D5-ED73-4CB5-8161-053668486C7A}" srcOrd="0" destOrd="0" presId="urn:microsoft.com/office/officeart/2005/8/layout/vList2"/>
    <dgm:cxn modelId="{E098A578-E4E4-457A-AFEC-1D8E3FB48F29}" type="presOf" srcId="{C9A1247A-10BD-49F5-AD89-CF066C4514B4}" destId="{4B4E63AF-7633-4B98-B51D-B2E074D693F2}" srcOrd="0" destOrd="3" presId="urn:microsoft.com/office/officeart/2005/8/layout/vList2"/>
    <dgm:cxn modelId="{6B0E3180-B1D8-4AB3-8B0F-9E69E9988C44}" srcId="{0DC81575-6DA6-4D37-AB73-4CC7E9EF912F}" destId="{D33E034A-90C2-4DA7-A69D-4F6B1031451A}" srcOrd="0" destOrd="0" parTransId="{A8B6733A-7F9A-4C98-8E67-F36A760CAC19}" sibTransId="{632BF5C1-4D52-4981-9FC0-6B6ECA9E932F}"/>
    <dgm:cxn modelId="{1FAF6E81-19E7-4AD9-B0B8-2447E4093204}" type="presOf" srcId="{0DC81575-6DA6-4D37-AB73-4CC7E9EF912F}" destId="{DAC1BF44-E756-4D69-88B6-B1D162366BCE}" srcOrd="0" destOrd="0" presId="urn:microsoft.com/office/officeart/2005/8/layout/vList2"/>
    <dgm:cxn modelId="{1D43BE82-0CF6-4C29-9326-52D6C2A9D188}" srcId="{E9F254A5-BB7E-4C97-A76F-1AB826043480}" destId="{8690F5F2-66B1-47C5-AA5E-F95A91D6283F}" srcOrd="1" destOrd="0" parTransId="{EE825053-35B1-4386-BD87-164F0ADDCD2C}" sibTransId="{372AB427-9ECE-49E4-A777-3DAE75918468}"/>
    <dgm:cxn modelId="{6856BB84-4078-4B99-AAB1-CC32DC297BB0}" type="presOf" srcId="{B979ECFA-90DA-48AE-B1A2-50433BA8D98C}" destId="{4B4E63AF-7633-4B98-B51D-B2E074D693F2}" srcOrd="0" destOrd="2" presId="urn:microsoft.com/office/officeart/2005/8/layout/vList2"/>
    <dgm:cxn modelId="{D1417C9E-07D9-4996-B0F8-CAEB85C1AE5F}" srcId="{0DC81575-6DA6-4D37-AB73-4CC7E9EF912F}" destId="{B979ECFA-90DA-48AE-B1A2-50433BA8D98C}" srcOrd="2" destOrd="0" parTransId="{F08F3B3E-AB9A-46E0-A132-B87BD3FA5C9B}" sibTransId="{3CFF5902-B608-4422-AEB4-F02F5A7CFA5B}"/>
    <dgm:cxn modelId="{5526F1B0-ACAD-4943-8302-A476259B9CD7}" type="presOf" srcId="{8690F5F2-66B1-47C5-AA5E-F95A91D6283F}" destId="{DAFEA48E-73D6-4251-8F17-A60142318FB4}" srcOrd="0" destOrd="1" presId="urn:microsoft.com/office/officeart/2005/8/layout/vList2"/>
    <dgm:cxn modelId="{FC9427B5-E494-4D32-A9BB-949216FBBD30}" srcId="{0DC81575-6DA6-4D37-AB73-4CC7E9EF912F}" destId="{D385255F-F9CF-4B90-A120-30C0CB4943D5}" srcOrd="1" destOrd="0" parTransId="{64DFADB3-C6DB-4F3F-B1A0-014C9ECF02EE}" sibTransId="{A79F8106-07BE-49A9-9CC7-FA654D4B88DC}"/>
    <dgm:cxn modelId="{68549ABB-0F1D-4582-B07F-4FEB281D463B}" type="presOf" srcId="{0F576055-C2F5-4AFF-9B74-30DA8675859A}" destId="{81B01B29-3C7F-4F37-AFC9-5D9F5B3A443B}" srcOrd="0" destOrd="0" presId="urn:microsoft.com/office/officeart/2005/8/layout/vList2"/>
    <dgm:cxn modelId="{B62CDABC-B57A-4AEF-A568-0C223EC3A80A}" type="presOf" srcId="{E9F254A5-BB7E-4C97-A76F-1AB826043480}" destId="{E059D941-1DBD-4C1F-B217-F555129E5145}" srcOrd="0" destOrd="0" presId="urn:microsoft.com/office/officeart/2005/8/layout/vList2"/>
    <dgm:cxn modelId="{EAE939BD-97DE-477D-A768-042170C83DCB}" type="presOf" srcId="{D33E034A-90C2-4DA7-A69D-4F6B1031451A}" destId="{4B4E63AF-7633-4B98-B51D-B2E074D693F2}" srcOrd="0" destOrd="0" presId="urn:microsoft.com/office/officeart/2005/8/layout/vList2"/>
    <dgm:cxn modelId="{976C34E2-FE8C-41DA-B5E4-5A6F547B2F7B}" type="presOf" srcId="{F681F322-A3D6-41F1-9BF4-203F165E7A46}" destId="{A6D11425-DB13-472F-B73D-03FEB0498FDF}" srcOrd="0" destOrd="0" presId="urn:microsoft.com/office/officeart/2005/8/layout/vList2"/>
    <dgm:cxn modelId="{203B93E9-FF32-45EA-B931-94EA336BE344}" srcId="{F681F322-A3D6-41F1-9BF4-203F165E7A46}" destId="{0DC81575-6DA6-4D37-AB73-4CC7E9EF912F}" srcOrd="2" destOrd="0" parTransId="{7F5EC110-823A-4DFB-8BCD-B8E4F34152A9}" sibTransId="{485A9B8F-84B8-462E-8461-5CB343EDDD07}"/>
    <dgm:cxn modelId="{5EB33FF2-122B-4FAA-86C9-CF5AE62ECB19}" srcId="{E9F254A5-BB7E-4C97-A76F-1AB826043480}" destId="{ABDA9E01-0525-4C81-8FF4-69646EC07774}" srcOrd="0" destOrd="0" parTransId="{E83E86B2-F9F4-4BBE-9AB8-0597B80EA2EF}" sibTransId="{E870658F-0B0C-4034-9B66-D53E3308E385}"/>
    <dgm:cxn modelId="{6799FCF6-A893-4081-8B3A-7EB4D13A7CA3}" srcId="{F681F322-A3D6-41F1-9BF4-203F165E7A46}" destId="{0F576055-C2F5-4AFF-9B74-30DA8675859A}" srcOrd="3" destOrd="0" parTransId="{B133F94A-99CD-4EE5-9D9F-597CF3090B20}" sibTransId="{E4FB7011-F660-48A5-BE4D-0C8D1A551C0D}"/>
    <dgm:cxn modelId="{F69A3F82-3AFA-4DC2-B240-133F2C6B3905}" type="presParOf" srcId="{A6D11425-DB13-472F-B73D-03FEB0498FDF}" destId="{6470E0D5-ED73-4CB5-8161-053668486C7A}" srcOrd="0" destOrd="0" presId="urn:microsoft.com/office/officeart/2005/8/layout/vList2"/>
    <dgm:cxn modelId="{C82E34A5-1E96-49AB-90C7-6C6D0D9D4C52}" type="presParOf" srcId="{A6D11425-DB13-472F-B73D-03FEB0498FDF}" destId="{2D25993B-80EC-4695-B2C2-F456D41DA19F}" srcOrd="1" destOrd="0" presId="urn:microsoft.com/office/officeart/2005/8/layout/vList2"/>
    <dgm:cxn modelId="{8FBDE160-E0C3-47C8-AB42-992888F81264}" type="presParOf" srcId="{A6D11425-DB13-472F-B73D-03FEB0498FDF}" destId="{E059D941-1DBD-4C1F-B217-F555129E5145}" srcOrd="2" destOrd="0" presId="urn:microsoft.com/office/officeart/2005/8/layout/vList2"/>
    <dgm:cxn modelId="{8CA36C81-97F3-42F6-B303-F24A9FA1A11F}" type="presParOf" srcId="{A6D11425-DB13-472F-B73D-03FEB0498FDF}" destId="{DAFEA48E-73D6-4251-8F17-A60142318FB4}" srcOrd="3" destOrd="0" presId="urn:microsoft.com/office/officeart/2005/8/layout/vList2"/>
    <dgm:cxn modelId="{205499E1-F05D-416C-B27C-0B6357E5F93E}" type="presParOf" srcId="{A6D11425-DB13-472F-B73D-03FEB0498FDF}" destId="{DAC1BF44-E756-4D69-88B6-B1D162366BCE}" srcOrd="4" destOrd="0" presId="urn:microsoft.com/office/officeart/2005/8/layout/vList2"/>
    <dgm:cxn modelId="{7CAD7B03-3719-4939-8374-24992C90BEA7}" type="presParOf" srcId="{A6D11425-DB13-472F-B73D-03FEB0498FDF}" destId="{4B4E63AF-7633-4B98-B51D-B2E074D693F2}" srcOrd="5" destOrd="0" presId="urn:microsoft.com/office/officeart/2005/8/layout/vList2"/>
    <dgm:cxn modelId="{3EB0F4EF-3868-4F2A-A1D9-DE2439BCE0D5}" type="presParOf" srcId="{A6D11425-DB13-472F-B73D-03FEB0498FDF}" destId="{81B01B29-3C7F-4F37-AFC9-5D9F5B3A44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6DF970-469E-4B3A-BC28-FBDE1768AFF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8E5D897-4B7B-4ACD-B6E3-035A40C66733}">
      <dgm:prSet/>
      <dgm:spPr/>
      <dgm:t>
        <a:bodyPr/>
        <a:lstStyle/>
        <a:p>
          <a:r>
            <a:rPr lang="fr-CA" dirty="0"/>
            <a:t>C’est quoi?</a:t>
          </a:r>
          <a:endParaRPr lang="en-US" dirty="0"/>
        </a:p>
      </dgm:t>
    </dgm:pt>
    <dgm:pt modelId="{FEB21C28-F4A7-41C0-87C7-1E7A9BA1824F}" type="parTrans" cxnId="{7FA55D43-68B2-49D5-AB00-1933FD477768}">
      <dgm:prSet/>
      <dgm:spPr/>
      <dgm:t>
        <a:bodyPr/>
        <a:lstStyle/>
        <a:p>
          <a:endParaRPr lang="en-US"/>
        </a:p>
      </dgm:t>
    </dgm:pt>
    <dgm:pt modelId="{66BBE083-6BFD-4B38-9E94-1BC763110D53}" type="sibTrans" cxnId="{7FA55D43-68B2-49D5-AB00-1933FD477768}">
      <dgm:prSet/>
      <dgm:spPr/>
      <dgm:t>
        <a:bodyPr/>
        <a:lstStyle/>
        <a:p>
          <a:endParaRPr lang="en-US"/>
        </a:p>
      </dgm:t>
    </dgm:pt>
    <dgm:pt modelId="{451F6FBE-2335-4872-93AD-77AA8798DECE}">
      <dgm:prSet/>
      <dgm:spPr/>
      <dgm:t>
        <a:bodyPr/>
        <a:lstStyle/>
        <a:p>
          <a:r>
            <a:rPr lang="fr-FR" dirty="0"/>
            <a:t>Remplacer les noms de variables, méthodes et classes par des symboles ambigus</a:t>
          </a:r>
          <a:endParaRPr lang="en-US" dirty="0"/>
        </a:p>
      </dgm:t>
    </dgm:pt>
    <dgm:pt modelId="{7F5752FC-B5B0-4906-AF56-45E632B5B1B2}" type="parTrans" cxnId="{52C44FB3-1D10-4CA0-A2B0-F92BE1AE36C2}">
      <dgm:prSet/>
      <dgm:spPr/>
      <dgm:t>
        <a:bodyPr/>
        <a:lstStyle/>
        <a:p>
          <a:endParaRPr lang="en-US"/>
        </a:p>
      </dgm:t>
    </dgm:pt>
    <dgm:pt modelId="{D7B4CFB5-7869-404F-A5B4-C43E221D6163}" type="sibTrans" cxnId="{52C44FB3-1D10-4CA0-A2B0-F92BE1AE36C2}">
      <dgm:prSet/>
      <dgm:spPr/>
      <dgm:t>
        <a:bodyPr/>
        <a:lstStyle/>
        <a:p>
          <a:endParaRPr lang="en-US"/>
        </a:p>
      </dgm:t>
    </dgm:pt>
    <dgm:pt modelId="{3FED8F76-1B82-4BC2-8088-4CD7BDB04DBD}">
      <dgm:prSet/>
      <dgm:spPr/>
      <dgm:t>
        <a:bodyPr/>
        <a:lstStyle/>
        <a:p>
          <a:r>
            <a:rPr lang="fr-FR" dirty="0"/>
            <a:t>Ajout de code mort (jamais exécuté)</a:t>
          </a:r>
          <a:endParaRPr lang="en-US" dirty="0"/>
        </a:p>
      </dgm:t>
    </dgm:pt>
    <dgm:pt modelId="{09A92AE9-AD0C-46AC-B324-E4A256CFC33A}" type="parTrans" cxnId="{626E97B0-FBD1-4AC4-9D12-6F151B7417F2}">
      <dgm:prSet/>
      <dgm:spPr/>
      <dgm:t>
        <a:bodyPr/>
        <a:lstStyle/>
        <a:p>
          <a:endParaRPr lang="en-US"/>
        </a:p>
      </dgm:t>
    </dgm:pt>
    <dgm:pt modelId="{A7C5A060-5290-4B03-94BF-5039A37C55C0}" type="sibTrans" cxnId="{626E97B0-FBD1-4AC4-9D12-6F151B7417F2}">
      <dgm:prSet/>
      <dgm:spPr/>
      <dgm:t>
        <a:bodyPr/>
        <a:lstStyle/>
        <a:p>
          <a:endParaRPr lang="en-US"/>
        </a:p>
      </dgm:t>
    </dgm:pt>
    <dgm:pt modelId="{F7FFB581-E7E7-4C3B-B9D4-180C17EBBAFD}">
      <dgm:prSet/>
      <dgm:spPr/>
      <dgm:t>
        <a:bodyPr/>
        <a:lstStyle/>
        <a:p>
          <a:r>
            <a:rPr lang="fr-FR" dirty="0"/>
            <a:t>Chaines de chars chiffrés</a:t>
          </a:r>
          <a:endParaRPr lang="en-US" dirty="0"/>
        </a:p>
      </dgm:t>
    </dgm:pt>
    <dgm:pt modelId="{9385A62A-0853-4E2B-8AED-C37DD1C36031}" type="parTrans" cxnId="{3F455AF6-ABDB-4884-8085-E08A798924AC}">
      <dgm:prSet/>
      <dgm:spPr/>
      <dgm:t>
        <a:bodyPr/>
        <a:lstStyle/>
        <a:p>
          <a:endParaRPr lang="en-US"/>
        </a:p>
      </dgm:t>
    </dgm:pt>
    <dgm:pt modelId="{6DF0087B-020A-4A46-880B-F8D02BD8EE06}" type="sibTrans" cxnId="{3F455AF6-ABDB-4884-8085-E08A798924AC}">
      <dgm:prSet/>
      <dgm:spPr/>
      <dgm:t>
        <a:bodyPr/>
        <a:lstStyle/>
        <a:p>
          <a:endParaRPr lang="en-US"/>
        </a:p>
      </dgm:t>
    </dgm:pt>
    <dgm:pt modelId="{7E5720F8-B721-4646-BD3B-26C4A38F93F7}">
      <dgm:prSet/>
      <dgm:spPr/>
      <dgm:t>
        <a:bodyPr/>
        <a:lstStyle/>
        <a:p>
          <a:r>
            <a:rPr lang="fr-FR" dirty="0" err="1"/>
            <a:t>Etc</a:t>
          </a:r>
          <a:endParaRPr lang="en-US" dirty="0"/>
        </a:p>
      </dgm:t>
    </dgm:pt>
    <dgm:pt modelId="{79ED761C-EE0B-4A38-B0AB-FFEDF2C7B565}" type="parTrans" cxnId="{25EBAD37-3EB7-4969-A1EE-EB3C81ADF37E}">
      <dgm:prSet/>
      <dgm:spPr/>
      <dgm:t>
        <a:bodyPr/>
        <a:lstStyle/>
        <a:p>
          <a:endParaRPr lang="en-US"/>
        </a:p>
      </dgm:t>
    </dgm:pt>
    <dgm:pt modelId="{6020AC98-8C8B-4F43-8B6E-3BDCDBC48521}" type="sibTrans" cxnId="{25EBAD37-3EB7-4969-A1EE-EB3C81ADF37E}">
      <dgm:prSet/>
      <dgm:spPr/>
      <dgm:t>
        <a:bodyPr/>
        <a:lstStyle/>
        <a:p>
          <a:endParaRPr lang="en-US"/>
        </a:p>
      </dgm:t>
    </dgm:pt>
    <dgm:pt modelId="{4C678F65-C8D0-4627-B149-FE4FFC92105A}">
      <dgm:prSet/>
      <dgm:spPr/>
      <dgm:t>
        <a:bodyPr/>
        <a:lstStyle/>
        <a:p>
          <a:r>
            <a:rPr lang="fr-FR" dirty="0"/>
            <a:t>Utilité</a:t>
          </a:r>
          <a:endParaRPr lang="en-US" dirty="0"/>
        </a:p>
      </dgm:t>
    </dgm:pt>
    <dgm:pt modelId="{CF3FD1F7-CCA3-499B-8CDF-C0D93016E819}" type="parTrans" cxnId="{D9E6ACB1-2873-421B-8D94-61DE750A501E}">
      <dgm:prSet/>
      <dgm:spPr/>
      <dgm:t>
        <a:bodyPr/>
        <a:lstStyle/>
        <a:p>
          <a:endParaRPr lang="en-US"/>
        </a:p>
      </dgm:t>
    </dgm:pt>
    <dgm:pt modelId="{3AB24DDF-253B-4EF2-86B1-6C1967449477}" type="sibTrans" cxnId="{D9E6ACB1-2873-421B-8D94-61DE750A501E}">
      <dgm:prSet/>
      <dgm:spPr/>
      <dgm:t>
        <a:bodyPr/>
        <a:lstStyle/>
        <a:p>
          <a:endParaRPr lang="en-US"/>
        </a:p>
      </dgm:t>
    </dgm:pt>
    <dgm:pt modelId="{7D64B8ED-1B71-4BA1-A8F2-7A5EE0BD3A34}">
      <dgm:prSet/>
      <dgm:spPr/>
      <dgm:t>
        <a:bodyPr/>
        <a:lstStyle/>
        <a:p>
          <a:r>
            <a:rPr lang="fr-FR" dirty="0"/>
            <a:t>Pour protéger le code contre la décompilation facile, surtout dans des contextes où vous livrez des applications sans vouloir dévoiler leur logique</a:t>
          </a:r>
          <a:endParaRPr lang="en-US" dirty="0"/>
        </a:p>
      </dgm:t>
    </dgm:pt>
    <dgm:pt modelId="{C128A873-5C97-4634-80C7-06F6C5C541F3}" type="parTrans" cxnId="{619DB3AE-890C-4CC1-9D1A-8717022A9827}">
      <dgm:prSet/>
      <dgm:spPr/>
      <dgm:t>
        <a:bodyPr/>
        <a:lstStyle/>
        <a:p>
          <a:endParaRPr lang="en-US"/>
        </a:p>
      </dgm:t>
    </dgm:pt>
    <dgm:pt modelId="{E4895D2E-23C1-4C1E-9B83-127306CEAAEC}" type="sibTrans" cxnId="{619DB3AE-890C-4CC1-9D1A-8717022A9827}">
      <dgm:prSet/>
      <dgm:spPr/>
      <dgm:t>
        <a:bodyPr/>
        <a:lstStyle/>
        <a:p>
          <a:endParaRPr lang="en-US"/>
        </a:p>
      </dgm:t>
    </dgm:pt>
    <dgm:pt modelId="{E8A0DAEA-07DC-40B4-84A3-0481E871B97E}">
      <dgm:prSet/>
      <dgm:spPr/>
      <dgm:t>
        <a:bodyPr/>
        <a:lstStyle/>
        <a:p>
          <a:r>
            <a:rPr lang="fr-FR" dirty="0"/>
            <a:t>Outil	</a:t>
          </a:r>
          <a:endParaRPr lang="en-US" dirty="0"/>
        </a:p>
      </dgm:t>
    </dgm:pt>
    <dgm:pt modelId="{8018FDD7-EFB5-4DED-B667-D2EEFF82694C}" type="parTrans" cxnId="{65FB23A7-1642-4584-ADBB-A4D63B9E1937}">
      <dgm:prSet/>
      <dgm:spPr/>
      <dgm:t>
        <a:bodyPr/>
        <a:lstStyle/>
        <a:p>
          <a:endParaRPr lang="en-US"/>
        </a:p>
      </dgm:t>
    </dgm:pt>
    <dgm:pt modelId="{4DDC1EB2-1082-4652-A3AA-13031BB382FB}" type="sibTrans" cxnId="{65FB23A7-1642-4584-ADBB-A4D63B9E1937}">
      <dgm:prSet/>
      <dgm:spPr/>
      <dgm:t>
        <a:bodyPr/>
        <a:lstStyle/>
        <a:p>
          <a:endParaRPr lang="en-US"/>
        </a:p>
      </dgm:t>
    </dgm:pt>
    <dgm:pt modelId="{56A79862-BF1C-41AB-A294-178830149216}">
      <dgm:prSet/>
      <dgm:spPr/>
      <dgm:t>
        <a:bodyPr/>
        <a:lstStyle/>
        <a:p>
          <a:r>
            <a:rPr lang="fr-FR" dirty="0" err="1"/>
            <a:t>ProGuard</a:t>
          </a:r>
          <a:endParaRPr lang="en-US" dirty="0"/>
        </a:p>
      </dgm:t>
    </dgm:pt>
    <dgm:pt modelId="{900FC1E8-101D-4191-88E7-04CB30B38C62}" type="parTrans" cxnId="{80042A07-8D62-4108-B4AF-A2AA89E1709C}">
      <dgm:prSet/>
      <dgm:spPr/>
      <dgm:t>
        <a:bodyPr/>
        <a:lstStyle/>
        <a:p>
          <a:endParaRPr lang="en-US"/>
        </a:p>
      </dgm:t>
    </dgm:pt>
    <dgm:pt modelId="{948B72A6-1592-43F2-99B7-28D4B4952E84}" type="sibTrans" cxnId="{80042A07-8D62-4108-B4AF-A2AA89E1709C}">
      <dgm:prSet/>
      <dgm:spPr/>
      <dgm:t>
        <a:bodyPr/>
        <a:lstStyle/>
        <a:p>
          <a:endParaRPr lang="en-US"/>
        </a:p>
      </dgm:t>
    </dgm:pt>
    <dgm:pt modelId="{146C7E3F-76DE-4E24-8A46-455C09840664}">
      <dgm:prSet/>
      <dgm:spPr/>
      <dgm:t>
        <a:bodyPr/>
        <a:lstStyle/>
        <a:p>
          <a:r>
            <a:rPr lang="fr-FR" dirty="0">
              <a:hlinkClick xmlns:r="http://schemas.openxmlformats.org/officeDocument/2006/relationships" r:id="rId1"/>
            </a:rPr>
            <a:t>Exemple</a:t>
          </a:r>
          <a:endParaRPr lang="en-US" dirty="0"/>
        </a:p>
      </dgm:t>
    </dgm:pt>
    <dgm:pt modelId="{09AEC706-B1B4-4A87-BD8A-AD3F5D650392}" type="parTrans" cxnId="{01351CCC-1A28-4B61-BD65-FA28CDBE928D}">
      <dgm:prSet/>
      <dgm:spPr/>
      <dgm:t>
        <a:bodyPr/>
        <a:lstStyle/>
        <a:p>
          <a:endParaRPr lang="en-US"/>
        </a:p>
      </dgm:t>
    </dgm:pt>
    <dgm:pt modelId="{90F28E93-5A24-4D08-9AC3-1E38B0F635B7}" type="sibTrans" cxnId="{01351CCC-1A28-4B61-BD65-FA28CDBE928D}">
      <dgm:prSet/>
      <dgm:spPr/>
      <dgm:t>
        <a:bodyPr/>
        <a:lstStyle/>
        <a:p>
          <a:endParaRPr lang="en-US"/>
        </a:p>
      </dgm:t>
    </dgm:pt>
    <dgm:pt modelId="{A97A6822-C850-4195-BD3E-4D373F94B3DD}">
      <dgm:prSet/>
      <dgm:spPr/>
      <dgm:t>
        <a:bodyPr/>
        <a:lstStyle/>
        <a:p>
          <a:r>
            <a:rPr lang="fr-CA" dirty="0"/>
            <a:t>Technique pour rendre programme difficile à lire ou à comprendre</a:t>
          </a:r>
          <a:endParaRPr lang="en-US" dirty="0"/>
        </a:p>
      </dgm:t>
    </dgm:pt>
    <dgm:pt modelId="{D2C9B172-E604-475C-A1A1-B16015BA2941}" type="parTrans" cxnId="{ECC00DE2-DB81-4A5A-8687-96C3131DE4A3}">
      <dgm:prSet/>
      <dgm:spPr/>
      <dgm:t>
        <a:bodyPr/>
        <a:lstStyle/>
        <a:p>
          <a:endParaRPr lang="en-CA"/>
        </a:p>
      </dgm:t>
    </dgm:pt>
    <dgm:pt modelId="{7FA3D734-63B2-4E91-8EC8-1EA9B0DC9103}" type="sibTrans" cxnId="{ECC00DE2-DB81-4A5A-8687-96C3131DE4A3}">
      <dgm:prSet/>
      <dgm:spPr/>
      <dgm:t>
        <a:bodyPr/>
        <a:lstStyle/>
        <a:p>
          <a:endParaRPr lang="en-CA"/>
        </a:p>
      </dgm:t>
    </dgm:pt>
    <dgm:pt modelId="{054EC09C-562E-4526-B9BC-F50630EEBB72}">
      <dgm:prSet/>
      <dgm:spPr/>
      <dgm:t>
        <a:bodyPr/>
        <a:lstStyle/>
        <a:p>
          <a:r>
            <a:rPr lang="en-US" dirty="0"/>
            <a:t>Techniques</a:t>
          </a:r>
        </a:p>
      </dgm:t>
    </dgm:pt>
    <dgm:pt modelId="{AAF32355-E267-4F17-91E5-37AB8F1A49AF}" type="parTrans" cxnId="{62F7F82A-3E7F-4F36-ADF8-4EFF80566D56}">
      <dgm:prSet/>
      <dgm:spPr/>
      <dgm:t>
        <a:bodyPr/>
        <a:lstStyle/>
        <a:p>
          <a:endParaRPr lang="en-CA"/>
        </a:p>
      </dgm:t>
    </dgm:pt>
    <dgm:pt modelId="{294D993A-0A5E-47E2-8AB2-0F30F8D3BD22}" type="sibTrans" cxnId="{62F7F82A-3E7F-4F36-ADF8-4EFF80566D56}">
      <dgm:prSet/>
      <dgm:spPr/>
      <dgm:t>
        <a:bodyPr/>
        <a:lstStyle/>
        <a:p>
          <a:endParaRPr lang="en-CA"/>
        </a:p>
      </dgm:t>
    </dgm:pt>
    <dgm:pt modelId="{BC2DC84D-F5EA-46BB-BBE3-FBF513102CD8}">
      <dgm:prSet/>
      <dgm:spPr/>
      <dgm:t>
        <a:bodyPr/>
        <a:lstStyle/>
        <a:p>
          <a:r>
            <a:rPr lang="en-US" dirty="0" err="1"/>
            <a:t>Limites</a:t>
          </a:r>
          <a:r>
            <a:rPr lang="en-US" dirty="0"/>
            <a:t> et Solutions</a:t>
          </a:r>
        </a:p>
      </dgm:t>
    </dgm:pt>
    <dgm:pt modelId="{E90971FF-6A10-4E30-8332-41DCE8B0CA5A}" type="parTrans" cxnId="{33FCA8F2-933F-4CBF-B85B-C97E1209020D}">
      <dgm:prSet/>
      <dgm:spPr/>
      <dgm:t>
        <a:bodyPr/>
        <a:lstStyle/>
        <a:p>
          <a:endParaRPr lang="en-CA"/>
        </a:p>
      </dgm:t>
    </dgm:pt>
    <dgm:pt modelId="{770F8873-2DCA-4D7E-BAFF-DFF802DD5963}" type="sibTrans" cxnId="{33FCA8F2-933F-4CBF-B85B-C97E1209020D}">
      <dgm:prSet/>
      <dgm:spPr/>
      <dgm:t>
        <a:bodyPr/>
        <a:lstStyle/>
        <a:p>
          <a:endParaRPr lang="en-CA"/>
        </a:p>
      </dgm:t>
    </dgm:pt>
    <dgm:pt modelId="{7308BF22-756D-4696-A739-0108D6B45666}" type="pres">
      <dgm:prSet presAssocID="{B06DF970-469E-4B3A-BC28-FBDE1768AFF3}" presName="linear" presStyleCnt="0">
        <dgm:presLayoutVars>
          <dgm:animLvl val="lvl"/>
          <dgm:resizeHandles val="exact"/>
        </dgm:presLayoutVars>
      </dgm:prSet>
      <dgm:spPr/>
    </dgm:pt>
    <dgm:pt modelId="{50CD7B21-DEBC-4E5D-BB52-C150B7165252}" type="pres">
      <dgm:prSet presAssocID="{98E5D897-4B7B-4ACD-B6E3-035A40C6673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71113EE-19B1-4DDA-9216-00D8B9440001}" type="pres">
      <dgm:prSet presAssocID="{98E5D897-4B7B-4ACD-B6E3-035A40C66733}" presName="childText" presStyleLbl="revTx" presStyleIdx="0" presStyleCnt="4">
        <dgm:presLayoutVars>
          <dgm:bulletEnabled val="1"/>
        </dgm:presLayoutVars>
      </dgm:prSet>
      <dgm:spPr/>
    </dgm:pt>
    <dgm:pt modelId="{9B964491-0727-4E29-8B4C-A6B84655CFC7}" type="pres">
      <dgm:prSet presAssocID="{054EC09C-562E-4526-B9BC-F50630EEBB7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5090F9B-F008-4CB8-A72B-1E98FE860B7B}" type="pres">
      <dgm:prSet presAssocID="{054EC09C-562E-4526-B9BC-F50630EEBB72}" presName="childText" presStyleLbl="revTx" presStyleIdx="1" presStyleCnt="4">
        <dgm:presLayoutVars>
          <dgm:bulletEnabled val="1"/>
        </dgm:presLayoutVars>
      </dgm:prSet>
      <dgm:spPr/>
    </dgm:pt>
    <dgm:pt modelId="{E5B6357C-5C87-4034-B70F-AAE0033D601E}" type="pres">
      <dgm:prSet presAssocID="{4C678F65-C8D0-4627-B149-FE4FFC92105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3B96033-F597-4FAD-B8B6-F572F1B452ED}" type="pres">
      <dgm:prSet presAssocID="{4C678F65-C8D0-4627-B149-FE4FFC92105A}" presName="childText" presStyleLbl="revTx" presStyleIdx="2" presStyleCnt="4">
        <dgm:presLayoutVars>
          <dgm:bulletEnabled val="1"/>
        </dgm:presLayoutVars>
      </dgm:prSet>
      <dgm:spPr/>
    </dgm:pt>
    <dgm:pt modelId="{21264C36-734A-476E-BF89-294DAB2771E4}" type="pres">
      <dgm:prSet presAssocID="{E8A0DAEA-07DC-40B4-84A3-0481E871B97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DD821EA-300E-4B5B-9108-97AB81E02228}" type="pres">
      <dgm:prSet presAssocID="{E8A0DAEA-07DC-40B4-84A3-0481E871B97E}" presName="childText" presStyleLbl="revTx" presStyleIdx="3" presStyleCnt="4">
        <dgm:presLayoutVars>
          <dgm:bulletEnabled val="1"/>
        </dgm:presLayoutVars>
      </dgm:prSet>
      <dgm:spPr/>
    </dgm:pt>
    <dgm:pt modelId="{D6117AE9-8D80-496D-8F43-49C87FF1EF3D}" type="pres">
      <dgm:prSet presAssocID="{146C7E3F-76DE-4E24-8A46-455C0984066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C383FA2-FDCB-42B4-ACEC-8284BBD6D60E}" type="pres">
      <dgm:prSet presAssocID="{90F28E93-5A24-4D08-9AC3-1E38B0F635B7}" presName="spacer" presStyleCnt="0"/>
      <dgm:spPr/>
    </dgm:pt>
    <dgm:pt modelId="{EE56FF73-8068-4803-AC63-FBADBB432D68}" type="pres">
      <dgm:prSet presAssocID="{BC2DC84D-F5EA-46BB-BBE3-FBF513102CD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0042A07-8D62-4108-B4AF-A2AA89E1709C}" srcId="{E8A0DAEA-07DC-40B4-84A3-0481E871B97E}" destId="{56A79862-BF1C-41AB-A294-178830149216}" srcOrd="0" destOrd="0" parTransId="{900FC1E8-101D-4191-88E7-04CB30B38C62}" sibTransId="{948B72A6-1592-43F2-99B7-28D4B4952E84}"/>
    <dgm:cxn modelId="{4AB12F12-0C7C-4F54-8F3C-5037EB39B954}" type="presOf" srcId="{56A79862-BF1C-41AB-A294-178830149216}" destId="{1DD821EA-300E-4B5B-9108-97AB81E02228}" srcOrd="0" destOrd="0" presId="urn:microsoft.com/office/officeart/2005/8/layout/vList2"/>
    <dgm:cxn modelId="{EE7C4519-20AC-478E-A3AF-A2373E7F096F}" type="presOf" srcId="{3FED8F76-1B82-4BC2-8088-4CD7BDB04DBD}" destId="{F5090F9B-F008-4CB8-A72B-1E98FE860B7B}" srcOrd="0" destOrd="1" presId="urn:microsoft.com/office/officeart/2005/8/layout/vList2"/>
    <dgm:cxn modelId="{62F7F82A-3E7F-4F36-ADF8-4EFF80566D56}" srcId="{B06DF970-469E-4B3A-BC28-FBDE1768AFF3}" destId="{054EC09C-562E-4526-B9BC-F50630EEBB72}" srcOrd="1" destOrd="0" parTransId="{AAF32355-E267-4F17-91E5-37AB8F1A49AF}" sibTransId="{294D993A-0A5E-47E2-8AB2-0F30F8D3BD22}"/>
    <dgm:cxn modelId="{13CDED2B-2D90-4F67-8155-2219186F3A67}" type="presOf" srcId="{146C7E3F-76DE-4E24-8A46-455C09840664}" destId="{D6117AE9-8D80-496D-8F43-49C87FF1EF3D}" srcOrd="0" destOrd="0" presId="urn:microsoft.com/office/officeart/2005/8/layout/vList2"/>
    <dgm:cxn modelId="{F935F034-E34F-4EEC-B268-8231874F431B}" type="presOf" srcId="{054EC09C-562E-4526-B9BC-F50630EEBB72}" destId="{9B964491-0727-4E29-8B4C-A6B84655CFC7}" srcOrd="0" destOrd="0" presId="urn:microsoft.com/office/officeart/2005/8/layout/vList2"/>
    <dgm:cxn modelId="{25EBAD37-3EB7-4969-A1EE-EB3C81ADF37E}" srcId="{054EC09C-562E-4526-B9BC-F50630EEBB72}" destId="{7E5720F8-B721-4646-BD3B-26C4A38F93F7}" srcOrd="3" destOrd="0" parTransId="{79ED761C-EE0B-4A38-B0AB-FFEDF2C7B565}" sibTransId="{6020AC98-8C8B-4F43-8B6E-3BDCDBC48521}"/>
    <dgm:cxn modelId="{7FA55D43-68B2-49D5-AB00-1933FD477768}" srcId="{B06DF970-469E-4B3A-BC28-FBDE1768AFF3}" destId="{98E5D897-4B7B-4ACD-B6E3-035A40C66733}" srcOrd="0" destOrd="0" parTransId="{FEB21C28-F4A7-41C0-87C7-1E7A9BA1824F}" sibTransId="{66BBE083-6BFD-4B38-9E94-1BC763110D53}"/>
    <dgm:cxn modelId="{EDE72346-1508-4712-85A4-594D89CD710E}" type="presOf" srcId="{451F6FBE-2335-4872-93AD-77AA8798DECE}" destId="{F5090F9B-F008-4CB8-A72B-1E98FE860B7B}" srcOrd="0" destOrd="0" presId="urn:microsoft.com/office/officeart/2005/8/layout/vList2"/>
    <dgm:cxn modelId="{9191D84A-B681-4BB9-86D9-888EC0793589}" type="presOf" srcId="{A97A6822-C850-4195-BD3E-4D373F94B3DD}" destId="{771113EE-19B1-4DDA-9216-00D8B9440001}" srcOrd="0" destOrd="0" presId="urn:microsoft.com/office/officeart/2005/8/layout/vList2"/>
    <dgm:cxn modelId="{26862453-2A73-488C-90BF-E059F31A5BC3}" type="presOf" srcId="{F7FFB581-E7E7-4C3B-B9D4-180C17EBBAFD}" destId="{F5090F9B-F008-4CB8-A72B-1E98FE860B7B}" srcOrd="0" destOrd="2" presId="urn:microsoft.com/office/officeart/2005/8/layout/vList2"/>
    <dgm:cxn modelId="{EC197D86-CBE2-429D-A7F1-284E7D30E20F}" type="presOf" srcId="{4C678F65-C8D0-4627-B149-FE4FFC92105A}" destId="{E5B6357C-5C87-4034-B70F-AAE0033D601E}" srcOrd="0" destOrd="0" presId="urn:microsoft.com/office/officeart/2005/8/layout/vList2"/>
    <dgm:cxn modelId="{BBC5D192-8A0A-4ED3-A9CF-60D2BAA2F695}" type="presOf" srcId="{7E5720F8-B721-4646-BD3B-26C4A38F93F7}" destId="{F5090F9B-F008-4CB8-A72B-1E98FE860B7B}" srcOrd="0" destOrd="3" presId="urn:microsoft.com/office/officeart/2005/8/layout/vList2"/>
    <dgm:cxn modelId="{65FB23A7-1642-4584-ADBB-A4D63B9E1937}" srcId="{B06DF970-469E-4B3A-BC28-FBDE1768AFF3}" destId="{E8A0DAEA-07DC-40B4-84A3-0481E871B97E}" srcOrd="3" destOrd="0" parTransId="{8018FDD7-EFB5-4DED-B667-D2EEFF82694C}" sibTransId="{4DDC1EB2-1082-4652-A3AA-13031BB382FB}"/>
    <dgm:cxn modelId="{33B8E7AC-E93F-4D89-999C-33B69CE2462E}" type="presOf" srcId="{E8A0DAEA-07DC-40B4-84A3-0481E871B97E}" destId="{21264C36-734A-476E-BF89-294DAB2771E4}" srcOrd="0" destOrd="0" presId="urn:microsoft.com/office/officeart/2005/8/layout/vList2"/>
    <dgm:cxn modelId="{619DB3AE-890C-4CC1-9D1A-8717022A9827}" srcId="{4C678F65-C8D0-4627-B149-FE4FFC92105A}" destId="{7D64B8ED-1B71-4BA1-A8F2-7A5EE0BD3A34}" srcOrd="0" destOrd="0" parTransId="{C128A873-5C97-4634-80C7-06F6C5C541F3}" sibTransId="{E4895D2E-23C1-4C1E-9B83-127306CEAAEC}"/>
    <dgm:cxn modelId="{626E97B0-FBD1-4AC4-9D12-6F151B7417F2}" srcId="{054EC09C-562E-4526-B9BC-F50630EEBB72}" destId="{3FED8F76-1B82-4BC2-8088-4CD7BDB04DBD}" srcOrd="1" destOrd="0" parTransId="{09A92AE9-AD0C-46AC-B324-E4A256CFC33A}" sibTransId="{A7C5A060-5290-4B03-94BF-5039A37C55C0}"/>
    <dgm:cxn modelId="{D9E6ACB1-2873-421B-8D94-61DE750A501E}" srcId="{B06DF970-469E-4B3A-BC28-FBDE1768AFF3}" destId="{4C678F65-C8D0-4627-B149-FE4FFC92105A}" srcOrd="2" destOrd="0" parTransId="{CF3FD1F7-CCA3-499B-8CDF-C0D93016E819}" sibTransId="{3AB24DDF-253B-4EF2-86B1-6C1967449477}"/>
    <dgm:cxn modelId="{52C44FB3-1D10-4CA0-A2B0-F92BE1AE36C2}" srcId="{054EC09C-562E-4526-B9BC-F50630EEBB72}" destId="{451F6FBE-2335-4872-93AD-77AA8798DECE}" srcOrd="0" destOrd="0" parTransId="{7F5752FC-B5B0-4906-AF56-45E632B5B1B2}" sibTransId="{D7B4CFB5-7869-404F-A5B4-C43E221D6163}"/>
    <dgm:cxn modelId="{210A2CBF-3201-478F-9417-41AC1532EECA}" type="presOf" srcId="{98E5D897-4B7B-4ACD-B6E3-035A40C66733}" destId="{50CD7B21-DEBC-4E5D-BB52-C150B7165252}" srcOrd="0" destOrd="0" presId="urn:microsoft.com/office/officeart/2005/8/layout/vList2"/>
    <dgm:cxn modelId="{01351CCC-1A28-4B61-BD65-FA28CDBE928D}" srcId="{B06DF970-469E-4B3A-BC28-FBDE1768AFF3}" destId="{146C7E3F-76DE-4E24-8A46-455C09840664}" srcOrd="4" destOrd="0" parTransId="{09AEC706-B1B4-4A87-BD8A-AD3F5D650392}" sibTransId="{90F28E93-5A24-4D08-9AC3-1E38B0F635B7}"/>
    <dgm:cxn modelId="{FD72FCCC-B5B6-4090-8F60-851189564704}" type="presOf" srcId="{7D64B8ED-1B71-4BA1-A8F2-7A5EE0BD3A34}" destId="{93B96033-F597-4FAD-B8B6-F572F1B452ED}" srcOrd="0" destOrd="0" presId="urn:microsoft.com/office/officeart/2005/8/layout/vList2"/>
    <dgm:cxn modelId="{6A40E6DF-005B-4EF6-8245-EF61AE69E48A}" type="presOf" srcId="{BC2DC84D-F5EA-46BB-BBE3-FBF513102CD8}" destId="{EE56FF73-8068-4803-AC63-FBADBB432D68}" srcOrd="0" destOrd="0" presId="urn:microsoft.com/office/officeart/2005/8/layout/vList2"/>
    <dgm:cxn modelId="{ECC00DE2-DB81-4A5A-8687-96C3131DE4A3}" srcId="{98E5D897-4B7B-4ACD-B6E3-035A40C66733}" destId="{A97A6822-C850-4195-BD3E-4D373F94B3DD}" srcOrd="0" destOrd="0" parTransId="{D2C9B172-E604-475C-A1A1-B16015BA2941}" sibTransId="{7FA3D734-63B2-4E91-8EC8-1EA9B0DC9103}"/>
    <dgm:cxn modelId="{892A5BE6-3AEF-4D49-88BB-042C30E24F70}" type="presOf" srcId="{B06DF970-469E-4B3A-BC28-FBDE1768AFF3}" destId="{7308BF22-756D-4696-A739-0108D6B45666}" srcOrd="0" destOrd="0" presId="urn:microsoft.com/office/officeart/2005/8/layout/vList2"/>
    <dgm:cxn modelId="{33FCA8F2-933F-4CBF-B85B-C97E1209020D}" srcId="{B06DF970-469E-4B3A-BC28-FBDE1768AFF3}" destId="{BC2DC84D-F5EA-46BB-BBE3-FBF513102CD8}" srcOrd="5" destOrd="0" parTransId="{E90971FF-6A10-4E30-8332-41DCE8B0CA5A}" sibTransId="{770F8873-2DCA-4D7E-BAFF-DFF802DD5963}"/>
    <dgm:cxn modelId="{3F455AF6-ABDB-4884-8085-E08A798924AC}" srcId="{054EC09C-562E-4526-B9BC-F50630EEBB72}" destId="{F7FFB581-E7E7-4C3B-B9D4-180C17EBBAFD}" srcOrd="2" destOrd="0" parTransId="{9385A62A-0853-4E2B-8AED-C37DD1C36031}" sibTransId="{6DF0087B-020A-4A46-880B-F8D02BD8EE06}"/>
    <dgm:cxn modelId="{C93D89A3-DE40-4497-ADBC-7268B2345F3C}" type="presParOf" srcId="{7308BF22-756D-4696-A739-0108D6B45666}" destId="{50CD7B21-DEBC-4E5D-BB52-C150B7165252}" srcOrd="0" destOrd="0" presId="urn:microsoft.com/office/officeart/2005/8/layout/vList2"/>
    <dgm:cxn modelId="{2D1C537D-E87E-4CC8-8327-2FD2DD41CCD4}" type="presParOf" srcId="{7308BF22-756D-4696-A739-0108D6B45666}" destId="{771113EE-19B1-4DDA-9216-00D8B9440001}" srcOrd="1" destOrd="0" presId="urn:microsoft.com/office/officeart/2005/8/layout/vList2"/>
    <dgm:cxn modelId="{019F0F5D-0262-45A7-8758-441BE685C3A6}" type="presParOf" srcId="{7308BF22-756D-4696-A739-0108D6B45666}" destId="{9B964491-0727-4E29-8B4C-A6B84655CFC7}" srcOrd="2" destOrd="0" presId="urn:microsoft.com/office/officeart/2005/8/layout/vList2"/>
    <dgm:cxn modelId="{E62E64F6-CA1D-4D1A-883D-B0413809E3D1}" type="presParOf" srcId="{7308BF22-756D-4696-A739-0108D6B45666}" destId="{F5090F9B-F008-4CB8-A72B-1E98FE860B7B}" srcOrd="3" destOrd="0" presId="urn:microsoft.com/office/officeart/2005/8/layout/vList2"/>
    <dgm:cxn modelId="{61FCC7B7-E5B2-4F5A-9654-E42C467DD725}" type="presParOf" srcId="{7308BF22-756D-4696-A739-0108D6B45666}" destId="{E5B6357C-5C87-4034-B70F-AAE0033D601E}" srcOrd="4" destOrd="0" presId="urn:microsoft.com/office/officeart/2005/8/layout/vList2"/>
    <dgm:cxn modelId="{1D6AB978-56E8-476B-9E22-8B3376EC99FA}" type="presParOf" srcId="{7308BF22-756D-4696-A739-0108D6B45666}" destId="{93B96033-F597-4FAD-B8B6-F572F1B452ED}" srcOrd="5" destOrd="0" presId="urn:microsoft.com/office/officeart/2005/8/layout/vList2"/>
    <dgm:cxn modelId="{5D03930F-9F02-4DB8-B07A-24B4146F8D85}" type="presParOf" srcId="{7308BF22-756D-4696-A739-0108D6B45666}" destId="{21264C36-734A-476E-BF89-294DAB2771E4}" srcOrd="6" destOrd="0" presId="urn:microsoft.com/office/officeart/2005/8/layout/vList2"/>
    <dgm:cxn modelId="{DD16A377-A244-4BE6-B4FD-D199D5046744}" type="presParOf" srcId="{7308BF22-756D-4696-A739-0108D6B45666}" destId="{1DD821EA-300E-4B5B-9108-97AB81E02228}" srcOrd="7" destOrd="0" presId="urn:microsoft.com/office/officeart/2005/8/layout/vList2"/>
    <dgm:cxn modelId="{A4B68195-B95B-4B71-994D-E36AB711C335}" type="presParOf" srcId="{7308BF22-756D-4696-A739-0108D6B45666}" destId="{D6117AE9-8D80-496D-8F43-49C87FF1EF3D}" srcOrd="8" destOrd="0" presId="urn:microsoft.com/office/officeart/2005/8/layout/vList2"/>
    <dgm:cxn modelId="{87CFD44E-73A3-4DBD-8C0A-E350C72543D6}" type="presParOf" srcId="{7308BF22-756D-4696-A739-0108D6B45666}" destId="{FC383FA2-FDCB-42B4-ACEC-8284BBD6D60E}" srcOrd="9" destOrd="0" presId="urn:microsoft.com/office/officeart/2005/8/layout/vList2"/>
    <dgm:cxn modelId="{82F39468-472F-4CBC-8BC6-6B371DBC6DC2}" type="presParOf" srcId="{7308BF22-756D-4696-A739-0108D6B45666}" destId="{EE56FF73-8068-4803-AC63-FBADBB432D6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E47CA-A8DF-4081-A4B0-49EEF9EE8934}">
      <dsp:nvSpPr>
        <dsp:cNvPr id="0" name=""/>
        <dsp:cNvSpPr/>
      </dsp:nvSpPr>
      <dsp:spPr>
        <a:xfrm>
          <a:off x="0" y="64758"/>
          <a:ext cx="5906181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/>
            <a:t>Profilage</a:t>
          </a:r>
          <a:endParaRPr lang="en-US" sz="3200" kern="1200"/>
        </a:p>
      </dsp:txBody>
      <dsp:txXfrm>
        <a:off x="37467" y="102225"/>
        <a:ext cx="5831247" cy="692586"/>
      </dsp:txXfrm>
    </dsp:sp>
    <dsp:sp modelId="{0C6E01CE-3DE5-4876-8E4E-318F5C35D6C3}">
      <dsp:nvSpPr>
        <dsp:cNvPr id="0" name=""/>
        <dsp:cNvSpPr/>
      </dsp:nvSpPr>
      <dsp:spPr>
        <a:xfrm>
          <a:off x="0" y="832278"/>
          <a:ext cx="5906181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Technique pour analyser quelles parties de votre programme consomment le plus de ressources (temps CPU, mémoire…).</a:t>
          </a:r>
          <a:endParaRPr lang="en-US" sz="2500" kern="1200"/>
        </a:p>
      </dsp:txBody>
      <dsp:txXfrm>
        <a:off x="0" y="832278"/>
        <a:ext cx="5906181" cy="1490400"/>
      </dsp:txXfrm>
    </dsp:sp>
    <dsp:sp modelId="{8549DB05-9C56-4B1D-8148-6EA96378552F}">
      <dsp:nvSpPr>
        <dsp:cNvPr id="0" name=""/>
        <dsp:cNvSpPr/>
      </dsp:nvSpPr>
      <dsp:spPr>
        <a:xfrm>
          <a:off x="0" y="2322679"/>
          <a:ext cx="5906181" cy="767520"/>
        </a:xfrm>
        <a:prstGeom prst="roundRect">
          <a:avLst/>
        </a:prstGeom>
        <a:solidFill>
          <a:schemeClr val="accent2">
            <a:hueOff val="-5358550"/>
            <a:satOff val="2245"/>
            <a:lumOff val="-6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/>
            <a:t>Utilité</a:t>
          </a:r>
          <a:endParaRPr lang="en-US" sz="3200" kern="1200"/>
        </a:p>
      </dsp:txBody>
      <dsp:txXfrm>
        <a:off x="37467" y="2360146"/>
        <a:ext cx="5831247" cy="692586"/>
      </dsp:txXfrm>
    </dsp:sp>
    <dsp:sp modelId="{AB00B02E-299E-4615-A5C7-DE90005EB01D}">
      <dsp:nvSpPr>
        <dsp:cNvPr id="0" name=""/>
        <dsp:cNvSpPr/>
      </dsp:nvSpPr>
      <dsp:spPr>
        <a:xfrm>
          <a:off x="0" y="3090199"/>
          <a:ext cx="5906181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Détecter les bottleneck et optimiser le code</a:t>
          </a:r>
          <a:endParaRPr lang="en-US" sz="2500" kern="1200"/>
        </a:p>
      </dsp:txBody>
      <dsp:txXfrm>
        <a:off x="0" y="3090199"/>
        <a:ext cx="5906181" cy="778320"/>
      </dsp:txXfrm>
    </dsp:sp>
    <dsp:sp modelId="{FF445CB7-E8C6-49C8-AD71-7523891D03D0}">
      <dsp:nvSpPr>
        <dsp:cNvPr id="0" name=""/>
        <dsp:cNvSpPr/>
      </dsp:nvSpPr>
      <dsp:spPr>
        <a:xfrm>
          <a:off x="0" y="3868519"/>
          <a:ext cx="5906181" cy="767520"/>
        </a:xfrm>
        <a:prstGeom prst="roundRect">
          <a:avLst/>
        </a:prstGeom>
        <a:solidFill>
          <a:schemeClr val="accent2">
            <a:hueOff val="-10717100"/>
            <a:satOff val="4490"/>
            <a:lumOff val="-1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/>
            <a:t>Outil utilisé</a:t>
          </a:r>
          <a:endParaRPr lang="en-US" sz="3200" kern="1200"/>
        </a:p>
      </dsp:txBody>
      <dsp:txXfrm>
        <a:off x="37467" y="3905986"/>
        <a:ext cx="5831247" cy="692586"/>
      </dsp:txXfrm>
    </dsp:sp>
    <dsp:sp modelId="{0C5D5322-2CEE-4083-844C-D14DCD246DD6}">
      <dsp:nvSpPr>
        <dsp:cNvPr id="0" name=""/>
        <dsp:cNvSpPr/>
      </dsp:nvSpPr>
      <dsp:spPr>
        <a:xfrm>
          <a:off x="0" y="4636039"/>
          <a:ext cx="5906181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500" kern="1200"/>
            <a:t>Profilleur intégré d’IntelliJ</a:t>
          </a:r>
          <a:endParaRPr lang="en-US" sz="2500" kern="1200"/>
        </a:p>
      </dsp:txBody>
      <dsp:txXfrm>
        <a:off x="0" y="4636039"/>
        <a:ext cx="5906181" cy="529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0E0D5-ED73-4CB5-8161-053668486C7A}">
      <dsp:nvSpPr>
        <dsp:cNvPr id="0" name=""/>
        <dsp:cNvSpPr/>
      </dsp:nvSpPr>
      <dsp:spPr>
        <a:xfrm>
          <a:off x="0" y="201266"/>
          <a:ext cx="5906181" cy="755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dirty="0"/>
            <a:t>Reconstruire le code source à partir d’un fichier compilé</a:t>
          </a:r>
          <a:endParaRPr lang="en-US" sz="1900" kern="1200" dirty="0"/>
        </a:p>
      </dsp:txBody>
      <dsp:txXfrm>
        <a:off x="36896" y="238162"/>
        <a:ext cx="5832389" cy="682028"/>
      </dsp:txXfrm>
    </dsp:sp>
    <dsp:sp modelId="{E059D941-1DBD-4C1F-B217-F555129E5145}">
      <dsp:nvSpPr>
        <dsp:cNvPr id="0" name=""/>
        <dsp:cNvSpPr/>
      </dsp:nvSpPr>
      <dsp:spPr>
        <a:xfrm>
          <a:off x="0" y="1011806"/>
          <a:ext cx="5906181" cy="755820"/>
        </a:xfrm>
        <a:prstGeom prst="roundRect">
          <a:avLst/>
        </a:prstGeom>
        <a:solidFill>
          <a:schemeClr val="accent2">
            <a:hueOff val="-3572367"/>
            <a:satOff val="1497"/>
            <a:lumOff val="-46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Utilité</a:t>
          </a:r>
          <a:endParaRPr lang="en-US" sz="1900" kern="1200"/>
        </a:p>
      </dsp:txBody>
      <dsp:txXfrm>
        <a:off x="36896" y="1048702"/>
        <a:ext cx="5832389" cy="682028"/>
      </dsp:txXfrm>
    </dsp:sp>
    <dsp:sp modelId="{DAFEA48E-73D6-4251-8F17-A60142318FB4}">
      <dsp:nvSpPr>
        <dsp:cNvPr id="0" name=""/>
        <dsp:cNvSpPr/>
      </dsp:nvSpPr>
      <dsp:spPr>
        <a:xfrm>
          <a:off x="0" y="1767626"/>
          <a:ext cx="5906181" cy="727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500" kern="1200"/>
            <a:t>Pour comprendre comment votre code est vu une fois compilé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500" kern="1200"/>
            <a:t>Pour tester la robustesse de votre application contre l’ingénierie inverse (</a:t>
          </a:r>
          <a:r>
            <a:rPr lang="fr-FR" sz="1500" i="1" kern="1200"/>
            <a:t>reverse engineering</a:t>
          </a:r>
          <a:r>
            <a:rPr lang="fr-FR" sz="1500" kern="1200"/>
            <a:t>)</a:t>
          </a:r>
          <a:endParaRPr lang="en-US" sz="1500" kern="1200"/>
        </a:p>
      </dsp:txBody>
      <dsp:txXfrm>
        <a:off x="0" y="1767626"/>
        <a:ext cx="5906181" cy="727605"/>
      </dsp:txXfrm>
    </dsp:sp>
    <dsp:sp modelId="{DAC1BF44-E756-4D69-88B6-B1D162366BCE}">
      <dsp:nvSpPr>
        <dsp:cNvPr id="0" name=""/>
        <dsp:cNvSpPr/>
      </dsp:nvSpPr>
      <dsp:spPr>
        <a:xfrm>
          <a:off x="0" y="2495231"/>
          <a:ext cx="5906181" cy="755820"/>
        </a:xfrm>
        <a:prstGeom prst="roundRect">
          <a:avLst/>
        </a:prstGeom>
        <a:solidFill>
          <a:schemeClr val="accent2">
            <a:hueOff val="-7144733"/>
            <a:satOff val="2993"/>
            <a:lumOff val="-92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Outils</a:t>
          </a:r>
          <a:endParaRPr lang="en-US" sz="1900" kern="1200"/>
        </a:p>
      </dsp:txBody>
      <dsp:txXfrm>
        <a:off x="36896" y="2532127"/>
        <a:ext cx="5832389" cy="682028"/>
      </dsp:txXfrm>
    </dsp:sp>
    <dsp:sp modelId="{4B4E63AF-7633-4B98-B51D-B2E074D693F2}">
      <dsp:nvSpPr>
        <dsp:cNvPr id="0" name=""/>
        <dsp:cNvSpPr/>
      </dsp:nvSpPr>
      <dsp:spPr>
        <a:xfrm>
          <a:off x="0" y="3251051"/>
          <a:ext cx="5906181" cy="1022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52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500" kern="1200"/>
            <a:t>CFR (Class File Reader)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500" kern="1200"/>
            <a:t>Outil Integré d’IntelliJ (</a:t>
          </a:r>
          <a:r>
            <a:rPr lang="fr-FR" sz="1500" i="1" kern="1200"/>
            <a:t>FernFlower</a:t>
          </a:r>
          <a:r>
            <a:rPr lang="fr-FR" sz="1500" kern="1200"/>
            <a:t>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500" kern="1200"/>
            <a:t>JadX (Décompileur pour paquet apk d’Android)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500" kern="1200" dirty="0"/>
            <a:t>Contexte: Java et </a:t>
          </a:r>
          <a:r>
            <a:rPr lang="fr-FR" sz="1500" kern="1200" dirty="0" err="1"/>
            <a:t>Kotlin</a:t>
          </a:r>
          <a:endParaRPr lang="en-US" sz="1500" kern="1200" dirty="0"/>
        </a:p>
      </dsp:txBody>
      <dsp:txXfrm>
        <a:off x="0" y="3251051"/>
        <a:ext cx="5906181" cy="1022580"/>
      </dsp:txXfrm>
    </dsp:sp>
    <dsp:sp modelId="{81B01B29-3C7F-4F37-AFC9-5D9F5B3A443B}">
      <dsp:nvSpPr>
        <dsp:cNvPr id="0" name=""/>
        <dsp:cNvSpPr/>
      </dsp:nvSpPr>
      <dsp:spPr>
        <a:xfrm>
          <a:off x="0" y="4273631"/>
          <a:ext cx="5906181" cy="755820"/>
        </a:xfrm>
        <a:prstGeom prst="roundRect">
          <a:avLst/>
        </a:prstGeom>
        <a:solidFill>
          <a:schemeClr val="accent2">
            <a:hueOff val="-10717100"/>
            <a:satOff val="4490"/>
            <a:lumOff val="-1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Limites</a:t>
          </a:r>
          <a:endParaRPr lang="en-US" sz="1900" kern="1200" dirty="0"/>
        </a:p>
      </dsp:txBody>
      <dsp:txXfrm>
        <a:off x="36896" y="4310527"/>
        <a:ext cx="5832389" cy="6820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D7B21-DEBC-4E5D-BB52-C150B7165252}">
      <dsp:nvSpPr>
        <dsp:cNvPr id="0" name=""/>
        <dsp:cNvSpPr/>
      </dsp:nvSpPr>
      <dsp:spPr>
        <a:xfrm>
          <a:off x="0" y="10649"/>
          <a:ext cx="6217579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C’est quoi?</a:t>
          </a:r>
          <a:endParaRPr lang="en-US" sz="2000" kern="1200" dirty="0"/>
        </a:p>
      </dsp:txBody>
      <dsp:txXfrm>
        <a:off x="23417" y="34066"/>
        <a:ext cx="6170745" cy="432866"/>
      </dsp:txXfrm>
    </dsp:sp>
    <dsp:sp modelId="{771113EE-19B1-4DDA-9216-00D8B9440001}">
      <dsp:nvSpPr>
        <dsp:cNvPr id="0" name=""/>
        <dsp:cNvSpPr/>
      </dsp:nvSpPr>
      <dsp:spPr>
        <a:xfrm>
          <a:off x="0" y="490349"/>
          <a:ext cx="621757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08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 dirty="0"/>
            <a:t>Technique pour rendre programme difficile à lire ou à comprendre</a:t>
          </a:r>
          <a:endParaRPr lang="en-US" sz="1600" kern="1200" dirty="0"/>
        </a:p>
      </dsp:txBody>
      <dsp:txXfrm>
        <a:off x="0" y="490349"/>
        <a:ext cx="6217579" cy="496800"/>
      </dsp:txXfrm>
    </dsp:sp>
    <dsp:sp modelId="{9B964491-0727-4E29-8B4C-A6B84655CFC7}">
      <dsp:nvSpPr>
        <dsp:cNvPr id="0" name=""/>
        <dsp:cNvSpPr/>
      </dsp:nvSpPr>
      <dsp:spPr>
        <a:xfrm>
          <a:off x="0" y="987149"/>
          <a:ext cx="6217579" cy="479700"/>
        </a:xfrm>
        <a:prstGeom prst="roundRect">
          <a:avLst/>
        </a:prstGeom>
        <a:solidFill>
          <a:schemeClr val="accent2">
            <a:hueOff val="-2143420"/>
            <a:satOff val="898"/>
            <a:lumOff val="-2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Techniques</a:t>
          </a:r>
        </a:p>
      </dsp:txBody>
      <dsp:txXfrm>
        <a:off x="23417" y="1010566"/>
        <a:ext cx="6170745" cy="432866"/>
      </dsp:txXfrm>
    </dsp:sp>
    <dsp:sp modelId="{F5090F9B-F008-4CB8-A72B-1E98FE860B7B}">
      <dsp:nvSpPr>
        <dsp:cNvPr id="0" name=""/>
        <dsp:cNvSpPr/>
      </dsp:nvSpPr>
      <dsp:spPr>
        <a:xfrm>
          <a:off x="0" y="1466849"/>
          <a:ext cx="6217579" cy="132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08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Remplacer les noms de variables, méthodes et classes par des symboles ambigus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Ajout de code mort (jamais exécuté)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Chaines de chars chiffrés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 err="1"/>
            <a:t>Etc</a:t>
          </a:r>
          <a:endParaRPr lang="en-US" sz="1600" kern="1200" dirty="0"/>
        </a:p>
      </dsp:txBody>
      <dsp:txXfrm>
        <a:off x="0" y="1466849"/>
        <a:ext cx="6217579" cy="1324800"/>
      </dsp:txXfrm>
    </dsp:sp>
    <dsp:sp modelId="{E5B6357C-5C87-4034-B70F-AAE0033D601E}">
      <dsp:nvSpPr>
        <dsp:cNvPr id="0" name=""/>
        <dsp:cNvSpPr/>
      </dsp:nvSpPr>
      <dsp:spPr>
        <a:xfrm>
          <a:off x="0" y="2791649"/>
          <a:ext cx="6217579" cy="479700"/>
        </a:xfrm>
        <a:prstGeom prst="roundRect">
          <a:avLst/>
        </a:prstGeom>
        <a:solidFill>
          <a:schemeClr val="accent2">
            <a:hueOff val="-4286840"/>
            <a:satOff val="1796"/>
            <a:lumOff val="-5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Utilité</a:t>
          </a:r>
          <a:endParaRPr lang="en-US" sz="2000" kern="1200" dirty="0"/>
        </a:p>
      </dsp:txBody>
      <dsp:txXfrm>
        <a:off x="23417" y="2815066"/>
        <a:ext cx="6170745" cy="432866"/>
      </dsp:txXfrm>
    </dsp:sp>
    <dsp:sp modelId="{93B96033-F597-4FAD-B8B6-F572F1B452ED}">
      <dsp:nvSpPr>
        <dsp:cNvPr id="0" name=""/>
        <dsp:cNvSpPr/>
      </dsp:nvSpPr>
      <dsp:spPr>
        <a:xfrm>
          <a:off x="0" y="3271349"/>
          <a:ext cx="6217579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08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Pour protéger le code contre la décompilation facile, surtout dans des contextes où vous livrez des applications sans vouloir dévoiler leur logique</a:t>
          </a:r>
          <a:endParaRPr lang="en-US" sz="1600" kern="1200" dirty="0"/>
        </a:p>
      </dsp:txBody>
      <dsp:txXfrm>
        <a:off x="0" y="3271349"/>
        <a:ext cx="6217579" cy="724500"/>
      </dsp:txXfrm>
    </dsp:sp>
    <dsp:sp modelId="{21264C36-734A-476E-BF89-294DAB2771E4}">
      <dsp:nvSpPr>
        <dsp:cNvPr id="0" name=""/>
        <dsp:cNvSpPr/>
      </dsp:nvSpPr>
      <dsp:spPr>
        <a:xfrm>
          <a:off x="0" y="3995849"/>
          <a:ext cx="6217579" cy="479700"/>
        </a:xfrm>
        <a:prstGeom prst="roundRect">
          <a:avLst/>
        </a:prstGeom>
        <a:solidFill>
          <a:schemeClr val="accent2">
            <a:hueOff val="-6430260"/>
            <a:satOff val="2694"/>
            <a:lumOff val="-8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Outil	</a:t>
          </a:r>
          <a:endParaRPr lang="en-US" sz="2000" kern="1200" dirty="0"/>
        </a:p>
      </dsp:txBody>
      <dsp:txXfrm>
        <a:off x="23417" y="4019266"/>
        <a:ext cx="6170745" cy="432866"/>
      </dsp:txXfrm>
    </dsp:sp>
    <dsp:sp modelId="{1DD821EA-300E-4B5B-9108-97AB81E02228}">
      <dsp:nvSpPr>
        <dsp:cNvPr id="0" name=""/>
        <dsp:cNvSpPr/>
      </dsp:nvSpPr>
      <dsp:spPr>
        <a:xfrm>
          <a:off x="0" y="4475549"/>
          <a:ext cx="6217579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08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 err="1"/>
            <a:t>ProGuard</a:t>
          </a:r>
          <a:endParaRPr lang="en-US" sz="1600" kern="1200" dirty="0"/>
        </a:p>
      </dsp:txBody>
      <dsp:txXfrm>
        <a:off x="0" y="4475549"/>
        <a:ext cx="6217579" cy="331200"/>
      </dsp:txXfrm>
    </dsp:sp>
    <dsp:sp modelId="{D6117AE9-8D80-496D-8F43-49C87FF1EF3D}">
      <dsp:nvSpPr>
        <dsp:cNvPr id="0" name=""/>
        <dsp:cNvSpPr/>
      </dsp:nvSpPr>
      <dsp:spPr>
        <a:xfrm>
          <a:off x="0" y="4806749"/>
          <a:ext cx="6217579" cy="479700"/>
        </a:xfrm>
        <a:prstGeom prst="roundRect">
          <a:avLst/>
        </a:prstGeom>
        <a:solidFill>
          <a:schemeClr val="accent2">
            <a:hueOff val="-8573680"/>
            <a:satOff val="3592"/>
            <a:lumOff val="-11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hlinkClick xmlns:r="http://schemas.openxmlformats.org/officeDocument/2006/relationships" r:id="rId1"/>
            </a:rPr>
            <a:t>Exemple</a:t>
          </a:r>
          <a:endParaRPr lang="en-US" sz="2000" kern="1200" dirty="0"/>
        </a:p>
      </dsp:txBody>
      <dsp:txXfrm>
        <a:off x="23417" y="4830166"/>
        <a:ext cx="6170745" cy="432866"/>
      </dsp:txXfrm>
    </dsp:sp>
    <dsp:sp modelId="{EE56FF73-8068-4803-AC63-FBADBB432D68}">
      <dsp:nvSpPr>
        <dsp:cNvPr id="0" name=""/>
        <dsp:cNvSpPr/>
      </dsp:nvSpPr>
      <dsp:spPr>
        <a:xfrm>
          <a:off x="0" y="5344049"/>
          <a:ext cx="6217579" cy="479700"/>
        </a:xfrm>
        <a:prstGeom prst="roundRect">
          <a:avLst/>
        </a:prstGeom>
        <a:solidFill>
          <a:schemeClr val="accent2">
            <a:hueOff val="-10717100"/>
            <a:satOff val="4490"/>
            <a:lumOff val="-1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Limites</a:t>
          </a:r>
          <a:r>
            <a:rPr lang="en-US" sz="2000" kern="1200" dirty="0"/>
            <a:t> et Solutions</a:t>
          </a:r>
        </a:p>
      </dsp:txBody>
      <dsp:txXfrm>
        <a:off x="23417" y="5367466"/>
        <a:ext cx="6170745" cy="432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7B27D-B1DE-47CD-8D2C-51195424499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A4F28-AE42-4C60-932C-0642244120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8555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 profilage permet d’analyser le coût d’exécution d’un programme en termes de ressources (CPU, mémoire,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dirty="0"/>
              <a:t>Souvent utilisé pour trouver les parties les moins performantes du code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Ex: Si j’utilise un logiciel / dépendance tiers et je trouve que la performance est ralentie, je peux utiliser le profilage pour trouver quelles fonctionnalités réduisent la performance et faire un bug report.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fr-CA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fr-CA" dirty="0"/>
              <a:t>Extra: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CA" dirty="0"/>
              <a:t>Types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Échantillonnage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dirty="0"/>
              <a:t>Profileur prend un "instantané" (stack trace) de tous les threads à intervalles réguliers (ex. toutes les 10 ms).</a:t>
            </a:r>
            <a:endParaRPr lang="fr-C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Instrumentation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CA" dirty="0"/>
              <a:t>Modifie le </a:t>
            </a:r>
            <a:r>
              <a:rPr lang="fr-CA" dirty="0" err="1"/>
              <a:t>bytecode</a:t>
            </a:r>
            <a:r>
              <a:rPr lang="fr-CA" dirty="0"/>
              <a:t> pour mesurer précisément temps d’exécution d’une méthode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dirty="0"/>
              <a:t>Impact plus important sur la performance du programme.</a:t>
            </a: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A4F28-AE42-4C60-932C-06422441207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949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 </a:t>
            </a:r>
            <a:r>
              <a:rPr lang="fr-FR" dirty="0" err="1"/>
              <a:t>bytecode</a:t>
            </a:r>
            <a:r>
              <a:rPr lang="fr-FR" dirty="0"/>
              <a:t> Java (.class) garde une structure riche, ce qui rend la décompilation assez fidèle.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On peut récupérer un fichier .java lisible à partir d’un .class avec des outils comme </a:t>
            </a:r>
            <a:r>
              <a:rPr lang="fr-FR" b="1" dirty="0"/>
              <a:t>CFR</a:t>
            </a:r>
            <a:r>
              <a:rPr lang="fr-F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Utilité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Analyser des fichiers sans code source.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Comprendre le fonctionnement d’une librairie tierce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Limites: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</a:t>
            </a:r>
            <a:r>
              <a:rPr lang="fr-FR" b="1" dirty="0"/>
              <a:t>noms de variables locales</a:t>
            </a:r>
            <a:r>
              <a:rPr lang="fr-FR" dirty="0"/>
              <a:t> sont souvent perdus.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commentaires, annotations, types génériques sont souvent absents ou incomplets.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A4F28-AE42-4C60-932C-06422441207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604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L’obfuscation rend le code difficile à lire ou à comprendre après décompilation.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Elle </a:t>
            </a:r>
            <a:r>
              <a:rPr lang="fr-FR" b="1" dirty="0"/>
              <a:t>n’empêche pas</a:t>
            </a:r>
            <a:r>
              <a:rPr lang="fr-FR" dirty="0"/>
              <a:t> la décompilation, mais rend le résultat inutile pour un humain.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Techniques typiques :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Renommage des classes, méthodes et variables (a(), xZ3, etc.)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Suppression des métadonnées (annotations, signatures…)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Changement de flot de contrôle (ex: logique convertie en switch ou enchaînements non linéaires)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Chiffrement ou encodage des chaînes de caractères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Ajout de code mort, de redondance, ou de structures inutiles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b="1" dirty="0"/>
              <a:t>Limites</a:t>
            </a:r>
            <a:r>
              <a:rPr lang="fr-FR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Peut casser des appels via réflexion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 err="1"/>
              <a:t>Sécurité</a:t>
            </a:r>
            <a:r>
              <a:rPr lang="en-CA" dirty="0"/>
              <a:t> par </a:t>
            </a:r>
            <a:r>
              <a:rPr lang="en-CA" dirty="0" err="1"/>
              <a:t>l’obscurité</a:t>
            </a:r>
            <a:endParaRPr lang="en-C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Pas une vraie protection, juste une couche pour dissuader les curieux peu expérimentés.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Un attaquant motivé peut toujours comprendre la logique avec assez d’effort.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fr-FR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fr-FR" b="1" dirty="0"/>
              <a:t>Meilleurs Solutions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dirty="0"/>
              <a:t>Externaliser la logique critique côté serveur</a:t>
            </a:r>
            <a:endParaRPr lang="fr-F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Virtualisation / Protection </a:t>
            </a:r>
            <a:r>
              <a:rPr lang="en-CA" dirty="0" err="1"/>
              <a:t>commerciale</a:t>
            </a:r>
            <a:r>
              <a:rPr lang="en-CA" dirty="0"/>
              <a:t> </a:t>
            </a:r>
            <a:r>
              <a:rPr lang="en-CA" dirty="0" err="1"/>
              <a:t>avancée</a:t>
            </a:r>
            <a:r>
              <a:rPr lang="en-CA" dirty="0"/>
              <a:t> (DRM, </a:t>
            </a:r>
            <a:r>
              <a:rPr lang="en-CA" dirty="0" err="1"/>
              <a:t>Denuvo</a:t>
            </a:r>
            <a:r>
              <a:rPr lang="en-CA" dirty="0"/>
              <a:t>, VMProtect, </a:t>
            </a:r>
            <a:r>
              <a:rPr lang="en-CA" dirty="0" err="1"/>
              <a:t>DexGuarrd</a:t>
            </a:r>
            <a:r>
              <a:rPr lang="en-CA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A4F28-AE42-4C60-932C-06422441207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906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A4F28-AE42-4C60-932C-06422441207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844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e.kahoot.it/share/inf2050-lab-12/f0b95bb6-0785-4e46-a078-c0f23474806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fr-CA" noProof="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fr-CA" sz="4400" noProof="0" dirty="0">
                <a:solidFill>
                  <a:schemeClr val="tx1"/>
                </a:solidFill>
              </a:rPr>
              <a:t>INF2050 </a:t>
            </a:r>
            <a:r>
              <a:rPr lang="fr-CA" sz="4400" noProof="0" dirty="0" err="1">
                <a:solidFill>
                  <a:schemeClr val="tx1"/>
                </a:solidFill>
              </a:rPr>
              <a:t>Lab</a:t>
            </a:r>
            <a:r>
              <a:rPr lang="fr-CA" sz="4400" noProof="0" dirty="0">
                <a:solidFill>
                  <a:schemeClr val="tx1"/>
                </a:solidFill>
              </a:rPr>
              <a:t>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CA" noProof="0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43C61-E1E5-AE22-DD92-89A3266E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 noProof="0" dirty="0"/>
              <a:t>Profilage (Profiling)</a:t>
            </a:r>
            <a:endParaRPr lang="fr-CA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7635E9-AA7C-A622-61BF-940156472E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216570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516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76353-8754-EB09-6C19-DA9E069B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Décompilation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A72A5B-C6A2-8F6D-EDCA-531F0BE5A4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754987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193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AE6E9-0447-08B0-98E4-F454F5B1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/>
              <a:t>Obfuscation</a:t>
            </a:r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6A45765-8627-290B-80F7-A67DE33BE7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975827"/>
              </p:ext>
            </p:extLst>
          </p:nvPr>
        </p:nvGraphicFramePr>
        <p:xfrm>
          <a:off x="5314358" y="511800"/>
          <a:ext cx="6217579" cy="583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351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7D3D6B5D-6639-E6B1-0080-854B28A28B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b="6250"/>
          <a:stretch/>
        </p:blipFill>
        <p:spPr>
          <a:xfrm>
            <a:off x="1" y="10"/>
            <a:ext cx="12191999" cy="6857989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B4A12B6-EF0D-43E8-8C17-4FAD4D276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>
              <a:lumMod val="85000"/>
              <a:lumOff val="15000"/>
              <a:alpha val="93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E107525-0C02-447F-8A3F-553320A72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A88DE-5599-BB6D-BF50-33849683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3" y="2244830"/>
            <a:ext cx="8933796" cy="243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 dirty="0">
                <a:hlinkClick r:id="rId4"/>
              </a:rPr>
              <a:t>Quiz Kahoot</a:t>
            </a:r>
            <a:endParaRPr lang="en-US" sz="6800" cap="all" spc="-1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B7A42E3-05D8-4A0B-9D4E-20EF581E5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E9A54B-189D-4645-8254-FDC4210EC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11CE48F-D5E4-4520-AF1E-8F85CFBDA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1448851-39AD-4943-BF9C-C50704E08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570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7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A02B9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A6C9EB"/>
      </a:hlink>
      <a:folHlink>
        <a:srgbClr val="D5BECB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121</TotalTime>
  <Words>523</Words>
  <Application>Microsoft Office PowerPoint</Application>
  <PresentationFormat>Widescreen</PresentationFormat>
  <Paragraphs>79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Avenir Next LT Pro</vt:lpstr>
      <vt:lpstr>Avenir Next LT Pro Light</vt:lpstr>
      <vt:lpstr>Garamond</vt:lpstr>
      <vt:lpstr>SavonVTI</vt:lpstr>
      <vt:lpstr>INF2050 Lab 12</vt:lpstr>
      <vt:lpstr>Profilage (Profiling)</vt:lpstr>
      <vt:lpstr>Décompilation</vt:lpstr>
      <vt:lpstr>Obfuscation</vt:lpstr>
      <vt:lpstr>Quiz Kahoot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2</cp:revision>
  <dcterms:created xsi:type="dcterms:W3CDTF">2025-04-11T15:00:35Z</dcterms:created>
  <dcterms:modified xsi:type="dcterms:W3CDTF">2025-04-11T18:48:57Z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